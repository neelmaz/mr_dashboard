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8.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theme/themeOverride1.xml" ContentType="application/vnd.openxmlformats-officedocument.themeOverride+xml"/>
  <Override PartName="/ppt/charts/chart31.xml" ContentType="application/vnd.openxmlformats-officedocument.drawingml.chart+xml"/>
  <Override PartName="/ppt/theme/themeOverride2.xml" ContentType="application/vnd.openxmlformats-officedocument.themeOverride+xml"/>
  <Override PartName="/ppt/notesSlides/notesSlide9.xml" ContentType="application/vnd.openxmlformats-officedocument.presentationml.notesSlide+xml"/>
  <Override PartName="/ppt/charts/chart32.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3.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4.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5.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6.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7.xml" ContentType="application/vnd.openxmlformats-officedocument.drawingml.chart+xml"/>
  <Override PartName="/ppt/theme/themeOverride3.xml" ContentType="application/vnd.openxmlformats-officedocument.themeOverride+xml"/>
  <Override PartName="/ppt/charts/chart38.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9.xml" ContentType="application/vnd.openxmlformats-officedocument.drawingml.chart+xml"/>
  <Override PartName="/ppt/theme/themeOverride4.xml" ContentType="application/vnd.openxmlformats-officedocument.themeOverride+xml"/>
  <Override PartName="/ppt/charts/chart40.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41.xml" ContentType="application/vnd.openxmlformats-officedocument.drawingml.chart+xml"/>
  <Override PartName="/ppt/theme/themeOverride5.xml" ContentType="application/vnd.openxmlformats-officedocument.themeOverride+xml"/>
  <Override PartName="/ppt/charts/chart42.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43.xml" ContentType="application/vnd.openxmlformats-officedocument.drawingml.chart+xml"/>
  <Override PartName="/ppt/theme/themeOverride6.xml" ContentType="application/vnd.openxmlformats-officedocument.themeOverride+xml"/>
  <Override PartName="/ppt/charts/chart44.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45.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6.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7.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8.xml" ContentType="application/vnd.openxmlformats-officedocument.drawingml.chart+xml"/>
  <Override PartName="/ppt/theme/themeOverride7.xml" ContentType="application/vnd.openxmlformats-officedocument.themeOverride+xml"/>
  <Override PartName="/ppt/charts/chart49.xml" ContentType="application/vnd.openxmlformats-officedocument.drawingml.chart+xml"/>
  <Override PartName="/ppt/theme/themeOverride8.xml" ContentType="application/vnd.openxmlformats-officedocument.themeOverride+xml"/>
  <Override PartName="/ppt/charts/chart50.xml" ContentType="application/vnd.openxmlformats-officedocument.drawingml.chart+xml"/>
  <Override PartName="/ppt/theme/themeOverride9.xml" ContentType="application/vnd.openxmlformats-officedocument.themeOverride+xml"/>
  <Override PartName="/ppt/charts/chart51.xml" ContentType="application/vnd.openxmlformats-officedocument.drawingml.chart+xml"/>
  <Override PartName="/ppt/theme/themeOverride10.xml" ContentType="application/vnd.openxmlformats-officedocument.themeOverride+xml"/>
  <Override PartName="/ppt/charts/chart52.xml" ContentType="application/vnd.openxmlformats-officedocument.drawingml.chart+xml"/>
  <Override PartName="/ppt/theme/themeOverride11.xml" ContentType="application/vnd.openxmlformats-officedocument.themeOverride+xml"/>
  <Override PartName="/ppt/charts/chart53.xml" ContentType="application/vnd.openxmlformats-officedocument.drawingml.chart+xml"/>
  <Override PartName="/ppt/theme/themeOverride12.xml" ContentType="application/vnd.openxmlformats-officedocument.themeOverride+xml"/>
  <Override PartName="/ppt/charts/chart54.xml" ContentType="application/vnd.openxmlformats-officedocument.drawingml.chart+xml"/>
  <Override PartName="/ppt/theme/themeOverride13.xml" ContentType="application/vnd.openxmlformats-officedocument.themeOverride+xml"/>
  <Override PartName="/ppt/charts/chart55.xml" ContentType="application/vnd.openxmlformats-officedocument.drawingml.chart+xml"/>
  <Override PartName="/ppt/theme/themeOverride14.xml" ContentType="application/vnd.openxmlformats-officedocument.themeOverride+xml"/>
  <Override PartName="/ppt/charts/chart56.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57.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58.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59.xml" ContentType="application/vnd.openxmlformats-officedocument.drawingml.chart+xml"/>
  <Override PartName="/ppt/charts/style45.xml" ContentType="application/vnd.ms-office.chartstyle+xml"/>
  <Override PartName="/ppt/charts/colors45.xml" ContentType="application/vnd.ms-office.chartcolorstyle+xml"/>
  <Override PartName="/ppt/notesSlides/notesSlide10.xml" ContentType="application/vnd.openxmlformats-officedocument.presentationml.notesSlide+xml"/>
  <Override PartName="/ppt/charts/chart60.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61.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62.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63.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64.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65.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66.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67.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68.xml" ContentType="application/vnd.openxmlformats-officedocument.drawingml.chart+xml"/>
  <Override PartName="/ppt/charts/style54.xml" ContentType="application/vnd.ms-office.chartstyle+xml"/>
  <Override PartName="/ppt/charts/colors54.xml" ContentType="application/vnd.ms-office.chartcolorstyle+xml"/>
  <Override PartName="/ppt/notesSlides/notesSlide11.xml" ContentType="application/vnd.openxmlformats-officedocument.presentationml.notesSlide+xml"/>
  <Override PartName="/ppt/charts/chart69.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70.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71.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72.xml" ContentType="application/vnd.openxmlformats-officedocument.drawingml.chart+xml"/>
  <Override PartName="/ppt/charts/style58.xml" ContentType="application/vnd.ms-office.chartstyle+xml"/>
  <Override PartName="/ppt/charts/colors58.xml" ContentType="application/vnd.ms-office.chartcolorstyle+xml"/>
  <Override PartName="/ppt/notesSlides/notesSlide12.xml" ContentType="application/vnd.openxmlformats-officedocument.presentationml.notesSlide+xml"/>
  <Override PartName="/ppt/charts/chart73.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74.xml" ContentType="application/vnd.openxmlformats-officedocument.drawingml.chart+xml"/>
  <Override PartName="/ppt/charts/style60.xml" ContentType="application/vnd.ms-office.chartstyle+xml"/>
  <Override PartName="/ppt/charts/colors60.xml" ContentType="application/vnd.ms-office.chartcolorstyle+xml"/>
  <Override PartName="/ppt/notesSlides/notesSlide13.xml" ContentType="application/vnd.openxmlformats-officedocument.presentationml.notesSlide+xml"/>
  <Override PartName="/ppt/charts/chart75.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76.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77.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78.xml" ContentType="application/vnd.openxmlformats-officedocument.drawingml.chart+xml"/>
  <Override PartName="/ppt/charts/style64.xml" ContentType="application/vnd.ms-office.chartstyle+xml"/>
  <Override PartName="/ppt/charts/colors64.xml" ContentType="application/vnd.ms-office.chartcolorstyle+xml"/>
  <Override PartName="/ppt/notesSlides/notesSlide14.xml" ContentType="application/vnd.openxmlformats-officedocument.presentationml.notesSlide+xml"/>
  <Override PartName="/ppt/charts/chart79.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80.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81.xml" ContentType="application/vnd.openxmlformats-officedocument.drawingml.chart+xml"/>
  <Override PartName="/ppt/charts/style67.xml" ContentType="application/vnd.ms-office.chartstyle+xml"/>
  <Override PartName="/ppt/charts/colors67.xml" ContentType="application/vnd.ms-office.chartcolorstyle+xml"/>
  <Override PartName="/ppt/notesSlides/notesSlide15.xml" ContentType="application/vnd.openxmlformats-officedocument.presentationml.notesSlide+xml"/>
  <Override PartName="/ppt/charts/chart82.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83.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84.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85.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86.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87.xml" ContentType="application/vnd.openxmlformats-officedocument.drawingml.chart+xml"/>
  <Override PartName="/ppt/charts/style73.xml" ContentType="application/vnd.ms-office.chartstyle+xml"/>
  <Override PartName="/ppt/charts/colors73.xml" ContentType="application/vnd.ms-office.chartcolorstyle+xml"/>
  <Override PartName="/ppt/notesSlides/notesSlide16.xml" ContentType="application/vnd.openxmlformats-officedocument.presentationml.notesSlide+xml"/>
  <Override PartName="/ppt/charts/chart88.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89.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90.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91.xml" ContentType="application/vnd.openxmlformats-officedocument.drawingml.chart+xml"/>
  <Override PartName="/ppt/charts/style77.xml" ContentType="application/vnd.ms-office.chartstyle+xml"/>
  <Override PartName="/ppt/charts/colors77.xml" ContentType="application/vnd.ms-office.chartcolorstyle+xml"/>
  <Override PartName="/ppt/notesSlides/notesSlide17.xml" ContentType="application/vnd.openxmlformats-officedocument.presentationml.notesSlide+xml"/>
  <Override PartName="/ppt/charts/chart92.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93.xml" ContentType="application/vnd.openxmlformats-officedocument.drawingml.chart+xml"/>
  <Override PartName="/ppt/charts/style79.xml" ContentType="application/vnd.ms-office.chartstyle+xml"/>
  <Override PartName="/ppt/charts/colors79.xml" ContentType="application/vnd.ms-office.chartcolorstyle+xml"/>
  <Override PartName="/ppt/notesSlides/notesSlide18.xml" ContentType="application/vnd.openxmlformats-officedocument.presentationml.notesSlide+xml"/>
  <Override PartName="/ppt/charts/chart94.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95.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96.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97.xml" ContentType="application/vnd.openxmlformats-officedocument.drawingml.chart+xml"/>
  <Override PartName="/ppt/charts/style83.xml" ContentType="application/vnd.ms-office.chartstyle+xml"/>
  <Override PartName="/ppt/charts/colors83.xml" ContentType="application/vnd.ms-office.chartcolorstyle+xml"/>
  <Override PartName="/ppt/notesSlides/notesSlide19.xml" ContentType="application/vnd.openxmlformats-officedocument.presentationml.notesSlide+xml"/>
  <Override PartName="/ppt/charts/chart98.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99.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100.xml" ContentType="application/vnd.openxmlformats-officedocument.drawingml.chart+xml"/>
  <Override PartName="/ppt/charts/style86.xml" ContentType="application/vnd.ms-office.chartstyle+xml"/>
  <Override PartName="/ppt/charts/colors86.xml" ContentType="application/vnd.ms-office.chartcolorstyle+xml"/>
  <Override PartName="/ppt/notesSlides/notesSlide20.xml" ContentType="application/vnd.openxmlformats-officedocument.presentationml.notesSlide+xml"/>
  <Override PartName="/ppt/charts/chart101.xml" ContentType="application/vnd.openxmlformats-officedocument.drawingml.chart+xml"/>
  <Override PartName="/ppt/charts/style87.xml" ContentType="application/vnd.ms-office.chartstyle+xml"/>
  <Override PartName="/ppt/charts/colors87.xml" ContentType="application/vnd.ms-office.chartcolorstyle+xml"/>
  <Override PartName="/ppt/charts/chart102.xml" ContentType="application/vnd.openxmlformats-officedocument.drawingml.chart+xml"/>
  <Override PartName="/ppt/charts/style88.xml" ContentType="application/vnd.ms-office.chartstyle+xml"/>
  <Override PartName="/ppt/charts/colors88.xml" ContentType="application/vnd.ms-office.chartcolorstyle+xml"/>
  <Override PartName="/ppt/notesSlides/notesSlide21.xml" ContentType="application/vnd.openxmlformats-officedocument.presentationml.notesSlide+xml"/>
  <Override PartName="/ppt/charts/chart103.xml" ContentType="application/vnd.openxmlformats-officedocument.drawingml.chart+xml"/>
  <Override PartName="/ppt/charts/style89.xml" ContentType="application/vnd.ms-office.chartstyle+xml"/>
  <Override PartName="/ppt/charts/colors89.xml" ContentType="application/vnd.ms-office.chartcolorstyle+xml"/>
  <Override PartName="/ppt/charts/chart104.xml" ContentType="application/vnd.openxmlformats-officedocument.drawingml.chart+xml"/>
  <Override PartName="/ppt/charts/style90.xml" ContentType="application/vnd.ms-office.chartstyle+xml"/>
  <Override PartName="/ppt/charts/colors90.xml" ContentType="application/vnd.ms-office.chartcolorstyle+xml"/>
  <Override PartName="/ppt/notesSlides/notesSlide22.xml" ContentType="application/vnd.openxmlformats-officedocument.presentationml.notesSlide+xml"/>
  <Override PartName="/ppt/charts/chart105.xml" ContentType="application/vnd.openxmlformats-officedocument.drawingml.chart+xml"/>
  <Override PartName="/ppt/charts/style91.xml" ContentType="application/vnd.ms-office.chartstyle+xml"/>
  <Override PartName="/ppt/charts/colors91.xml" ContentType="application/vnd.ms-office.chartcolorstyle+xml"/>
  <Override PartName="/ppt/charts/chart106.xml" ContentType="application/vnd.openxmlformats-officedocument.drawingml.chart+xml"/>
  <Override PartName="/ppt/charts/style92.xml" ContentType="application/vnd.ms-office.chartstyle+xml"/>
  <Override PartName="/ppt/charts/colors92.xml" ContentType="application/vnd.ms-office.chartcolorstyle+xml"/>
  <Override PartName="/ppt/notesSlides/notesSlide23.xml" ContentType="application/vnd.openxmlformats-officedocument.presentationml.notesSlide+xml"/>
  <Override PartName="/ppt/charts/chart107.xml" ContentType="application/vnd.openxmlformats-officedocument.drawingml.chart+xml"/>
  <Override PartName="/ppt/charts/style93.xml" ContentType="application/vnd.ms-office.chartstyle+xml"/>
  <Override PartName="/ppt/charts/colors93.xml" ContentType="application/vnd.ms-office.chartcolorstyle+xml"/>
  <Override PartName="/ppt/charts/chart108.xml" ContentType="application/vnd.openxmlformats-officedocument.drawingml.chart+xml"/>
  <Override PartName="/ppt/charts/style94.xml" ContentType="application/vnd.ms-office.chartstyle+xml"/>
  <Override PartName="/ppt/charts/colors94.xml" ContentType="application/vnd.ms-office.chartcolorstyle+xml"/>
  <Override PartName="/ppt/charts/chart109.xml" ContentType="application/vnd.openxmlformats-officedocument.drawingml.chart+xml"/>
  <Override PartName="/ppt/charts/style95.xml" ContentType="application/vnd.ms-office.chartstyle+xml"/>
  <Override PartName="/ppt/charts/colors95.xml" ContentType="application/vnd.ms-office.chartcolorstyle+xml"/>
  <Override PartName="/ppt/notesSlides/notesSlide24.xml" ContentType="application/vnd.openxmlformats-officedocument.presentationml.notesSlide+xml"/>
  <Override PartName="/ppt/charts/chart110.xml" ContentType="application/vnd.openxmlformats-officedocument.drawingml.chart+xml"/>
  <Override PartName="/ppt/charts/style96.xml" ContentType="application/vnd.ms-office.chartstyle+xml"/>
  <Override PartName="/ppt/charts/colors96.xml" ContentType="application/vnd.ms-office.chartcolorstyle+xml"/>
  <Override PartName="/ppt/charts/chart111.xml" ContentType="application/vnd.openxmlformats-officedocument.drawingml.chart+xml"/>
  <Override PartName="/ppt/charts/style97.xml" ContentType="application/vnd.ms-office.chartstyle+xml"/>
  <Override PartName="/ppt/charts/colors97.xml" ContentType="application/vnd.ms-office.chartcolorstyle+xml"/>
  <Override PartName="/ppt/notesSlides/notesSlide25.xml" ContentType="application/vnd.openxmlformats-officedocument.presentationml.notesSlide+xml"/>
  <Override PartName="/ppt/charts/chart112.xml" ContentType="application/vnd.openxmlformats-officedocument.drawingml.chart+xml"/>
  <Override PartName="/ppt/charts/style98.xml" ContentType="application/vnd.ms-office.chartstyle+xml"/>
  <Override PartName="/ppt/charts/colors98.xml" ContentType="application/vnd.ms-office.chartcolorstyle+xml"/>
  <Override PartName="/ppt/charts/chart113.xml" ContentType="application/vnd.openxmlformats-officedocument.drawingml.chart+xml"/>
  <Override PartName="/ppt/charts/style99.xml" ContentType="application/vnd.ms-office.chartstyle+xml"/>
  <Override PartName="/ppt/charts/colors99.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14.xml" ContentType="application/vnd.openxmlformats-officedocument.drawingml.chart+xml"/>
  <Override PartName="/ppt/charts/style100.xml" ContentType="application/vnd.ms-office.chartstyle+xml"/>
  <Override PartName="/ppt/charts/colors100.xml" ContentType="application/vnd.ms-office.chartcolorstyle+xml"/>
  <Override PartName="/ppt/charts/chart115.xml" ContentType="application/vnd.openxmlformats-officedocument.drawingml.chart+xml"/>
  <Override PartName="/ppt/charts/style101.xml" ContentType="application/vnd.ms-office.chartstyle+xml"/>
  <Override PartName="/ppt/charts/colors101.xml" ContentType="application/vnd.ms-office.chartcolorstyle+xml"/>
  <Override PartName="/ppt/charts/chart116.xml" ContentType="application/vnd.openxmlformats-officedocument.drawingml.chart+xml"/>
  <Override PartName="/ppt/charts/style102.xml" ContentType="application/vnd.ms-office.chartstyle+xml"/>
  <Override PartName="/ppt/charts/colors102.xml" ContentType="application/vnd.ms-office.chartcolorstyle+xml"/>
  <Override PartName="/ppt/notesSlides/notesSlide28.xml" ContentType="application/vnd.openxmlformats-officedocument.presentationml.notesSlide+xml"/>
  <Override PartName="/ppt/charts/chart117.xml" ContentType="application/vnd.openxmlformats-officedocument.drawingml.chart+xml"/>
  <Override PartName="/ppt/theme/themeOverride15.xml" ContentType="application/vnd.openxmlformats-officedocument.themeOverride+xml"/>
  <Override PartName="/ppt/charts/chart118.xml" ContentType="application/vnd.openxmlformats-officedocument.drawingml.chart+xml"/>
  <Override PartName="/ppt/theme/themeOverride16.xml" ContentType="application/vnd.openxmlformats-officedocument.themeOverride+xml"/>
  <Override PartName="/ppt/charts/chart119.xml" ContentType="application/vnd.openxmlformats-officedocument.drawingml.chart+xml"/>
  <Override PartName="/ppt/theme/themeOverride17.xml" ContentType="application/vnd.openxmlformats-officedocument.themeOverride+xml"/>
  <Override PartName="/ppt/notesSlides/notesSlide29.xml" ContentType="application/vnd.openxmlformats-officedocument.presentationml.notesSlide+xml"/>
  <Override PartName="/ppt/charts/chart120.xml" ContentType="application/vnd.openxmlformats-officedocument.drawingml.chart+xml"/>
  <Override PartName="/ppt/charts/style103.xml" ContentType="application/vnd.ms-office.chartstyle+xml"/>
  <Override PartName="/ppt/charts/colors103.xml" ContentType="application/vnd.ms-office.chartcolorstyle+xml"/>
  <Override PartName="/ppt/charts/chart121.xml" ContentType="application/vnd.openxmlformats-officedocument.drawingml.chart+xml"/>
  <Override PartName="/ppt/charts/style104.xml" ContentType="application/vnd.ms-office.chartstyle+xml"/>
  <Override PartName="/ppt/charts/colors104.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22.xml" ContentType="application/vnd.openxmlformats-officedocument.drawingml.chart+xml"/>
  <Override PartName="/ppt/charts/style105.xml" ContentType="application/vnd.ms-office.chartstyle+xml"/>
  <Override PartName="/ppt/charts/colors105.xml" ContentType="application/vnd.ms-office.chartcolorstyle+xml"/>
  <Override PartName="/ppt/charts/chart123.xml" ContentType="application/vnd.openxmlformats-officedocument.drawingml.chart+xml"/>
  <Override PartName="/ppt/charts/style106.xml" ContentType="application/vnd.ms-office.chartstyle+xml"/>
  <Override PartName="/ppt/charts/colors106.xml" ContentType="application/vnd.ms-office.chartcolorstyle+xml"/>
  <Override PartName="/ppt/charts/chart124.xml" ContentType="application/vnd.openxmlformats-officedocument.drawingml.chart+xml"/>
  <Override PartName="/ppt/charts/style107.xml" ContentType="application/vnd.ms-office.chartstyle+xml"/>
  <Override PartName="/ppt/charts/colors107.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tl="1" saveSubsetFonts="1">
  <p:sldMasterIdLst>
    <p:sldMasterId id="2147483648" r:id="rId4"/>
    <p:sldMasterId id="2147483659" r:id="rId5"/>
    <p:sldMasterId id="2147483668" r:id="rId6"/>
  </p:sldMasterIdLst>
  <p:notesMasterIdLst>
    <p:notesMasterId r:id="rId65"/>
  </p:notesMasterIdLst>
  <p:handoutMasterIdLst>
    <p:handoutMasterId r:id="rId66"/>
  </p:handoutMasterIdLst>
  <p:sldIdLst>
    <p:sldId id="3805" r:id="rId7"/>
    <p:sldId id="3947" r:id="rId8"/>
    <p:sldId id="3847" r:id="rId9"/>
    <p:sldId id="3848" r:id="rId10"/>
    <p:sldId id="3879" r:id="rId11"/>
    <p:sldId id="3856" r:id="rId12"/>
    <p:sldId id="3850" r:id="rId13"/>
    <p:sldId id="2209" r:id="rId14"/>
    <p:sldId id="3808" r:id="rId15"/>
    <p:sldId id="3862" r:id="rId16"/>
    <p:sldId id="3863" r:id="rId17"/>
    <p:sldId id="3809" r:id="rId18"/>
    <p:sldId id="4018" r:id="rId19"/>
    <p:sldId id="3917" r:id="rId20"/>
    <p:sldId id="3868" r:id="rId21"/>
    <p:sldId id="3881" r:id="rId22"/>
    <p:sldId id="3854" r:id="rId23"/>
    <p:sldId id="3944" r:id="rId24"/>
    <p:sldId id="3940" r:id="rId25"/>
    <p:sldId id="3941" r:id="rId26"/>
    <p:sldId id="3894" r:id="rId27"/>
    <p:sldId id="3942" r:id="rId28"/>
    <p:sldId id="3810" r:id="rId29"/>
    <p:sldId id="4003" r:id="rId30"/>
    <p:sldId id="3946" r:id="rId31"/>
    <p:sldId id="3895" r:id="rId32"/>
    <p:sldId id="4019" r:id="rId33"/>
    <p:sldId id="4020" r:id="rId34"/>
    <p:sldId id="3870" r:id="rId35"/>
    <p:sldId id="3811" r:id="rId36"/>
    <p:sldId id="3889" r:id="rId37"/>
    <p:sldId id="3890" r:id="rId38"/>
    <p:sldId id="3900" r:id="rId39"/>
    <p:sldId id="3902" r:id="rId40"/>
    <p:sldId id="3903" r:id="rId41"/>
    <p:sldId id="3933" r:id="rId42"/>
    <p:sldId id="3943" r:id="rId43"/>
    <p:sldId id="3836" r:id="rId44"/>
    <p:sldId id="3909" r:id="rId45"/>
    <p:sldId id="4023" r:id="rId46"/>
    <p:sldId id="3912" r:id="rId47"/>
    <p:sldId id="3874" r:id="rId48"/>
    <p:sldId id="3813" r:id="rId49"/>
    <p:sldId id="3833" r:id="rId50"/>
    <p:sldId id="3906" r:id="rId51"/>
    <p:sldId id="3907" r:id="rId52"/>
    <p:sldId id="3935" r:id="rId53"/>
    <p:sldId id="3812" r:id="rId54"/>
    <p:sldId id="2236" r:id="rId55"/>
    <p:sldId id="3878" r:id="rId56"/>
    <p:sldId id="4022" r:id="rId57"/>
    <p:sldId id="3934" r:id="rId58"/>
    <p:sldId id="3815" r:id="rId59"/>
    <p:sldId id="3913" r:id="rId60"/>
    <p:sldId id="3816" r:id="rId61"/>
    <p:sldId id="3931" r:id="rId62"/>
    <p:sldId id="3948" r:id="rId63"/>
    <p:sldId id="3916" r:id="rId64"/>
  </p:sldIdLst>
  <p:sldSz cx="12192000" cy="6858000"/>
  <p:notesSz cx="6858000" cy="9144000"/>
  <p:defaultText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ستطلاع رأي المتعاملين عن خدمات الوزارة" id="{6A18D88E-9FA5-46F6-AA5B-59939ACA5B10}">
          <p14:sldIdLst>
            <p14:sldId id="3805"/>
            <p14:sldId id="3947"/>
          </p14:sldIdLst>
        </p14:section>
        <p14:section name="مقدمة الدراسة" id="{E1FDB0B8-C99E-45FE-847D-E3DEDE692E81}">
          <p14:sldIdLst>
            <p14:sldId id="3847"/>
            <p14:sldId id="3848"/>
            <p14:sldId id="3879"/>
            <p14:sldId id="3856"/>
            <p14:sldId id="3850"/>
            <p14:sldId id="2209"/>
          </p14:sldIdLst>
        </p14:section>
        <p14:section name="معدل الاستجابة" id="{7964F378-3AD4-4AE5-96F5-6848F68CE30E}">
          <p14:sldIdLst>
            <p14:sldId id="3808"/>
            <p14:sldId id="3862"/>
            <p14:sldId id="3863"/>
          </p14:sldIdLst>
        </p14:section>
        <p14:section name="الملخص التنفيذي" id="{E1FB3F6B-2DE9-4DCD-BDFA-36EDA7F3C2B2}">
          <p14:sldIdLst>
            <p14:sldId id="3809"/>
            <p14:sldId id="4018"/>
            <p14:sldId id="3917"/>
            <p14:sldId id="3868"/>
            <p14:sldId id="3881"/>
            <p14:sldId id="3854"/>
          </p14:sldIdLst>
        </p14:section>
        <p14:section name="مراحل رحلة المتعامل" id="{1FFA897D-60B6-4EAB-8B9B-C59070E05B46}">
          <p14:sldIdLst>
            <p14:sldId id="3944"/>
            <p14:sldId id="3940"/>
            <p14:sldId id="3941"/>
            <p14:sldId id="3894"/>
            <p14:sldId id="3942"/>
          </p14:sldIdLst>
        </p14:section>
        <p14:section name="تطبيق الهاتف الذكي" id="{51E5839B-60F0-4E5A-AA3C-AEB0737FDC34}">
          <p14:sldIdLst>
            <p14:sldId id="3810"/>
            <p14:sldId id="4003"/>
            <p14:sldId id="3946"/>
            <p14:sldId id="3895"/>
            <p14:sldId id="4019"/>
            <p14:sldId id="4020"/>
            <p14:sldId id="3870"/>
          </p14:sldIdLst>
        </p14:section>
        <p14:section name="الموقع الإلكتروني" id="{6B1A12F2-57DE-4056-B49A-3E8288D1433A}">
          <p14:sldIdLst>
            <p14:sldId id="3811"/>
            <p14:sldId id="3889"/>
            <p14:sldId id="3890"/>
            <p14:sldId id="3900"/>
            <p14:sldId id="3902"/>
            <p14:sldId id="3903"/>
            <p14:sldId id="3933"/>
          </p14:sldIdLst>
        </p14:section>
        <p14:section name="مركز خدمة المتعاملين" id="{20C9197B-F66A-4902-8DC0-781176D931B3}">
          <p14:sldIdLst>
            <p14:sldId id="3943"/>
            <p14:sldId id="3836"/>
            <p14:sldId id="3909"/>
            <p14:sldId id="4023"/>
            <p14:sldId id="3912"/>
            <p14:sldId id="3874"/>
          </p14:sldIdLst>
        </p14:section>
        <p14:section name="مركز الاتصال" id="{674ABB86-A16A-41CB-8016-1EB7E9761F72}">
          <p14:sldIdLst>
            <p14:sldId id="3813"/>
            <p14:sldId id="3833"/>
            <p14:sldId id="3906"/>
            <p14:sldId id="3907"/>
            <p14:sldId id="3935"/>
          </p14:sldIdLst>
        </p14:section>
        <p14:section name="البريد الإلكتروني" id="{6E036D60-1CC8-474F-8ABD-C351949FFA14}">
          <p14:sldIdLst>
            <p14:sldId id="3812"/>
            <p14:sldId id="2236"/>
            <p14:sldId id="3878"/>
            <p14:sldId id="4022"/>
            <p14:sldId id="3934"/>
          </p14:sldIdLst>
        </p14:section>
        <p14:section name="الشكاوى" id="{419E3CE9-858E-4676-9781-F8841B63CA56}">
          <p14:sldIdLst>
            <p14:sldId id="3815"/>
            <p14:sldId id="3913"/>
          </p14:sldIdLst>
        </p14:section>
        <p14:section name="مقترحات المتعاملين والفرص التحسينية" id="{59E17064-1C76-45DC-8015-EB6286B4C2F4}">
          <p14:sldIdLst>
            <p14:sldId id="3816"/>
            <p14:sldId id="3931"/>
            <p14:sldId id="3948"/>
            <p14:sldId id="3916"/>
          </p14:sldIdLst>
        </p14:section>
      </p14:sectionLst>
    </p:ext>
    <p:ext uri="{EFAFB233-063F-42B5-8137-9DF3F51BA10A}">
      <p15:sldGuideLst xmlns:p15="http://schemas.microsoft.com/office/powerpoint/2012/main">
        <p15:guide id="1" orient="horz" pos="2137"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E2D9F0-CF8A-10A2-6F9D-A8B3C6C2859F}" name="Wael Ammar" initials="WA" userId="S::wael.ammar@feedbackme.com::0b351ea2-9782-4ad7-9f85-450fb112f08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eem Mohammed Hasan" initials="RM" lastIdx="1" clrIdx="0">
    <p:extLst>
      <p:ext uri="{19B8F6BF-5375-455C-9EA6-DF929625EA0E}">
        <p15:presenceInfo xmlns:p15="http://schemas.microsoft.com/office/powerpoint/2012/main" userId="S::reem.hasan@feedbackme.com::e0e9992c-258e-43cd-84d4-3b42edaeb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A35"/>
    <a:srgbClr val="E53935"/>
    <a:srgbClr val="35AA6E"/>
    <a:srgbClr val="D9D9D9"/>
    <a:srgbClr val="055CBB"/>
    <a:srgbClr val="285BAA"/>
    <a:srgbClr val="F2F2F2"/>
    <a:srgbClr val="F5F5F5"/>
    <a:srgbClr val="E2E2E2"/>
    <a:srgbClr val="9090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1478E-2A84-2647-8DB8-865AFB8E0F28}" v="1" dt="2026-04-08T12:38:16.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6" autoAdjust="0"/>
    <p:restoredTop sz="94404" autoAdjust="0"/>
  </p:normalViewPr>
  <p:slideViewPr>
    <p:cSldViewPr snapToGrid="0">
      <p:cViewPr varScale="1">
        <p:scale>
          <a:sx n="96" d="100"/>
          <a:sy n="96" d="100"/>
        </p:scale>
        <p:origin x="208" y="464"/>
      </p:cViewPr>
      <p:guideLst>
        <p:guide orient="horz" pos="2137"/>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handoutMaster" Target="handoutMasters/handoutMaster1.xml"/><Relationship Id="rId74"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anjan mazumder" userId="6b5e4f18057aa5d8" providerId="LiveId" clId="{C0E711B1-FCBC-5206-BF76-A7C643E803A6}"/>
    <pc:docChg chg="modSld modMainMaster">
      <pc:chgData name="neelanjan mazumder" userId="6b5e4f18057aa5d8" providerId="LiveId" clId="{C0E711B1-FCBC-5206-BF76-A7C643E803A6}" dt="2026-04-08T12:38:16.352" v="0" actId="18331"/>
      <pc:docMkLst>
        <pc:docMk/>
      </pc:docMkLst>
      <pc:sldChg chg="modSp">
        <pc:chgData name="neelanjan mazumder" userId="6b5e4f18057aa5d8" providerId="LiveId" clId="{C0E711B1-FCBC-5206-BF76-A7C643E803A6}" dt="2026-04-08T12:38:16.352" v="0" actId="18331"/>
        <pc:sldMkLst>
          <pc:docMk/>
          <pc:sldMk cId="68827322" sldId="3805"/>
        </pc:sldMkLst>
        <pc:picChg chg="mod">
          <ac:chgData name="neelanjan mazumder" userId="6b5e4f18057aa5d8" providerId="LiveId" clId="{C0E711B1-FCBC-5206-BF76-A7C643E803A6}" dt="2026-04-08T12:38:16.352" v="0" actId="18331"/>
          <ac:picMkLst>
            <pc:docMk/>
            <pc:sldMk cId="68827322" sldId="3805"/>
            <ac:picMk id="5" creationId="{69B25D94-640C-EDE1-9A88-0518EDEA201F}"/>
          </ac:picMkLst>
        </pc:picChg>
      </pc:sldChg>
      <pc:sldMasterChg chg="setBg modSldLayout">
        <pc:chgData name="neelanjan mazumder" userId="6b5e4f18057aa5d8" providerId="LiveId" clId="{C0E711B1-FCBC-5206-BF76-A7C643E803A6}" dt="2026-04-08T12:38:16.352" v="0" actId="18331"/>
        <pc:sldMasterMkLst>
          <pc:docMk/>
          <pc:sldMasterMk cId="1778049897" sldId="2147483659"/>
        </pc:sldMasterMkLst>
        <pc:sldLayoutChg chg="setBg">
          <pc:chgData name="neelanjan mazumder" userId="6b5e4f18057aa5d8" providerId="LiveId" clId="{C0E711B1-FCBC-5206-BF76-A7C643E803A6}" dt="2026-04-08T12:38:16.352" v="0" actId="18331"/>
          <pc:sldLayoutMkLst>
            <pc:docMk/>
            <pc:sldMasterMk cId="1778049897" sldId="2147483659"/>
            <pc:sldLayoutMk cId="3978253233" sldId="2147483660"/>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4234661074" sldId="2147483661"/>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645359020" sldId="2147483662"/>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687331491" sldId="2147483663"/>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2685392432" sldId="2147483664"/>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178279436" sldId="2147483665"/>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330726401" sldId="2147483666"/>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2602090535" sldId="2147483667"/>
          </pc:sldLayoutMkLst>
        </pc:sldLayoutChg>
      </pc:sldMasterChg>
    </pc:docChg>
  </pc:docChgLst>
  <pc:docChgLst>
    <pc:chgData name="Reem Mohammed Hasan" userId="e0e9992c-258e-43cd-84d4-3b42edaeb688" providerId="ADAL" clId="{22E106D1-55A6-499B-9F1E-76296336FEAE}"/>
    <pc:docChg chg="undo redo custSel modSld">
      <pc:chgData name="Reem Mohammed Hasan" userId="e0e9992c-258e-43cd-84d4-3b42edaeb688" providerId="ADAL" clId="{22E106D1-55A6-499B-9F1E-76296336FEAE}" dt="2026-04-03T14:31:25.568" v="555" actId="1076"/>
      <pc:docMkLst>
        <pc:docMk/>
      </pc:docMkLst>
      <pc:sldChg chg="modSp mod">
        <pc:chgData name="Reem Mohammed Hasan" userId="e0e9992c-258e-43cd-84d4-3b42edaeb688" providerId="ADAL" clId="{22E106D1-55A6-499B-9F1E-76296336FEAE}" dt="2026-04-03T09:11:58.239" v="37" actId="1036"/>
        <pc:sldMkLst>
          <pc:docMk/>
          <pc:sldMk cId="1055805059" sldId="3862"/>
        </pc:sldMkLst>
        <pc:graphicFrameChg chg="mod">
          <ac:chgData name="Reem Mohammed Hasan" userId="e0e9992c-258e-43cd-84d4-3b42edaeb688" providerId="ADAL" clId="{22E106D1-55A6-499B-9F1E-76296336FEAE}" dt="2026-04-03T09:11:58.239" v="37" actId="1036"/>
          <ac:graphicFrameMkLst>
            <pc:docMk/>
            <pc:sldMk cId="1055805059" sldId="3862"/>
            <ac:graphicFrameMk id="8217" creationId="{1609182C-DEA5-CE7C-1126-A8C18FF0A61D}"/>
          </ac:graphicFrameMkLst>
        </pc:graphicFrameChg>
      </pc:sldChg>
      <pc:sldChg chg="mod">
        <pc:chgData name="Reem Mohammed Hasan" userId="e0e9992c-258e-43cd-84d4-3b42edaeb688" providerId="ADAL" clId="{22E106D1-55A6-499B-9F1E-76296336FEAE}" dt="2026-04-03T09:29:58.546" v="88" actId="27918"/>
        <pc:sldMkLst>
          <pc:docMk/>
          <pc:sldMk cId="1055533179" sldId="3863"/>
        </pc:sldMkLst>
      </pc:sldChg>
      <pc:sldChg chg="addSp modSp mod">
        <pc:chgData name="Reem Mohammed Hasan" userId="e0e9992c-258e-43cd-84d4-3b42edaeb688" providerId="ADAL" clId="{22E106D1-55A6-499B-9F1E-76296336FEAE}" dt="2026-04-03T14:04:03.418" v="516" actId="27918"/>
        <pc:sldMkLst>
          <pc:docMk/>
          <pc:sldMk cId="4105703910" sldId="3868"/>
        </pc:sldMkLst>
        <pc:spChg chg="mod">
          <ac:chgData name="Reem Mohammed Hasan" userId="e0e9992c-258e-43cd-84d4-3b42edaeb688" providerId="ADAL" clId="{22E106D1-55A6-499B-9F1E-76296336FEAE}" dt="2026-04-03T13:03:46.281" v="382" actId="20577"/>
          <ac:spMkLst>
            <pc:docMk/>
            <pc:sldMk cId="4105703910" sldId="3868"/>
            <ac:spMk id="17" creationId="{D7BFE4A0-D4B6-BAEF-2385-455E83FA67E0}"/>
          </ac:spMkLst>
        </pc:spChg>
        <pc:spChg chg="mod">
          <ac:chgData name="Reem Mohammed Hasan" userId="e0e9992c-258e-43cd-84d4-3b42edaeb688" providerId="ADAL" clId="{22E106D1-55A6-499B-9F1E-76296336FEAE}" dt="2026-04-03T13:04:00.950" v="384"/>
          <ac:spMkLst>
            <pc:docMk/>
            <pc:sldMk cId="4105703910" sldId="3868"/>
            <ac:spMk id="18" creationId="{CF2BBBE1-E800-1380-8D07-AA3A341B2CBB}"/>
          </ac:spMkLst>
        </pc:spChg>
        <pc:spChg chg="mod">
          <ac:chgData name="Reem Mohammed Hasan" userId="e0e9992c-258e-43cd-84d4-3b42edaeb688" providerId="ADAL" clId="{22E106D1-55A6-499B-9F1E-76296336FEAE}" dt="2026-04-03T13:04:16.417" v="386"/>
          <ac:spMkLst>
            <pc:docMk/>
            <pc:sldMk cId="4105703910" sldId="3868"/>
            <ac:spMk id="19" creationId="{D329421B-C072-67E0-5FBA-1800B81A042A}"/>
          </ac:spMkLst>
        </pc:spChg>
        <pc:spChg chg="mod">
          <ac:chgData name="Reem Mohammed Hasan" userId="e0e9992c-258e-43cd-84d4-3b42edaeb688" providerId="ADAL" clId="{22E106D1-55A6-499B-9F1E-76296336FEAE}" dt="2026-04-03T13:04:24.994" v="387"/>
          <ac:spMkLst>
            <pc:docMk/>
            <pc:sldMk cId="4105703910" sldId="3868"/>
            <ac:spMk id="20" creationId="{26EF5800-B24D-9489-E734-1A4BC0DE2D3C}"/>
          </ac:spMkLst>
        </pc:spChg>
        <pc:spChg chg="mod">
          <ac:chgData name="Reem Mohammed Hasan" userId="e0e9992c-258e-43cd-84d4-3b42edaeb688" providerId="ADAL" clId="{22E106D1-55A6-499B-9F1E-76296336FEAE}" dt="2026-04-03T12:21:15.588" v="358"/>
          <ac:spMkLst>
            <pc:docMk/>
            <pc:sldMk cId="4105703910" sldId="3868"/>
            <ac:spMk id="21" creationId="{8BD99E31-D927-EDD9-7946-364DFEA41E0A}"/>
          </ac:spMkLst>
        </pc:spChg>
        <pc:spChg chg="mod">
          <ac:chgData name="Reem Mohammed Hasan" userId="e0e9992c-258e-43cd-84d4-3b42edaeb688" providerId="ADAL" clId="{22E106D1-55A6-499B-9F1E-76296336FEAE}" dt="2026-04-03T12:21:22.283" v="359"/>
          <ac:spMkLst>
            <pc:docMk/>
            <pc:sldMk cId="4105703910" sldId="3868"/>
            <ac:spMk id="25" creationId="{7B4C1CA2-4BD3-7BB9-0CF6-8A9B4325267E}"/>
          </ac:spMkLst>
        </pc:spChg>
        <pc:spChg chg="mod">
          <ac:chgData name="Reem Mohammed Hasan" userId="e0e9992c-258e-43cd-84d4-3b42edaeb688" providerId="ADAL" clId="{22E106D1-55A6-499B-9F1E-76296336FEAE}" dt="2026-04-03T12:21:29.423" v="360"/>
          <ac:spMkLst>
            <pc:docMk/>
            <pc:sldMk cId="4105703910" sldId="3868"/>
            <ac:spMk id="26" creationId="{1BB51EE0-02EB-B0BA-9AB7-BC20A2CF5BFB}"/>
          </ac:spMkLst>
        </pc:spChg>
        <pc:spChg chg="mod">
          <ac:chgData name="Reem Mohammed Hasan" userId="e0e9992c-258e-43cd-84d4-3b42edaeb688" providerId="ADAL" clId="{22E106D1-55A6-499B-9F1E-76296336FEAE}" dt="2026-04-03T12:21:35.821" v="361"/>
          <ac:spMkLst>
            <pc:docMk/>
            <pc:sldMk cId="4105703910" sldId="3868"/>
            <ac:spMk id="27" creationId="{1C078B0B-2061-8EF4-30E6-FEA96976BE17}"/>
          </ac:spMkLst>
        </pc:spChg>
        <pc:spChg chg="mod">
          <ac:chgData name="Reem Mohammed Hasan" userId="e0e9992c-258e-43cd-84d4-3b42edaeb688" providerId="ADAL" clId="{22E106D1-55A6-499B-9F1E-76296336FEAE}" dt="2026-04-03T12:21:51.642" v="362"/>
          <ac:spMkLst>
            <pc:docMk/>
            <pc:sldMk cId="4105703910" sldId="3868"/>
            <ac:spMk id="28" creationId="{38453187-C9DB-2C1F-D337-AC1E89DA3A82}"/>
          </ac:spMkLst>
        </pc:spChg>
        <pc:spChg chg="mod">
          <ac:chgData name="Reem Mohammed Hasan" userId="e0e9992c-258e-43cd-84d4-3b42edaeb688" providerId="ADAL" clId="{22E106D1-55A6-499B-9F1E-76296336FEAE}" dt="2026-04-03T12:21:56.643" v="363"/>
          <ac:spMkLst>
            <pc:docMk/>
            <pc:sldMk cId="4105703910" sldId="3868"/>
            <ac:spMk id="30" creationId="{0144DAA7-ADD9-A9F7-67C3-1F57932A3DA1}"/>
          </ac:spMkLst>
        </pc:spChg>
        <pc:spChg chg="mod">
          <ac:chgData name="Reem Mohammed Hasan" userId="e0e9992c-258e-43cd-84d4-3b42edaeb688" providerId="ADAL" clId="{22E106D1-55A6-499B-9F1E-76296336FEAE}" dt="2026-04-03T12:22:02.272" v="364"/>
          <ac:spMkLst>
            <pc:docMk/>
            <pc:sldMk cId="4105703910" sldId="3868"/>
            <ac:spMk id="31" creationId="{C391F8BA-48BA-0E2B-FEDC-4B7888DC2A0E}"/>
          </ac:spMkLst>
        </pc:spChg>
        <pc:spChg chg="mod">
          <ac:chgData name="Reem Mohammed Hasan" userId="e0e9992c-258e-43cd-84d4-3b42edaeb688" providerId="ADAL" clId="{22E106D1-55A6-499B-9F1E-76296336FEAE}" dt="2026-04-03T12:05:10.342" v="307" actId="20577"/>
          <ac:spMkLst>
            <pc:docMk/>
            <pc:sldMk cId="4105703910" sldId="3868"/>
            <ac:spMk id="32" creationId="{8423C7D8-2AA1-38A9-EB6B-627747319BF3}"/>
          </ac:spMkLst>
        </pc:spChg>
        <pc:spChg chg="mod">
          <ac:chgData name="Reem Mohammed Hasan" userId="e0e9992c-258e-43cd-84d4-3b42edaeb688" providerId="ADAL" clId="{22E106D1-55A6-499B-9F1E-76296336FEAE}" dt="2026-04-03T12:05:20.819" v="311" actId="20577"/>
          <ac:spMkLst>
            <pc:docMk/>
            <pc:sldMk cId="4105703910" sldId="3868"/>
            <ac:spMk id="33" creationId="{925891CF-2CC9-FD05-CD8D-39242016F82D}"/>
          </ac:spMkLst>
        </pc:spChg>
        <pc:spChg chg="mod">
          <ac:chgData name="Reem Mohammed Hasan" userId="e0e9992c-258e-43cd-84d4-3b42edaeb688" providerId="ADAL" clId="{22E106D1-55A6-499B-9F1E-76296336FEAE}" dt="2026-04-03T12:16:43.702" v="347" actId="20577"/>
          <ac:spMkLst>
            <pc:docMk/>
            <pc:sldMk cId="4105703910" sldId="3868"/>
            <ac:spMk id="34" creationId="{CF0E2EBF-10E5-A0F7-C524-942A5512F5EC}"/>
          </ac:spMkLst>
        </pc:spChg>
        <pc:spChg chg="mod">
          <ac:chgData name="Reem Mohammed Hasan" userId="e0e9992c-258e-43cd-84d4-3b42edaeb688" providerId="ADAL" clId="{22E106D1-55A6-499B-9F1E-76296336FEAE}" dt="2026-04-03T12:16:29.273" v="343" actId="20577"/>
          <ac:spMkLst>
            <pc:docMk/>
            <pc:sldMk cId="4105703910" sldId="3868"/>
            <ac:spMk id="35" creationId="{60F4CDDC-FEB4-ED18-529B-BA650CE1F0A7}"/>
          </ac:spMkLst>
        </pc:spChg>
        <pc:spChg chg="mod">
          <ac:chgData name="Reem Mohammed Hasan" userId="e0e9992c-258e-43cd-84d4-3b42edaeb688" providerId="ADAL" clId="{22E106D1-55A6-499B-9F1E-76296336FEAE}" dt="2026-04-03T12:16:51.488" v="350" actId="20577"/>
          <ac:spMkLst>
            <pc:docMk/>
            <pc:sldMk cId="4105703910" sldId="3868"/>
            <ac:spMk id="36" creationId="{CA5D8219-CEC2-3592-E503-E47FD25FBC8B}"/>
          </ac:spMkLst>
        </pc:spChg>
        <pc:spChg chg="mod">
          <ac:chgData name="Reem Mohammed Hasan" userId="e0e9992c-258e-43cd-84d4-3b42edaeb688" providerId="ADAL" clId="{22E106D1-55A6-499B-9F1E-76296336FEAE}" dt="2026-04-03T13:03:54.698" v="383"/>
          <ac:spMkLst>
            <pc:docMk/>
            <pc:sldMk cId="4105703910" sldId="3868"/>
            <ac:spMk id="37" creationId="{EF1FA283-C85A-E3FB-7A10-C412070E31CA}"/>
          </ac:spMkLst>
        </pc:spChg>
        <pc:spChg chg="mod">
          <ac:chgData name="Reem Mohammed Hasan" userId="e0e9992c-258e-43cd-84d4-3b42edaeb688" providerId="ADAL" clId="{22E106D1-55A6-499B-9F1E-76296336FEAE}" dt="2026-04-03T13:04:10.014" v="385"/>
          <ac:spMkLst>
            <pc:docMk/>
            <pc:sldMk cId="4105703910" sldId="3868"/>
            <ac:spMk id="41" creationId="{69E5038E-840B-303A-97ED-9C1E93804508}"/>
          </ac:spMkLst>
        </pc:spChg>
        <pc:graphicFrameChg chg="mod">
          <ac:chgData name="Reem Mohammed Hasan" userId="e0e9992c-258e-43cd-84d4-3b42edaeb688" providerId="ADAL" clId="{22E106D1-55A6-499B-9F1E-76296336FEAE}" dt="2026-04-03T12:47:03.118" v="380"/>
          <ac:graphicFrameMkLst>
            <pc:docMk/>
            <pc:sldMk cId="4105703910" sldId="3868"/>
            <ac:graphicFrameMk id="16" creationId="{A660BF23-1104-2722-955A-B7AA5FFE041E}"/>
          </ac:graphicFrameMkLst>
        </pc:graphicFrameChg>
      </pc:sldChg>
      <pc:sldChg chg="delSp modSp mod">
        <pc:chgData name="Reem Mohammed Hasan" userId="e0e9992c-258e-43cd-84d4-3b42edaeb688" providerId="ADAL" clId="{22E106D1-55A6-499B-9F1E-76296336FEAE}" dt="2026-04-03T14:31:25.568" v="555" actId="1076"/>
        <pc:sldMkLst>
          <pc:docMk/>
          <pc:sldMk cId="3591295618" sldId="3870"/>
        </pc:sldMkLst>
        <pc:spChg chg="mod">
          <ac:chgData name="Reem Mohammed Hasan" userId="e0e9992c-258e-43cd-84d4-3b42edaeb688" providerId="ADAL" clId="{22E106D1-55A6-499B-9F1E-76296336FEAE}" dt="2026-04-03T14:31:25.568" v="555" actId="1076"/>
          <ac:spMkLst>
            <pc:docMk/>
            <pc:sldMk cId="3591295618" sldId="3870"/>
            <ac:spMk id="16" creationId="{C042F8ED-B660-F895-1875-AB34EA9BDB45}"/>
          </ac:spMkLst>
        </pc:spChg>
        <pc:spChg chg="mod">
          <ac:chgData name="Reem Mohammed Hasan" userId="e0e9992c-258e-43cd-84d4-3b42edaeb688" providerId="ADAL" clId="{22E106D1-55A6-499B-9F1E-76296336FEAE}" dt="2026-04-03T14:31:25.568" v="555" actId="1076"/>
          <ac:spMkLst>
            <pc:docMk/>
            <pc:sldMk cId="3591295618" sldId="3870"/>
            <ac:spMk id="20" creationId="{2E0AD391-67AE-A3A5-0669-EC0EDEBC3B41}"/>
          </ac:spMkLst>
        </pc:spChg>
        <pc:spChg chg="mod">
          <ac:chgData name="Reem Mohammed Hasan" userId="e0e9992c-258e-43cd-84d4-3b42edaeb688" providerId="ADAL" clId="{22E106D1-55A6-499B-9F1E-76296336FEAE}" dt="2026-04-03T14:31:25.568" v="555" actId="1076"/>
          <ac:spMkLst>
            <pc:docMk/>
            <pc:sldMk cId="3591295618" sldId="3870"/>
            <ac:spMk id="26" creationId="{94878926-8715-22F0-5866-92710B74CA18}"/>
          </ac:spMkLst>
        </pc:spChg>
        <pc:spChg chg="mod">
          <ac:chgData name="Reem Mohammed Hasan" userId="e0e9992c-258e-43cd-84d4-3b42edaeb688" providerId="ADAL" clId="{22E106D1-55A6-499B-9F1E-76296336FEAE}" dt="2026-04-03T14:31:25.568" v="555" actId="1076"/>
          <ac:spMkLst>
            <pc:docMk/>
            <pc:sldMk cId="3591295618" sldId="3870"/>
            <ac:spMk id="27" creationId="{DBAF7A25-02EA-FCA0-7B65-46EBF9A7FAD8}"/>
          </ac:spMkLst>
        </pc:spChg>
        <pc:spChg chg="mod">
          <ac:chgData name="Reem Mohammed Hasan" userId="e0e9992c-258e-43cd-84d4-3b42edaeb688" providerId="ADAL" clId="{22E106D1-55A6-499B-9F1E-76296336FEAE}" dt="2026-04-03T14:31:25.568" v="555" actId="1076"/>
          <ac:spMkLst>
            <pc:docMk/>
            <pc:sldMk cId="3591295618" sldId="3870"/>
            <ac:spMk id="30" creationId="{6A7C244A-F24D-15F3-94CF-94FFCFA52B73}"/>
          </ac:spMkLst>
        </pc:spChg>
        <pc:spChg chg="mod">
          <ac:chgData name="Reem Mohammed Hasan" userId="e0e9992c-258e-43cd-84d4-3b42edaeb688" providerId="ADAL" clId="{22E106D1-55A6-499B-9F1E-76296336FEAE}" dt="2026-04-03T14:31:25.568" v="555" actId="1076"/>
          <ac:spMkLst>
            <pc:docMk/>
            <pc:sldMk cId="3591295618" sldId="3870"/>
            <ac:spMk id="32" creationId="{6F0EDC81-887B-6583-0049-28E8E822B616}"/>
          </ac:spMkLst>
        </pc:spChg>
        <pc:spChg chg="mod">
          <ac:chgData name="Reem Mohammed Hasan" userId="e0e9992c-258e-43cd-84d4-3b42edaeb688" providerId="ADAL" clId="{22E106D1-55A6-499B-9F1E-76296336FEAE}" dt="2026-04-03T14:31:25.568" v="555" actId="1076"/>
          <ac:spMkLst>
            <pc:docMk/>
            <pc:sldMk cId="3591295618" sldId="3870"/>
            <ac:spMk id="34" creationId="{996904AF-FA9A-AB62-D0A9-AD80DBE9D7BA}"/>
          </ac:spMkLst>
        </pc:spChg>
        <pc:spChg chg="mod">
          <ac:chgData name="Reem Mohammed Hasan" userId="e0e9992c-258e-43cd-84d4-3b42edaeb688" providerId="ADAL" clId="{22E106D1-55A6-499B-9F1E-76296336FEAE}" dt="2026-04-03T14:31:25.568" v="555" actId="1076"/>
          <ac:spMkLst>
            <pc:docMk/>
            <pc:sldMk cId="3591295618" sldId="3870"/>
            <ac:spMk id="36" creationId="{E256B02C-CA07-3123-9C59-23DAE1201CB5}"/>
          </ac:spMkLst>
        </pc:spChg>
      </pc:sldChg>
      <pc:sldChg chg="modSp mod">
        <pc:chgData name="Reem Mohammed Hasan" userId="e0e9992c-258e-43cd-84d4-3b42edaeb688" providerId="ADAL" clId="{22E106D1-55A6-499B-9F1E-76296336FEAE}" dt="2026-04-03T13:10:11.420" v="410" actId="20577"/>
        <pc:sldMkLst>
          <pc:docMk/>
          <pc:sldMk cId="1908789234" sldId="3881"/>
        </pc:sldMkLst>
        <pc:spChg chg="mod">
          <ac:chgData name="Reem Mohammed Hasan" userId="e0e9992c-258e-43cd-84d4-3b42edaeb688" providerId="ADAL" clId="{22E106D1-55A6-499B-9F1E-76296336FEAE}" dt="2026-04-03T13:10:11.420" v="410" actId="20577"/>
          <ac:spMkLst>
            <pc:docMk/>
            <pc:sldMk cId="1908789234" sldId="3881"/>
            <ac:spMk id="6" creationId="{31520989-4B1B-00CF-8F35-451DAEA0CB70}"/>
          </ac:spMkLst>
        </pc:spChg>
      </pc:sldChg>
      <pc:sldChg chg="modSp mod">
        <pc:chgData name="Reem Mohammed Hasan" userId="e0e9992c-258e-43cd-84d4-3b42edaeb688" providerId="ADAL" clId="{22E106D1-55A6-499B-9F1E-76296336FEAE}" dt="2026-04-03T13:06:39.823" v="392" actId="20577"/>
        <pc:sldMkLst>
          <pc:docMk/>
          <pc:sldMk cId="3375060592" sldId="3917"/>
        </pc:sldMkLst>
        <pc:spChg chg="mod">
          <ac:chgData name="Reem Mohammed Hasan" userId="e0e9992c-258e-43cd-84d4-3b42edaeb688" providerId="ADAL" clId="{22E106D1-55A6-499B-9F1E-76296336FEAE}" dt="2026-04-03T13:06:39.823" v="392" actId="20577"/>
          <ac:spMkLst>
            <pc:docMk/>
            <pc:sldMk cId="3375060592" sldId="3917"/>
            <ac:spMk id="6" creationId="{017D7EA3-EFEE-64BC-57B3-B812F9F16ECA}"/>
          </ac:spMkLst>
        </pc:spChg>
        <pc:graphicFrameChg chg="mod">
          <ac:chgData name="Reem Mohammed Hasan" userId="e0e9992c-258e-43cd-84d4-3b42edaeb688" providerId="ADAL" clId="{22E106D1-55A6-499B-9F1E-76296336FEAE}" dt="2026-04-03T11:56:12.983" v="259" actId="20577"/>
          <ac:graphicFrameMkLst>
            <pc:docMk/>
            <pc:sldMk cId="3375060592" sldId="3917"/>
            <ac:graphicFrameMk id="13" creationId="{2216BA81-90A7-03BB-673A-B47FA7C3ED31}"/>
          </ac:graphicFrameMkLst>
        </pc:graphicFrameChg>
        <pc:graphicFrameChg chg="mod">
          <ac:chgData name="Reem Mohammed Hasan" userId="e0e9992c-258e-43cd-84d4-3b42edaeb688" providerId="ADAL" clId="{22E106D1-55A6-499B-9F1E-76296336FEAE}" dt="2026-04-03T11:57:22.470" v="267" actId="20577"/>
          <ac:graphicFrameMkLst>
            <pc:docMk/>
            <pc:sldMk cId="3375060592" sldId="3917"/>
            <ac:graphicFrameMk id="16" creationId="{725512CF-8A63-3669-AF76-34064EF2B859}"/>
          </ac:graphicFrameMkLst>
        </pc:graphicFrameChg>
        <pc:graphicFrameChg chg="mod">
          <ac:chgData name="Reem Mohammed Hasan" userId="e0e9992c-258e-43cd-84d4-3b42edaeb688" providerId="ADAL" clId="{22E106D1-55A6-499B-9F1E-76296336FEAE}" dt="2026-04-03T11:57:34.948" v="269" actId="20577"/>
          <ac:graphicFrameMkLst>
            <pc:docMk/>
            <pc:sldMk cId="3375060592" sldId="3917"/>
            <ac:graphicFrameMk id="19" creationId="{917082B6-0E18-DCAF-EBA7-D5FB87613952}"/>
          </ac:graphicFrameMkLst>
        </pc:graphicFrameChg>
        <pc:graphicFrameChg chg="mod">
          <ac:chgData name="Reem Mohammed Hasan" userId="e0e9992c-258e-43cd-84d4-3b42edaeb688" providerId="ADAL" clId="{22E106D1-55A6-499B-9F1E-76296336FEAE}" dt="2026-04-03T11:54:21.138" v="249"/>
          <ac:graphicFrameMkLst>
            <pc:docMk/>
            <pc:sldMk cId="3375060592" sldId="3917"/>
            <ac:graphicFrameMk id="23" creationId="{6B3FDF37-952E-E8A6-35DB-8C71C1C288FF}"/>
          </ac:graphicFrameMkLst>
        </pc:graphicFrameChg>
        <pc:graphicFrameChg chg="mod">
          <ac:chgData name="Reem Mohammed Hasan" userId="e0e9992c-258e-43cd-84d4-3b42edaeb688" providerId="ADAL" clId="{22E106D1-55A6-499B-9F1E-76296336FEAE}" dt="2026-04-03T11:53:12.904" v="242" actId="20577"/>
          <ac:graphicFrameMkLst>
            <pc:docMk/>
            <pc:sldMk cId="3375060592" sldId="3917"/>
            <ac:graphicFrameMk id="25" creationId="{C15734E2-F715-FBC2-81FB-5C0840920A8C}"/>
          </ac:graphicFrameMkLst>
        </pc:graphicFrameChg>
        <pc:graphicFrameChg chg="mod">
          <ac:chgData name="Reem Mohammed Hasan" userId="e0e9992c-258e-43cd-84d4-3b42edaeb688" providerId="ADAL" clId="{22E106D1-55A6-499B-9F1E-76296336FEAE}" dt="2026-04-03T11:56:48.654" v="261" actId="20577"/>
          <ac:graphicFrameMkLst>
            <pc:docMk/>
            <pc:sldMk cId="3375060592" sldId="3917"/>
            <ac:graphicFrameMk id="27" creationId="{34613BB8-8329-8BCB-C4CD-18ABD5711E29}"/>
          </ac:graphicFrameMkLst>
        </pc:graphicFrameChg>
        <pc:graphicFrameChg chg="mod">
          <ac:chgData name="Reem Mohammed Hasan" userId="e0e9992c-258e-43cd-84d4-3b42edaeb688" providerId="ADAL" clId="{22E106D1-55A6-499B-9F1E-76296336FEAE}" dt="2026-04-03T11:59:06.961" v="285" actId="207"/>
          <ac:graphicFrameMkLst>
            <pc:docMk/>
            <pc:sldMk cId="3375060592" sldId="3917"/>
            <ac:graphicFrameMk id="30" creationId="{E4D99F62-D969-6097-C9CB-1D7C4D33456C}"/>
          </ac:graphicFrameMkLst>
        </pc:graphicFrameChg>
        <pc:graphicFrameChg chg="mod">
          <ac:chgData name="Reem Mohammed Hasan" userId="e0e9992c-258e-43cd-84d4-3b42edaeb688" providerId="ADAL" clId="{22E106D1-55A6-499B-9F1E-76296336FEAE}" dt="2026-04-03T11:50:44.804" v="228" actId="20577"/>
          <ac:graphicFrameMkLst>
            <pc:docMk/>
            <pc:sldMk cId="3375060592" sldId="3917"/>
            <ac:graphicFrameMk id="51" creationId="{F22F9449-40A3-EB1F-8573-C99E6EDB757F}"/>
          </ac:graphicFrameMkLst>
        </pc:graphicFrameChg>
      </pc:sldChg>
      <pc:sldChg chg="modSp mod">
        <pc:chgData name="Reem Mohammed Hasan" userId="e0e9992c-258e-43cd-84d4-3b42edaeb688" providerId="ADAL" clId="{22E106D1-55A6-499B-9F1E-76296336FEAE}" dt="2026-04-03T13:30:22.885" v="451" actId="20577"/>
        <pc:sldMkLst>
          <pc:docMk/>
          <pc:sldMk cId="883771254" sldId="3940"/>
        </pc:sldMkLst>
        <pc:spChg chg="mod">
          <ac:chgData name="Reem Mohammed Hasan" userId="e0e9992c-258e-43cd-84d4-3b42edaeb688" providerId="ADAL" clId="{22E106D1-55A6-499B-9F1E-76296336FEAE}" dt="2026-04-03T13:21:46.047" v="412" actId="20577"/>
          <ac:spMkLst>
            <pc:docMk/>
            <pc:sldMk cId="883771254" sldId="3940"/>
            <ac:spMk id="20" creationId="{1B47ECCC-EB20-C499-511E-D7B8B1999F5B}"/>
          </ac:spMkLst>
        </pc:spChg>
        <pc:spChg chg="mod">
          <ac:chgData name="Reem Mohammed Hasan" userId="e0e9992c-258e-43cd-84d4-3b42edaeb688" providerId="ADAL" clId="{22E106D1-55A6-499B-9F1E-76296336FEAE}" dt="2026-04-03T13:30:22.885" v="451" actId="20577"/>
          <ac:spMkLst>
            <pc:docMk/>
            <pc:sldMk cId="883771254" sldId="3940"/>
            <ac:spMk id="55" creationId="{186A99B0-A4D3-DE9D-3FF1-1FE6D536650F}"/>
          </ac:spMkLst>
        </pc:spChg>
      </pc:sldChg>
      <pc:sldChg chg="modSp mod">
        <pc:chgData name="Reem Mohammed Hasan" userId="e0e9992c-258e-43cd-84d4-3b42edaeb688" providerId="ADAL" clId="{22E106D1-55A6-499B-9F1E-76296336FEAE}" dt="2026-04-03T13:30:25.732" v="452" actId="20577"/>
        <pc:sldMkLst>
          <pc:docMk/>
          <pc:sldMk cId="2862659328" sldId="3941"/>
        </pc:sldMkLst>
        <pc:spChg chg="mod">
          <ac:chgData name="Reem Mohammed Hasan" userId="e0e9992c-258e-43cd-84d4-3b42edaeb688" providerId="ADAL" clId="{22E106D1-55A6-499B-9F1E-76296336FEAE}" dt="2026-04-03T13:30:17.622" v="446" actId="20577"/>
          <ac:spMkLst>
            <pc:docMk/>
            <pc:sldMk cId="2862659328" sldId="3941"/>
            <ac:spMk id="2" creationId="{B8803392-76AF-8CDC-7F4A-49B86457CA47}"/>
          </ac:spMkLst>
        </pc:spChg>
        <pc:spChg chg="mod">
          <ac:chgData name="Reem Mohammed Hasan" userId="e0e9992c-258e-43cd-84d4-3b42edaeb688" providerId="ADAL" clId="{22E106D1-55A6-499B-9F1E-76296336FEAE}" dt="2026-04-03T13:30:25.732" v="452" actId="20577"/>
          <ac:spMkLst>
            <pc:docMk/>
            <pc:sldMk cId="2862659328" sldId="3941"/>
            <ac:spMk id="20" creationId="{1C815DC5-4D2D-8BB4-0408-5B763F895FE9}"/>
          </ac:spMkLst>
        </pc:spChg>
        <pc:spChg chg="mod">
          <ac:chgData name="Reem Mohammed Hasan" userId="e0e9992c-258e-43cd-84d4-3b42edaeb688" providerId="ADAL" clId="{22E106D1-55A6-499B-9F1E-76296336FEAE}" dt="2026-04-03T13:30:18.606" v="448" actId="20577"/>
          <ac:spMkLst>
            <pc:docMk/>
            <pc:sldMk cId="2862659328" sldId="3941"/>
            <ac:spMk id="45" creationId="{1A92530F-0C21-A8E7-7DD9-3087E92175BB}"/>
          </ac:spMkLst>
        </pc:spChg>
        <pc:spChg chg="mod">
          <ac:chgData name="Reem Mohammed Hasan" userId="e0e9992c-258e-43cd-84d4-3b42edaeb688" providerId="ADAL" clId="{22E106D1-55A6-499B-9F1E-76296336FEAE}" dt="2026-04-03T13:30:18.030" v="447" actId="20577"/>
          <ac:spMkLst>
            <pc:docMk/>
            <pc:sldMk cId="2862659328" sldId="3941"/>
            <ac:spMk id="50" creationId="{BFADA711-BD6E-E44A-A08E-D52AF5B59B4C}"/>
          </ac:spMkLst>
        </pc:spChg>
        <pc:spChg chg="mod">
          <ac:chgData name="Reem Mohammed Hasan" userId="e0e9992c-258e-43cd-84d4-3b42edaeb688" providerId="ADAL" clId="{22E106D1-55A6-499B-9F1E-76296336FEAE}" dt="2026-04-03T13:30:17.090" v="445" actId="20577"/>
          <ac:spMkLst>
            <pc:docMk/>
            <pc:sldMk cId="2862659328" sldId="3941"/>
            <ac:spMk id="55" creationId="{CC89B955-D960-6CCC-90E5-753968B8EE78}"/>
          </ac:spMkLst>
        </pc:spChg>
      </pc:sldChg>
      <pc:sldChg chg="modSp mod">
        <pc:chgData name="Reem Mohammed Hasan" userId="e0e9992c-258e-43cd-84d4-3b42edaeb688" providerId="ADAL" clId="{22E106D1-55A6-499B-9F1E-76296336FEAE}" dt="2026-04-03T13:57:49.927" v="513" actId="27918"/>
        <pc:sldMkLst>
          <pc:docMk/>
          <pc:sldMk cId="1657910714" sldId="3946"/>
        </pc:sldMkLst>
        <pc:spChg chg="mod">
          <ac:chgData name="Reem Mohammed Hasan" userId="e0e9992c-258e-43cd-84d4-3b42edaeb688" providerId="ADAL" clId="{22E106D1-55A6-499B-9F1E-76296336FEAE}" dt="2026-04-03T13:56:18.525" v="495" actId="20577"/>
          <ac:spMkLst>
            <pc:docMk/>
            <pc:sldMk cId="1657910714" sldId="3946"/>
            <ac:spMk id="10" creationId="{C20BF008-687A-2DFD-6C53-7004D17DBC12}"/>
          </ac:spMkLst>
        </pc:spChg>
        <pc:spChg chg="mod">
          <ac:chgData name="Reem Mohammed Hasan" userId="e0e9992c-258e-43cd-84d4-3b42edaeb688" providerId="ADAL" clId="{22E106D1-55A6-499B-9F1E-76296336FEAE}" dt="2026-04-03T13:55:56.465" v="491" actId="20577"/>
          <ac:spMkLst>
            <pc:docMk/>
            <pc:sldMk cId="1657910714" sldId="3946"/>
            <ac:spMk id="14" creationId="{54690EB7-1D42-9E49-084D-0C4AECEE999D}"/>
          </ac:spMkLst>
        </pc:spChg>
        <pc:spChg chg="mod">
          <ac:chgData name="Reem Mohammed Hasan" userId="e0e9992c-258e-43cd-84d4-3b42edaeb688" providerId="ADAL" clId="{22E106D1-55A6-499B-9F1E-76296336FEAE}" dt="2026-04-03T13:56:31.521" v="496" actId="20577"/>
          <ac:spMkLst>
            <pc:docMk/>
            <pc:sldMk cId="1657910714" sldId="3946"/>
            <ac:spMk id="15" creationId="{F02ED02E-0E8E-8730-4348-9942F5792EF1}"/>
          </ac:spMkLst>
        </pc:spChg>
        <pc:spChg chg="mod">
          <ac:chgData name="Reem Mohammed Hasan" userId="e0e9992c-258e-43cd-84d4-3b42edaeb688" providerId="ADAL" clId="{22E106D1-55A6-499B-9F1E-76296336FEAE}" dt="2026-04-03T13:54:04.498" v="485" actId="207"/>
          <ac:spMkLst>
            <pc:docMk/>
            <pc:sldMk cId="1657910714" sldId="3946"/>
            <ac:spMk id="20" creationId="{E1C0275A-05F3-CAF7-EEFB-A0915E372A6D}"/>
          </ac:spMkLst>
        </pc:spChg>
        <pc:spChg chg="mod">
          <ac:chgData name="Reem Mohammed Hasan" userId="e0e9992c-258e-43cd-84d4-3b42edaeb688" providerId="ADAL" clId="{22E106D1-55A6-499B-9F1E-76296336FEAE}" dt="2026-04-03T13:55:40.016" v="489" actId="20577"/>
          <ac:spMkLst>
            <pc:docMk/>
            <pc:sldMk cId="1657910714" sldId="3946"/>
            <ac:spMk id="22" creationId="{B7A23297-0715-1872-E982-861AC09D14BE}"/>
          </ac:spMkLst>
        </pc:spChg>
        <pc:spChg chg="mod">
          <ac:chgData name="Reem Mohammed Hasan" userId="e0e9992c-258e-43cd-84d4-3b42edaeb688" providerId="ADAL" clId="{22E106D1-55A6-499B-9F1E-76296336FEAE}" dt="2026-04-03T13:55:30.030" v="487" actId="20577"/>
          <ac:spMkLst>
            <pc:docMk/>
            <pc:sldMk cId="1657910714" sldId="3946"/>
            <ac:spMk id="35" creationId="{58D76C41-249C-2359-DDD9-B0E05C025989}"/>
          </ac:spMkLst>
        </pc:spChg>
        <pc:graphicFrameChg chg="mod">
          <ac:chgData name="Reem Mohammed Hasan" userId="e0e9992c-258e-43cd-84d4-3b42edaeb688" providerId="ADAL" clId="{22E106D1-55A6-499B-9F1E-76296336FEAE}" dt="2026-04-03T13:54:23.865" v="486"/>
          <ac:graphicFrameMkLst>
            <pc:docMk/>
            <pc:sldMk cId="1657910714" sldId="3946"/>
            <ac:graphicFrameMk id="19" creationId="{044FB361-0EB5-9E3C-35B3-6DAF8B7409B2}"/>
          </ac:graphicFrameMkLst>
        </pc:graphicFrameChg>
      </pc:sldChg>
      <pc:sldChg chg="modSp mod">
        <pc:chgData name="Reem Mohammed Hasan" userId="e0e9992c-258e-43cd-84d4-3b42edaeb688" providerId="ADAL" clId="{22E106D1-55A6-499B-9F1E-76296336FEAE}" dt="2026-04-03T13:58:44.536" v="514" actId="20577"/>
        <pc:sldMkLst>
          <pc:docMk/>
          <pc:sldMk cId="1046027290" sldId="4003"/>
        </pc:sldMkLst>
        <pc:spChg chg="mod">
          <ac:chgData name="Reem Mohammed Hasan" userId="e0e9992c-258e-43cd-84d4-3b42edaeb688" providerId="ADAL" clId="{22E106D1-55A6-499B-9F1E-76296336FEAE}" dt="2026-04-03T13:47:19.880" v="464" actId="20577"/>
          <ac:spMkLst>
            <pc:docMk/>
            <pc:sldMk cId="1046027290" sldId="4003"/>
            <ac:spMk id="31" creationId="{F191C21D-564D-AF77-A62F-14B80619A64A}"/>
          </ac:spMkLst>
        </pc:spChg>
        <pc:spChg chg="mod">
          <ac:chgData name="Reem Mohammed Hasan" userId="e0e9992c-258e-43cd-84d4-3b42edaeb688" providerId="ADAL" clId="{22E106D1-55A6-499B-9F1E-76296336FEAE}" dt="2026-04-03T13:51:33.007" v="480" actId="20577"/>
          <ac:spMkLst>
            <pc:docMk/>
            <pc:sldMk cId="1046027290" sldId="4003"/>
            <ac:spMk id="42" creationId="{C4A59D65-3D0E-C769-2840-1C8DC814B1EF}"/>
          </ac:spMkLst>
        </pc:spChg>
        <pc:spChg chg="mod">
          <ac:chgData name="Reem Mohammed Hasan" userId="e0e9992c-258e-43cd-84d4-3b42edaeb688" providerId="ADAL" clId="{22E106D1-55A6-499B-9F1E-76296336FEAE}" dt="2026-04-03T13:51:39.862" v="481" actId="20577"/>
          <ac:spMkLst>
            <pc:docMk/>
            <pc:sldMk cId="1046027290" sldId="4003"/>
            <ac:spMk id="44" creationId="{AD92F174-1A2E-93E3-7210-66F2F600DC82}"/>
          </ac:spMkLst>
        </pc:spChg>
        <pc:spChg chg="mod">
          <ac:chgData name="Reem Mohammed Hasan" userId="e0e9992c-258e-43cd-84d4-3b42edaeb688" providerId="ADAL" clId="{22E106D1-55A6-499B-9F1E-76296336FEAE}" dt="2026-04-03T13:52:03.784" v="482" actId="20577"/>
          <ac:spMkLst>
            <pc:docMk/>
            <pc:sldMk cId="1046027290" sldId="4003"/>
            <ac:spMk id="46" creationId="{DD1BAF56-2C2E-C301-E0FE-BCABBAFE903A}"/>
          </ac:spMkLst>
        </pc:spChg>
        <pc:spChg chg="mod">
          <ac:chgData name="Reem Mohammed Hasan" userId="e0e9992c-258e-43cd-84d4-3b42edaeb688" providerId="ADAL" clId="{22E106D1-55A6-499B-9F1E-76296336FEAE}" dt="2026-04-03T13:58:44.536" v="514" actId="20577"/>
          <ac:spMkLst>
            <pc:docMk/>
            <pc:sldMk cId="1046027290" sldId="4003"/>
            <ac:spMk id="87" creationId="{7CC72B11-0678-167E-DAE2-F96735BC576F}"/>
          </ac:spMkLst>
        </pc:spChg>
        <pc:graphicFrameChg chg="mod">
          <ac:chgData name="Reem Mohammed Hasan" userId="e0e9992c-258e-43cd-84d4-3b42edaeb688" providerId="ADAL" clId="{22E106D1-55A6-499B-9F1E-76296336FEAE}" dt="2026-04-03T13:50:41.627" v="479"/>
          <ac:graphicFrameMkLst>
            <pc:docMk/>
            <pc:sldMk cId="1046027290" sldId="4003"/>
            <ac:graphicFrameMk id="75" creationId="{EB7D7858-E117-DA25-57FE-172489427FC1}"/>
          </ac:graphicFrameMkLst>
        </pc:graphicFrameChg>
      </pc:sldChg>
      <pc:sldChg chg="modSp mod">
        <pc:chgData name="Reem Mohammed Hasan" userId="e0e9992c-258e-43cd-84d4-3b42edaeb688" providerId="ADAL" clId="{22E106D1-55A6-499B-9F1E-76296336FEAE}" dt="2026-04-03T11:48:27.389" v="223" actId="20577"/>
        <pc:sldMkLst>
          <pc:docMk/>
          <pc:sldMk cId="1523654525" sldId="4018"/>
        </pc:sldMkLst>
        <pc:spChg chg="mod">
          <ac:chgData name="Reem Mohammed Hasan" userId="e0e9992c-258e-43cd-84d4-3b42edaeb688" providerId="ADAL" clId="{22E106D1-55A6-499B-9F1E-76296336FEAE}" dt="2026-04-03T11:48:27.389" v="223" actId="20577"/>
          <ac:spMkLst>
            <pc:docMk/>
            <pc:sldMk cId="1523654525" sldId="4018"/>
            <ac:spMk id="6" creationId="{382D2253-581D-AAE4-8AB4-D848D1623ED6}"/>
          </ac:spMkLst>
        </pc:spChg>
        <pc:spChg chg="mod">
          <ac:chgData name="Reem Mohammed Hasan" userId="e0e9992c-258e-43cd-84d4-3b42edaeb688" providerId="ADAL" clId="{22E106D1-55A6-499B-9F1E-76296336FEAE}" dt="2026-04-03T11:14:03.246" v="155" actId="20577"/>
          <ac:spMkLst>
            <pc:docMk/>
            <pc:sldMk cId="1523654525" sldId="4018"/>
            <ac:spMk id="49" creationId="{30BECAE8-D65D-2FDB-FB3C-29EEB7411838}"/>
          </ac:spMkLst>
        </pc:spChg>
        <pc:spChg chg="mod">
          <ac:chgData name="Reem Mohammed Hasan" userId="e0e9992c-258e-43cd-84d4-3b42edaeb688" providerId="ADAL" clId="{22E106D1-55A6-499B-9F1E-76296336FEAE}" dt="2026-04-03T11:14:08.423" v="157" actId="20577"/>
          <ac:spMkLst>
            <pc:docMk/>
            <pc:sldMk cId="1523654525" sldId="4018"/>
            <ac:spMk id="53" creationId="{31C8CB4D-A2C7-3CE7-99A7-B39DDA5D1259}"/>
          </ac:spMkLst>
        </pc:spChg>
        <pc:spChg chg="mod">
          <ac:chgData name="Reem Mohammed Hasan" userId="e0e9992c-258e-43cd-84d4-3b42edaeb688" providerId="ADAL" clId="{22E106D1-55A6-499B-9F1E-76296336FEAE}" dt="2026-04-03T11:46:07.998" v="215" actId="20577"/>
          <ac:spMkLst>
            <pc:docMk/>
            <pc:sldMk cId="1523654525" sldId="4018"/>
            <ac:spMk id="56" creationId="{28D0EA0E-62D9-29CB-9581-699F8DBF7D6D}"/>
          </ac:spMkLst>
        </pc:spChg>
        <pc:spChg chg="mod">
          <ac:chgData name="Reem Mohammed Hasan" userId="e0e9992c-258e-43cd-84d4-3b42edaeb688" providerId="ADAL" clId="{22E106D1-55A6-499B-9F1E-76296336FEAE}" dt="2026-04-03T11:13:42.576" v="143" actId="20577"/>
          <ac:spMkLst>
            <pc:docMk/>
            <pc:sldMk cId="1523654525" sldId="4018"/>
            <ac:spMk id="59" creationId="{578351AF-AF60-14EC-7F8D-EA059BCD15D9}"/>
          </ac:spMkLst>
        </pc:spChg>
        <pc:spChg chg="mod">
          <ac:chgData name="Reem Mohammed Hasan" userId="e0e9992c-258e-43cd-84d4-3b42edaeb688" providerId="ADAL" clId="{22E106D1-55A6-499B-9F1E-76296336FEAE}" dt="2026-04-03T11:13:50.858" v="151" actId="20577"/>
          <ac:spMkLst>
            <pc:docMk/>
            <pc:sldMk cId="1523654525" sldId="4018"/>
            <ac:spMk id="62" creationId="{CE22D47D-9777-53E7-E55A-9CA44D17581E}"/>
          </ac:spMkLst>
        </pc:spChg>
        <pc:graphicFrameChg chg="mod">
          <ac:chgData name="Reem Mohammed Hasan" userId="e0e9992c-258e-43cd-84d4-3b42edaeb688" providerId="ADAL" clId="{22E106D1-55A6-499B-9F1E-76296336FEAE}" dt="2026-04-03T10:22:27.138" v="103" actId="20577"/>
          <ac:graphicFrameMkLst>
            <pc:docMk/>
            <pc:sldMk cId="1523654525" sldId="4018"/>
            <ac:graphicFrameMk id="14" creationId="{F14F07F9-BE85-A5B6-12DF-9C3EE481508E}"/>
          </ac:graphicFrameMkLst>
        </pc:graphicFrameChg>
        <pc:graphicFrameChg chg="mod">
          <ac:chgData name="Reem Mohammed Hasan" userId="e0e9992c-258e-43cd-84d4-3b42edaeb688" providerId="ADAL" clId="{22E106D1-55A6-499B-9F1E-76296336FEAE}" dt="2026-04-03T10:22:17.940" v="101" actId="20577"/>
          <ac:graphicFrameMkLst>
            <pc:docMk/>
            <pc:sldMk cId="1523654525" sldId="4018"/>
            <ac:graphicFrameMk id="15" creationId="{AB72DE5D-86B6-C51D-3EBB-2D342225ED41}"/>
          </ac:graphicFrameMkLst>
        </pc:graphicFrameChg>
        <pc:graphicFrameChg chg="mod">
          <ac:chgData name="Reem Mohammed Hasan" userId="e0e9992c-258e-43cd-84d4-3b42edaeb688" providerId="ADAL" clId="{22E106D1-55A6-499B-9F1E-76296336FEAE}" dt="2026-04-03T10:23:52.476" v="124"/>
          <ac:graphicFrameMkLst>
            <pc:docMk/>
            <pc:sldMk cId="1523654525" sldId="4018"/>
            <ac:graphicFrameMk id="16" creationId="{2DD21106-1237-4AC8-5E87-390165CCA564}"/>
          </ac:graphicFrameMkLst>
        </pc:graphicFrameChg>
        <pc:graphicFrameChg chg="mod">
          <ac:chgData name="Reem Mohammed Hasan" userId="e0e9992c-258e-43cd-84d4-3b42edaeb688" providerId="ADAL" clId="{22E106D1-55A6-499B-9F1E-76296336FEAE}" dt="2026-04-03T10:10:47.111" v="92" actId="20577"/>
          <ac:graphicFrameMkLst>
            <pc:docMk/>
            <pc:sldMk cId="1523654525" sldId="4018"/>
            <ac:graphicFrameMk id="57" creationId="{F26DDB0D-E5D6-6F20-60D8-5685C0322816}"/>
          </ac:graphicFrameMkLst>
        </pc:graphicFrameChg>
      </pc:sldChg>
    </pc:docChg>
  </pc:docChgLst>
  <pc:docChgLst>
    <pc:chgData name="Mohammad Malk" userId="acd81f67-8494-4ad0-8d3b-66a4d23fec9b" providerId="ADAL" clId="{A7387A54-4B2F-4778-9100-50C4BE5CE04E}"/>
    <pc:docChg chg="undo custSel addSld delSld modSld sldOrd modSection">
      <pc:chgData name="Mohammad Malk" userId="acd81f67-8494-4ad0-8d3b-66a4d23fec9b" providerId="ADAL" clId="{A7387A54-4B2F-4778-9100-50C4BE5CE04E}" dt="2026-04-03T14:03:31.325" v="188"/>
      <pc:docMkLst>
        <pc:docMk/>
      </pc:docMkLst>
      <pc:sldChg chg="modSp mod">
        <pc:chgData name="Mohammad Malk" userId="acd81f67-8494-4ad0-8d3b-66a4d23fec9b" providerId="ADAL" clId="{A7387A54-4B2F-4778-9100-50C4BE5CE04E}" dt="2026-04-03T07:14:00.545" v="135"/>
        <pc:sldMkLst>
          <pc:docMk/>
          <pc:sldMk cId="909179072" sldId="2209"/>
        </pc:sldMkLst>
        <pc:spChg chg="mod">
          <ac:chgData name="Mohammad Malk" userId="acd81f67-8494-4ad0-8d3b-66a4d23fec9b" providerId="ADAL" clId="{A7387A54-4B2F-4778-9100-50C4BE5CE04E}" dt="2026-04-03T06:54:13.234" v="61" actId="20577"/>
          <ac:spMkLst>
            <pc:docMk/>
            <pc:sldMk cId="909179072" sldId="2209"/>
            <ac:spMk id="18" creationId="{201F02C0-4DCC-D372-8B4F-84A40FB205C6}"/>
          </ac:spMkLst>
        </pc:spChg>
        <pc:spChg chg="mod">
          <ac:chgData name="Mohammad Malk" userId="acd81f67-8494-4ad0-8d3b-66a4d23fec9b" providerId="ADAL" clId="{A7387A54-4B2F-4778-9100-50C4BE5CE04E}" dt="2026-04-03T07:14:00.545" v="135"/>
          <ac:spMkLst>
            <pc:docMk/>
            <pc:sldMk cId="909179072" sldId="2209"/>
            <ac:spMk id="19" creationId="{E67804B3-9C78-F190-7C74-77EF1D8FC3B3}"/>
          </ac:spMkLst>
        </pc:spChg>
      </pc:sldChg>
      <pc:sldChg chg="modSp mod">
        <pc:chgData name="Mohammad Malk" userId="acd81f67-8494-4ad0-8d3b-66a4d23fec9b" providerId="ADAL" clId="{A7387A54-4B2F-4778-9100-50C4BE5CE04E}" dt="2026-04-03T08:00:04.450" v="183"/>
        <pc:sldMkLst>
          <pc:docMk/>
          <pc:sldMk cId="2286229241" sldId="2236"/>
        </pc:sldMkLst>
        <pc:spChg chg="mod">
          <ac:chgData name="Mohammad Malk" userId="acd81f67-8494-4ad0-8d3b-66a4d23fec9b" providerId="ADAL" clId="{A7387A54-4B2F-4778-9100-50C4BE5CE04E}" dt="2026-04-03T06:45:20.654" v="33"/>
          <ac:spMkLst>
            <pc:docMk/>
            <pc:sldMk cId="2286229241" sldId="2236"/>
            <ac:spMk id="44" creationId="{5136F3FC-B826-0174-D57B-90EB28E38A37}"/>
          </ac:spMkLst>
        </pc:spChg>
        <pc:spChg chg="mod">
          <ac:chgData name="Mohammad Malk" userId="acd81f67-8494-4ad0-8d3b-66a4d23fec9b" providerId="ADAL" clId="{A7387A54-4B2F-4778-9100-50C4BE5CE04E}" dt="2026-04-03T07:21:11.608" v="140"/>
          <ac:spMkLst>
            <pc:docMk/>
            <pc:sldMk cId="2286229241" sldId="2236"/>
            <ac:spMk id="47" creationId="{6DFC1A01-EB6F-5B61-E7F1-A9D4E8AE8968}"/>
          </ac:spMkLst>
        </pc:spChg>
        <pc:spChg chg="mod">
          <ac:chgData name="Mohammad Malk" userId="acd81f67-8494-4ad0-8d3b-66a4d23fec9b" providerId="ADAL" clId="{A7387A54-4B2F-4778-9100-50C4BE5CE04E}" dt="2026-04-03T07:58:55.769" v="179"/>
          <ac:spMkLst>
            <pc:docMk/>
            <pc:sldMk cId="2286229241" sldId="2236"/>
            <ac:spMk id="55" creationId="{0A15CF3E-FAA7-8A0B-AC83-37BB5257DEA2}"/>
          </ac:spMkLst>
        </pc:spChg>
        <pc:graphicFrameChg chg="mod">
          <ac:chgData name="Mohammad Malk" userId="acd81f67-8494-4ad0-8d3b-66a4d23fec9b" providerId="ADAL" clId="{A7387A54-4B2F-4778-9100-50C4BE5CE04E}" dt="2026-04-03T08:00:04.450" v="183"/>
          <ac:graphicFrameMkLst>
            <pc:docMk/>
            <pc:sldMk cId="2286229241" sldId="2236"/>
            <ac:graphicFrameMk id="61" creationId="{621A55A9-648E-A57A-C5CF-5CA950E0D4B4}"/>
          </ac:graphicFrameMkLst>
        </pc:graphicFrameChg>
      </pc:sldChg>
      <pc:sldChg chg="modSp mod">
        <pc:chgData name="Mohammad Malk" userId="acd81f67-8494-4ad0-8d3b-66a4d23fec9b" providerId="ADAL" clId="{A7387A54-4B2F-4778-9100-50C4BE5CE04E}" dt="2026-04-03T06:46:59.149" v="39"/>
        <pc:sldMkLst>
          <pc:docMk/>
          <pc:sldMk cId="68827322" sldId="3805"/>
        </pc:sldMkLst>
        <pc:spChg chg="mod">
          <ac:chgData name="Mohammad Malk" userId="acd81f67-8494-4ad0-8d3b-66a4d23fec9b" providerId="ADAL" clId="{A7387A54-4B2F-4778-9100-50C4BE5CE04E}" dt="2026-04-03T06:46:59.149" v="39"/>
          <ac:spMkLst>
            <pc:docMk/>
            <pc:sldMk cId="68827322" sldId="3805"/>
            <ac:spMk id="2" creationId="{31532125-9FC2-BBA0-C799-45CA092220BD}"/>
          </ac:spMkLst>
        </pc:spChg>
      </pc:sldChg>
      <pc:sldChg chg="modSp">
        <pc:chgData name="Mohammad Malk" userId="acd81f67-8494-4ad0-8d3b-66a4d23fec9b" providerId="ADAL" clId="{A7387A54-4B2F-4778-9100-50C4BE5CE04E}" dt="2026-04-03T07:20:44.796" v="139"/>
        <pc:sldMkLst>
          <pc:docMk/>
          <pc:sldMk cId="1935615080" sldId="3833"/>
        </pc:sldMkLst>
        <pc:spChg chg="mod">
          <ac:chgData name="Mohammad Malk" userId="acd81f67-8494-4ad0-8d3b-66a4d23fec9b" providerId="ADAL" clId="{A7387A54-4B2F-4778-9100-50C4BE5CE04E}" dt="2026-04-03T07:20:44.796" v="139"/>
          <ac:spMkLst>
            <pc:docMk/>
            <pc:sldMk cId="1935615080" sldId="3833"/>
            <ac:spMk id="44" creationId="{D1E4C8A4-DC48-C210-1A8B-00D2294829FB}"/>
          </ac:spMkLst>
        </pc:spChg>
        <pc:spChg chg="mod">
          <ac:chgData name="Mohammad Malk" userId="acd81f67-8494-4ad0-8d3b-66a4d23fec9b" providerId="ADAL" clId="{A7387A54-4B2F-4778-9100-50C4BE5CE04E}" dt="2026-04-03T06:45:20.654" v="33"/>
          <ac:spMkLst>
            <pc:docMk/>
            <pc:sldMk cId="1935615080" sldId="3833"/>
            <ac:spMk id="47" creationId="{36B2A093-CFE4-9AE0-E146-0E07D175557E}"/>
          </ac:spMkLst>
        </pc:spChg>
      </pc:sldChg>
      <pc:sldChg chg="modSp">
        <pc:chgData name="Mohammad Malk" userId="acd81f67-8494-4ad0-8d3b-66a4d23fec9b" providerId="ADAL" clId="{A7387A54-4B2F-4778-9100-50C4BE5CE04E}" dt="2026-04-03T07:19:56.387" v="138"/>
        <pc:sldMkLst>
          <pc:docMk/>
          <pc:sldMk cId="2468234639" sldId="3836"/>
        </pc:sldMkLst>
        <pc:spChg chg="mod">
          <ac:chgData name="Mohammad Malk" userId="acd81f67-8494-4ad0-8d3b-66a4d23fec9b" providerId="ADAL" clId="{A7387A54-4B2F-4778-9100-50C4BE5CE04E}" dt="2026-04-03T06:45:20.654" v="33"/>
          <ac:spMkLst>
            <pc:docMk/>
            <pc:sldMk cId="2468234639" sldId="3836"/>
            <ac:spMk id="128" creationId="{ED5E65E8-1C7B-9F80-6E5F-F4659BCE4035}"/>
          </ac:spMkLst>
        </pc:spChg>
        <pc:spChg chg="mod">
          <ac:chgData name="Mohammad Malk" userId="acd81f67-8494-4ad0-8d3b-66a4d23fec9b" providerId="ADAL" clId="{A7387A54-4B2F-4778-9100-50C4BE5CE04E}" dt="2026-04-03T07:19:56.387" v="138"/>
          <ac:spMkLst>
            <pc:docMk/>
            <pc:sldMk cId="2468234639" sldId="3836"/>
            <ac:spMk id="129" creationId="{40D77C5D-5E82-B2EF-4420-D3A372DA55FD}"/>
          </ac:spMkLst>
        </pc:spChg>
      </pc:sldChg>
      <pc:sldChg chg="modSp">
        <pc:chgData name="Mohammad Malk" userId="acd81f67-8494-4ad0-8d3b-66a4d23fec9b" providerId="ADAL" clId="{A7387A54-4B2F-4778-9100-50C4BE5CE04E}" dt="2026-04-03T07:21:11.608" v="140"/>
        <pc:sldMkLst>
          <pc:docMk/>
          <pc:sldMk cId="3177892853" sldId="3854"/>
        </pc:sldMkLst>
        <pc:spChg chg="mod">
          <ac:chgData name="Mohammad Malk" userId="acd81f67-8494-4ad0-8d3b-66a4d23fec9b" providerId="ADAL" clId="{A7387A54-4B2F-4778-9100-50C4BE5CE04E}" dt="2026-04-03T07:16:05.538" v="136"/>
          <ac:spMkLst>
            <pc:docMk/>
            <pc:sldMk cId="3177892853" sldId="3854"/>
            <ac:spMk id="5" creationId="{70C22AE7-0712-FB45-7415-2989B4EDFA9F}"/>
          </ac:spMkLst>
        </pc:spChg>
        <pc:spChg chg="mod">
          <ac:chgData name="Mohammad Malk" userId="acd81f67-8494-4ad0-8d3b-66a4d23fec9b" providerId="ADAL" clId="{A7387A54-4B2F-4778-9100-50C4BE5CE04E}" dt="2026-04-03T07:16:24.861" v="137"/>
          <ac:spMkLst>
            <pc:docMk/>
            <pc:sldMk cId="3177892853" sldId="3854"/>
            <ac:spMk id="10" creationId="{8E7DBD2C-6DA9-B6AD-5F92-46378025A1A3}"/>
          </ac:spMkLst>
        </pc:spChg>
        <pc:spChg chg="mod">
          <ac:chgData name="Mohammad Malk" userId="acd81f67-8494-4ad0-8d3b-66a4d23fec9b" providerId="ADAL" clId="{A7387A54-4B2F-4778-9100-50C4BE5CE04E}" dt="2026-04-03T07:19:56.387" v="138"/>
          <ac:spMkLst>
            <pc:docMk/>
            <pc:sldMk cId="3177892853" sldId="3854"/>
            <ac:spMk id="11" creationId="{BA775629-534F-34E2-4054-72965B53F41E}"/>
          </ac:spMkLst>
        </pc:spChg>
        <pc:spChg chg="mod">
          <ac:chgData name="Mohammad Malk" userId="acd81f67-8494-4ad0-8d3b-66a4d23fec9b" providerId="ADAL" clId="{A7387A54-4B2F-4778-9100-50C4BE5CE04E}" dt="2026-04-03T07:20:44.796" v="139"/>
          <ac:spMkLst>
            <pc:docMk/>
            <pc:sldMk cId="3177892853" sldId="3854"/>
            <ac:spMk id="12" creationId="{6E691356-CF8D-F515-FCCD-4D67D1033A70}"/>
          </ac:spMkLst>
        </pc:spChg>
        <pc:spChg chg="mod">
          <ac:chgData name="Mohammad Malk" userId="acd81f67-8494-4ad0-8d3b-66a4d23fec9b" providerId="ADAL" clId="{A7387A54-4B2F-4778-9100-50C4BE5CE04E}" dt="2026-04-03T07:21:11.608" v="140"/>
          <ac:spMkLst>
            <pc:docMk/>
            <pc:sldMk cId="3177892853" sldId="3854"/>
            <ac:spMk id="13" creationId="{4E350B3E-72F7-6BE9-0913-FC64558850DB}"/>
          </ac:spMkLst>
        </pc:spChg>
      </pc:sldChg>
      <pc:sldChg chg="modSp mod">
        <pc:chgData name="Mohammad Malk" userId="acd81f67-8494-4ad0-8d3b-66a4d23fec9b" providerId="ADAL" clId="{A7387A54-4B2F-4778-9100-50C4BE5CE04E}" dt="2026-04-03T07:14:00.545" v="135"/>
        <pc:sldMkLst>
          <pc:docMk/>
          <pc:sldMk cId="1055805059" sldId="3862"/>
        </pc:sldMkLst>
        <pc:spChg chg="mod">
          <ac:chgData name="Mohammad Malk" userId="acd81f67-8494-4ad0-8d3b-66a4d23fec9b" providerId="ADAL" clId="{A7387A54-4B2F-4778-9100-50C4BE5CE04E}" dt="2026-04-03T07:14:00.545" v="135"/>
          <ac:spMkLst>
            <pc:docMk/>
            <pc:sldMk cId="1055805059" sldId="3862"/>
            <ac:spMk id="8246" creationId="{48B51C38-B63D-4836-ED28-5EA51219352D}"/>
          </ac:spMkLst>
        </pc:spChg>
      </pc:sldChg>
      <pc:sldChg chg="modSp mod">
        <pc:chgData name="Mohammad Malk" userId="acd81f67-8494-4ad0-8d3b-66a4d23fec9b" providerId="ADAL" clId="{A7387A54-4B2F-4778-9100-50C4BE5CE04E}" dt="2026-04-03T07:14:00.545" v="135"/>
        <pc:sldMkLst>
          <pc:docMk/>
          <pc:sldMk cId="1055533179" sldId="3863"/>
        </pc:sldMkLst>
        <pc:spChg chg="mod">
          <ac:chgData name="Mohammad Malk" userId="acd81f67-8494-4ad0-8d3b-66a4d23fec9b" providerId="ADAL" clId="{A7387A54-4B2F-4778-9100-50C4BE5CE04E}" dt="2026-04-03T07:14:00.545" v="135"/>
          <ac:spMkLst>
            <pc:docMk/>
            <pc:sldMk cId="1055533179" sldId="3863"/>
            <ac:spMk id="55" creationId="{0F1791C5-1267-7E3B-B990-439454E1D8FF}"/>
          </ac:spMkLst>
        </pc:spChg>
      </pc:sldChg>
      <pc:sldChg chg="modSp mod">
        <pc:chgData name="Mohammad Malk" userId="acd81f67-8494-4ad0-8d3b-66a4d23fec9b" providerId="ADAL" clId="{A7387A54-4B2F-4778-9100-50C4BE5CE04E}" dt="2026-04-03T07:41:30.745" v="149" actId="27918"/>
        <pc:sldMkLst>
          <pc:docMk/>
          <pc:sldMk cId="4105703910" sldId="3868"/>
        </pc:sldMkLst>
        <pc:spChg chg="mod">
          <ac:chgData name="Mohammad Malk" userId="acd81f67-8494-4ad0-8d3b-66a4d23fec9b" providerId="ADAL" clId="{A7387A54-4B2F-4778-9100-50C4BE5CE04E}" dt="2026-04-03T07:14:00.545" v="135"/>
          <ac:spMkLst>
            <pc:docMk/>
            <pc:sldMk cId="4105703910" sldId="3868"/>
            <ac:spMk id="12" creationId="{78A2E53B-3EE4-7798-D67E-319F9377CE9F}"/>
          </ac:spMkLst>
        </pc:spChg>
      </pc:sldChg>
      <pc:sldChg chg="modSp mod">
        <pc:chgData name="Mohammad Malk" userId="acd81f67-8494-4ad0-8d3b-66a4d23fec9b" providerId="ADAL" clId="{A7387A54-4B2F-4778-9100-50C4BE5CE04E}" dt="2026-04-03T07:52:24.635" v="176" actId="20577"/>
        <pc:sldMkLst>
          <pc:docMk/>
          <pc:sldMk cId="1908789234" sldId="3881"/>
        </pc:sldMkLst>
        <pc:spChg chg="mod">
          <ac:chgData name="Mohammad Malk" userId="acd81f67-8494-4ad0-8d3b-66a4d23fec9b" providerId="ADAL" clId="{A7387A54-4B2F-4778-9100-50C4BE5CE04E}" dt="2026-04-03T07:52:24.635" v="176" actId="20577"/>
          <ac:spMkLst>
            <pc:docMk/>
            <pc:sldMk cId="1908789234" sldId="3881"/>
            <ac:spMk id="5" creationId="{18A1B617-9BEC-3CBB-16AC-80209D198088}"/>
          </ac:spMkLst>
        </pc:spChg>
        <pc:spChg chg="mod">
          <ac:chgData name="Mohammad Malk" userId="acd81f67-8494-4ad0-8d3b-66a4d23fec9b" providerId="ADAL" clId="{A7387A54-4B2F-4778-9100-50C4BE5CE04E}" dt="2026-04-03T06:45:20.654" v="33"/>
          <ac:spMkLst>
            <pc:docMk/>
            <pc:sldMk cId="1908789234" sldId="3881"/>
            <ac:spMk id="6" creationId="{31520989-4B1B-00CF-8F35-451DAEA0CB70}"/>
          </ac:spMkLst>
        </pc:spChg>
        <pc:spChg chg="mod">
          <ac:chgData name="Mohammad Malk" userId="acd81f67-8494-4ad0-8d3b-66a4d23fec9b" providerId="ADAL" clId="{A7387A54-4B2F-4778-9100-50C4BE5CE04E}" dt="2026-04-03T07:51:39.445" v="165" actId="14100"/>
          <ac:spMkLst>
            <pc:docMk/>
            <pc:sldMk cId="1908789234" sldId="3881"/>
            <ac:spMk id="15" creationId="{0D55592B-B46D-9497-A6B9-427BC4AF5A37}"/>
          </ac:spMkLst>
        </pc:spChg>
        <pc:graphicFrameChg chg="mod">
          <ac:chgData name="Mohammad Malk" userId="acd81f67-8494-4ad0-8d3b-66a4d23fec9b" providerId="ADAL" clId="{A7387A54-4B2F-4778-9100-50C4BE5CE04E}" dt="2026-04-03T07:51:33.246" v="164" actId="207"/>
          <ac:graphicFrameMkLst>
            <pc:docMk/>
            <pc:sldMk cId="1908789234" sldId="3881"/>
            <ac:graphicFrameMk id="17" creationId="{6B249095-6726-5906-D513-D922969ECDD3}"/>
          </ac:graphicFrameMkLst>
        </pc:graphicFrameChg>
      </pc:sldChg>
      <pc:sldChg chg="modSp">
        <pc:chgData name="Mohammad Malk" userId="acd81f67-8494-4ad0-8d3b-66a4d23fec9b" providerId="ADAL" clId="{A7387A54-4B2F-4778-9100-50C4BE5CE04E}" dt="2026-04-03T07:16:24.861" v="137"/>
        <pc:sldMkLst>
          <pc:docMk/>
          <pc:sldMk cId="40706266" sldId="3889"/>
        </pc:sldMkLst>
        <pc:spChg chg="mod">
          <ac:chgData name="Mohammad Malk" userId="acd81f67-8494-4ad0-8d3b-66a4d23fec9b" providerId="ADAL" clId="{A7387A54-4B2F-4778-9100-50C4BE5CE04E}" dt="2026-04-03T06:45:20.654" v="33"/>
          <ac:spMkLst>
            <pc:docMk/>
            <pc:sldMk cId="40706266" sldId="3889"/>
            <ac:spMk id="112" creationId="{678D2BF6-7891-1908-E181-B25732BE571F}"/>
          </ac:spMkLst>
        </pc:spChg>
        <pc:spChg chg="mod">
          <ac:chgData name="Mohammad Malk" userId="acd81f67-8494-4ad0-8d3b-66a4d23fec9b" providerId="ADAL" clId="{A7387A54-4B2F-4778-9100-50C4BE5CE04E}" dt="2026-04-03T07:16:24.861" v="137"/>
          <ac:spMkLst>
            <pc:docMk/>
            <pc:sldMk cId="40706266" sldId="3889"/>
            <ac:spMk id="114" creationId="{1298D99F-DB20-33AC-B73C-E1BD561D4073}"/>
          </ac:spMkLst>
        </pc:spChg>
      </pc:sldChg>
      <pc:sldChg chg="modSp">
        <pc:chgData name="Mohammad Malk" userId="acd81f67-8494-4ad0-8d3b-66a4d23fec9b" providerId="ADAL" clId="{A7387A54-4B2F-4778-9100-50C4BE5CE04E}" dt="2026-04-03T07:16:24.861" v="137"/>
        <pc:sldMkLst>
          <pc:docMk/>
          <pc:sldMk cId="1281112217" sldId="3890"/>
        </pc:sldMkLst>
        <pc:spChg chg="mod">
          <ac:chgData name="Mohammad Malk" userId="acd81f67-8494-4ad0-8d3b-66a4d23fec9b" providerId="ADAL" clId="{A7387A54-4B2F-4778-9100-50C4BE5CE04E}" dt="2026-04-03T07:16:24.861" v="137"/>
          <ac:spMkLst>
            <pc:docMk/>
            <pc:sldMk cId="1281112217" sldId="3890"/>
            <ac:spMk id="23" creationId="{62706C48-7D33-AB74-51BE-3A20BA26ABED}"/>
          </ac:spMkLst>
        </pc:spChg>
      </pc:sldChg>
      <pc:sldChg chg="modSp">
        <pc:chgData name="Mohammad Malk" userId="acd81f67-8494-4ad0-8d3b-66a4d23fec9b" providerId="ADAL" clId="{A7387A54-4B2F-4778-9100-50C4BE5CE04E}" dt="2026-04-03T07:16:24.861" v="137"/>
        <pc:sldMkLst>
          <pc:docMk/>
          <pc:sldMk cId="3626748799" sldId="3894"/>
        </pc:sldMkLst>
        <pc:spChg chg="mod">
          <ac:chgData name="Mohammad Malk" userId="acd81f67-8494-4ad0-8d3b-66a4d23fec9b" providerId="ADAL" clId="{A7387A54-4B2F-4778-9100-50C4BE5CE04E}" dt="2026-04-03T07:16:24.861" v="137"/>
          <ac:spMkLst>
            <pc:docMk/>
            <pc:sldMk cId="3626748799" sldId="3894"/>
            <ac:spMk id="19" creationId="{CDCA796F-072B-F70F-BF69-44A9B40922C2}"/>
          </ac:spMkLst>
        </pc:spChg>
      </pc:sldChg>
      <pc:sldChg chg="modSp add del mod">
        <pc:chgData name="Mohammad Malk" userId="acd81f67-8494-4ad0-8d3b-66a4d23fec9b" providerId="ADAL" clId="{A7387A54-4B2F-4778-9100-50C4BE5CE04E}" dt="2026-04-03T14:03:31.325" v="188"/>
        <pc:sldMkLst>
          <pc:docMk/>
          <pc:sldMk cId="1750205733" sldId="3895"/>
        </pc:sldMkLst>
        <pc:spChg chg="mod">
          <ac:chgData name="Mohammad Malk" userId="acd81f67-8494-4ad0-8d3b-66a4d23fec9b" providerId="ADAL" clId="{A7387A54-4B2F-4778-9100-50C4BE5CE04E}" dt="2026-04-03T07:16:05.538" v="136"/>
          <ac:spMkLst>
            <pc:docMk/>
            <pc:sldMk cId="1750205733" sldId="3895"/>
            <ac:spMk id="22" creationId="{D7C12840-093C-9ACF-239E-0ADACF7B33A8}"/>
          </ac:spMkLst>
        </pc:spChg>
      </pc:sldChg>
      <pc:sldChg chg="modSp">
        <pc:chgData name="Mohammad Malk" userId="acd81f67-8494-4ad0-8d3b-66a4d23fec9b" providerId="ADAL" clId="{A7387A54-4B2F-4778-9100-50C4BE5CE04E}" dt="2026-04-03T07:16:24.861" v="137"/>
        <pc:sldMkLst>
          <pc:docMk/>
          <pc:sldMk cId="3736619800" sldId="3900"/>
        </pc:sldMkLst>
        <pc:spChg chg="mod">
          <ac:chgData name="Mohammad Malk" userId="acd81f67-8494-4ad0-8d3b-66a4d23fec9b" providerId="ADAL" clId="{A7387A54-4B2F-4778-9100-50C4BE5CE04E}" dt="2026-04-03T07:16:24.861" v="137"/>
          <ac:spMkLst>
            <pc:docMk/>
            <pc:sldMk cId="3736619800" sldId="3900"/>
            <ac:spMk id="5" creationId="{12470E92-F5F5-3613-04BE-85765EB51BA6}"/>
          </ac:spMkLst>
        </pc:spChg>
      </pc:sldChg>
      <pc:sldChg chg="modSp">
        <pc:chgData name="Mohammad Malk" userId="acd81f67-8494-4ad0-8d3b-66a4d23fec9b" providerId="ADAL" clId="{A7387A54-4B2F-4778-9100-50C4BE5CE04E}" dt="2026-04-03T07:16:24.861" v="137"/>
        <pc:sldMkLst>
          <pc:docMk/>
          <pc:sldMk cId="1867108218" sldId="3902"/>
        </pc:sldMkLst>
        <pc:spChg chg="mod">
          <ac:chgData name="Mohammad Malk" userId="acd81f67-8494-4ad0-8d3b-66a4d23fec9b" providerId="ADAL" clId="{A7387A54-4B2F-4778-9100-50C4BE5CE04E}" dt="2026-04-03T07:16:24.861" v="137"/>
          <ac:spMkLst>
            <pc:docMk/>
            <pc:sldMk cId="1867108218" sldId="3902"/>
            <ac:spMk id="11" creationId="{B684FF1E-BEA9-313D-ACBC-28A872AB27B5}"/>
          </ac:spMkLst>
        </pc:spChg>
      </pc:sldChg>
      <pc:sldChg chg="modSp">
        <pc:chgData name="Mohammad Malk" userId="acd81f67-8494-4ad0-8d3b-66a4d23fec9b" providerId="ADAL" clId="{A7387A54-4B2F-4778-9100-50C4BE5CE04E}" dt="2026-04-03T07:16:24.861" v="137"/>
        <pc:sldMkLst>
          <pc:docMk/>
          <pc:sldMk cId="2481870803" sldId="3903"/>
        </pc:sldMkLst>
        <pc:spChg chg="mod">
          <ac:chgData name="Mohammad Malk" userId="acd81f67-8494-4ad0-8d3b-66a4d23fec9b" providerId="ADAL" clId="{A7387A54-4B2F-4778-9100-50C4BE5CE04E}" dt="2026-04-03T07:16:24.861" v="137"/>
          <ac:spMkLst>
            <pc:docMk/>
            <pc:sldMk cId="2481870803" sldId="3903"/>
            <ac:spMk id="7" creationId="{B53F601B-6174-C00B-4738-9AD6B20C051B}"/>
          </ac:spMkLst>
        </pc:spChg>
      </pc:sldChg>
      <pc:sldChg chg="modSp">
        <pc:chgData name="Mohammad Malk" userId="acd81f67-8494-4ad0-8d3b-66a4d23fec9b" providerId="ADAL" clId="{A7387A54-4B2F-4778-9100-50C4BE5CE04E}" dt="2026-04-03T07:20:44.796" v="139"/>
        <pc:sldMkLst>
          <pc:docMk/>
          <pc:sldMk cId="2963866018" sldId="3906"/>
        </pc:sldMkLst>
        <pc:spChg chg="mod">
          <ac:chgData name="Mohammad Malk" userId="acd81f67-8494-4ad0-8d3b-66a4d23fec9b" providerId="ADAL" clId="{A7387A54-4B2F-4778-9100-50C4BE5CE04E}" dt="2026-04-03T07:20:44.796" v="139"/>
          <ac:spMkLst>
            <pc:docMk/>
            <pc:sldMk cId="2963866018" sldId="3906"/>
            <ac:spMk id="5" creationId="{F86ABA0D-EAA6-8CBB-A715-04CE078D8867}"/>
          </ac:spMkLst>
        </pc:spChg>
      </pc:sldChg>
      <pc:sldChg chg="modSp">
        <pc:chgData name="Mohammad Malk" userId="acd81f67-8494-4ad0-8d3b-66a4d23fec9b" providerId="ADAL" clId="{A7387A54-4B2F-4778-9100-50C4BE5CE04E}" dt="2026-04-03T07:20:44.796" v="139"/>
        <pc:sldMkLst>
          <pc:docMk/>
          <pc:sldMk cId="4233804818" sldId="3907"/>
        </pc:sldMkLst>
        <pc:spChg chg="mod">
          <ac:chgData name="Mohammad Malk" userId="acd81f67-8494-4ad0-8d3b-66a4d23fec9b" providerId="ADAL" clId="{A7387A54-4B2F-4778-9100-50C4BE5CE04E}" dt="2026-04-03T07:20:44.796" v="139"/>
          <ac:spMkLst>
            <pc:docMk/>
            <pc:sldMk cId="4233804818" sldId="3907"/>
            <ac:spMk id="5" creationId="{47F2C1B4-A8F1-689A-7ED6-D3557CED2BBA}"/>
          </ac:spMkLst>
        </pc:spChg>
      </pc:sldChg>
      <pc:sldChg chg="modSp">
        <pc:chgData name="Mohammad Malk" userId="acd81f67-8494-4ad0-8d3b-66a4d23fec9b" providerId="ADAL" clId="{A7387A54-4B2F-4778-9100-50C4BE5CE04E}" dt="2026-04-03T07:19:56.387" v="138"/>
        <pc:sldMkLst>
          <pc:docMk/>
          <pc:sldMk cId="2366230372" sldId="3909"/>
        </pc:sldMkLst>
        <pc:spChg chg="mod">
          <ac:chgData name="Mohammad Malk" userId="acd81f67-8494-4ad0-8d3b-66a4d23fec9b" providerId="ADAL" clId="{A7387A54-4B2F-4778-9100-50C4BE5CE04E}" dt="2026-04-03T07:19:56.387" v="138"/>
          <ac:spMkLst>
            <pc:docMk/>
            <pc:sldMk cId="2366230372" sldId="3909"/>
            <ac:spMk id="5" creationId="{C9BEF062-5D68-5B6E-257F-5F486B7CE63B}"/>
          </ac:spMkLst>
        </pc:spChg>
      </pc:sldChg>
      <pc:sldChg chg="modSp">
        <pc:chgData name="Mohammad Malk" userId="acd81f67-8494-4ad0-8d3b-66a4d23fec9b" providerId="ADAL" clId="{A7387A54-4B2F-4778-9100-50C4BE5CE04E}" dt="2026-04-03T07:19:56.387" v="138"/>
        <pc:sldMkLst>
          <pc:docMk/>
          <pc:sldMk cId="1017766950" sldId="3912"/>
        </pc:sldMkLst>
        <pc:spChg chg="mod">
          <ac:chgData name="Mohammad Malk" userId="acd81f67-8494-4ad0-8d3b-66a4d23fec9b" providerId="ADAL" clId="{A7387A54-4B2F-4778-9100-50C4BE5CE04E}" dt="2026-04-03T07:19:56.387" v="138"/>
          <ac:spMkLst>
            <pc:docMk/>
            <pc:sldMk cId="1017766950" sldId="3912"/>
            <ac:spMk id="7" creationId="{2CB46C6F-3584-4717-4805-C78EB30AB89D}"/>
          </ac:spMkLst>
        </pc:spChg>
      </pc:sldChg>
      <pc:sldChg chg="addSp delSp modSp mod">
        <pc:chgData name="Mohammad Malk" userId="acd81f67-8494-4ad0-8d3b-66a4d23fec9b" providerId="ADAL" clId="{A7387A54-4B2F-4778-9100-50C4BE5CE04E}" dt="2026-04-03T07:21:11.608" v="140"/>
        <pc:sldMkLst>
          <pc:docMk/>
          <pc:sldMk cId="3375060592" sldId="3917"/>
        </pc:sldMkLst>
        <pc:spChg chg="mod">
          <ac:chgData name="Mohammad Malk" userId="acd81f67-8494-4ad0-8d3b-66a4d23fec9b" providerId="ADAL" clId="{A7387A54-4B2F-4778-9100-50C4BE5CE04E}" dt="2026-04-03T06:46:59.149" v="39"/>
          <ac:spMkLst>
            <pc:docMk/>
            <pc:sldMk cId="3375060592" sldId="3917"/>
            <ac:spMk id="6" creationId="{017D7EA3-EFEE-64BC-57B3-B812F9F16ECA}"/>
          </ac:spMkLst>
        </pc:spChg>
        <pc:spChg chg="mod">
          <ac:chgData name="Mohammad Malk" userId="acd81f67-8494-4ad0-8d3b-66a4d23fec9b" providerId="ADAL" clId="{A7387A54-4B2F-4778-9100-50C4BE5CE04E}" dt="2026-04-03T07:12:06.145" v="133" actId="20577"/>
          <ac:spMkLst>
            <pc:docMk/>
            <pc:sldMk cId="3375060592" sldId="3917"/>
            <ac:spMk id="58" creationId="{4B5D930F-1F51-48BA-AD31-A3E6597425CE}"/>
          </ac:spMkLst>
        </pc:spChg>
        <pc:spChg chg="mod">
          <ac:chgData name="Mohammad Malk" userId="acd81f67-8494-4ad0-8d3b-66a4d23fec9b" providerId="ADAL" clId="{A7387A54-4B2F-4778-9100-50C4BE5CE04E}" dt="2026-04-03T07:11:58.049" v="126"/>
          <ac:spMkLst>
            <pc:docMk/>
            <pc:sldMk cId="3375060592" sldId="3917"/>
            <ac:spMk id="61" creationId="{74A21C74-9B7E-9167-7F0D-F9F0F1AEE95D}"/>
          </ac:spMkLst>
        </pc:spChg>
        <pc:spChg chg="mod">
          <ac:chgData name="Mohammad Malk" userId="acd81f67-8494-4ad0-8d3b-66a4d23fec9b" providerId="ADAL" clId="{A7387A54-4B2F-4778-9100-50C4BE5CE04E}" dt="2026-04-03T07:14:00.545" v="135"/>
          <ac:spMkLst>
            <pc:docMk/>
            <pc:sldMk cId="3375060592" sldId="3917"/>
            <ac:spMk id="65" creationId="{9C38F57D-E6CE-49A8-5759-594E1304AD75}"/>
          </ac:spMkLst>
        </pc:spChg>
        <pc:graphicFrameChg chg="add mod">
          <ac:chgData name="Mohammad Malk" userId="acd81f67-8494-4ad0-8d3b-66a4d23fec9b" providerId="ADAL" clId="{A7387A54-4B2F-4778-9100-50C4BE5CE04E}" dt="2026-04-03T07:21:11.608" v="140"/>
          <ac:graphicFrameMkLst>
            <pc:docMk/>
            <pc:sldMk cId="3375060592" sldId="3917"/>
            <ac:graphicFrameMk id="15" creationId="{536C0535-79F3-8E2F-173A-27B990D527B7}"/>
          </ac:graphicFrameMkLst>
        </pc:graphicFrameChg>
      </pc:sldChg>
      <pc:sldChg chg="modSp ord">
        <pc:chgData name="Mohammad Malk" userId="acd81f67-8494-4ad0-8d3b-66a4d23fec9b" providerId="ADAL" clId="{A7387A54-4B2F-4778-9100-50C4BE5CE04E}" dt="2026-04-03T07:54:04.059" v="178"/>
        <pc:sldMkLst>
          <pc:docMk/>
          <pc:sldMk cId="883771254" sldId="3940"/>
        </pc:sldMkLst>
        <pc:spChg chg="mod">
          <ac:chgData name="Mohammad Malk" userId="acd81f67-8494-4ad0-8d3b-66a4d23fec9b" providerId="ADAL" clId="{A7387A54-4B2F-4778-9100-50C4BE5CE04E}" dt="2026-04-03T07:13:43.564" v="134"/>
          <ac:spMkLst>
            <pc:docMk/>
            <pc:sldMk cId="883771254" sldId="3940"/>
            <ac:spMk id="21" creationId="{F64A1E1C-5976-4B0C-F7D9-EA0B067D345E}"/>
          </ac:spMkLst>
        </pc:spChg>
      </pc:sldChg>
      <pc:sldChg chg="modSp">
        <pc:chgData name="Mohammad Malk" userId="acd81f67-8494-4ad0-8d3b-66a4d23fec9b" providerId="ADAL" clId="{A7387A54-4B2F-4778-9100-50C4BE5CE04E}" dt="2026-04-03T07:16:05.538" v="136"/>
        <pc:sldMkLst>
          <pc:docMk/>
          <pc:sldMk cId="2862659328" sldId="3941"/>
        </pc:sldMkLst>
        <pc:spChg chg="mod">
          <ac:chgData name="Mohammad Malk" userId="acd81f67-8494-4ad0-8d3b-66a4d23fec9b" providerId="ADAL" clId="{A7387A54-4B2F-4778-9100-50C4BE5CE04E}" dt="2026-04-03T07:16:05.538" v="136"/>
          <ac:spMkLst>
            <pc:docMk/>
            <pc:sldMk cId="2862659328" sldId="3941"/>
            <ac:spMk id="7" creationId="{EF688C8B-3AB3-BF03-B35D-85530BBEC95F}"/>
          </ac:spMkLst>
        </pc:spChg>
      </pc:sldChg>
      <pc:sldChg chg="modSp">
        <pc:chgData name="Mohammad Malk" userId="acd81f67-8494-4ad0-8d3b-66a4d23fec9b" providerId="ADAL" clId="{A7387A54-4B2F-4778-9100-50C4BE5CE04E}" dt="2026-04-03T07:19:56.387" v="138"/>
        <pc:sldMkLst>
          <pc:docMk/>
          <pc:sldMk cId="1786033728" sldId="3942"/>
        </pc:sldMkLst>
        <pc:spChg chg="mod">
          <ac:chgData name="Mohammad Malk" userId="acd81f67-8494-4ad0-8d3b-66a4d23fec9b" providerId="ADAL" clId="{A7387A54-4B2F-4778-9100-50C4BE5CE04E}" dt="2026-04-03T07:19:56.387" v="138"/>
          <ac:spMkLst>
            <pc:docMk/>
            <pc:sldMk cId="1786033728" sldId="3942"/>
            <ac:spMk id="19" creationId="{08F70BCF-1B0B-94A2-96F6-4A2C1BB49E62}"/>
          </ac:spMkLst>
        </pc:spChg>
      </pc:sldChg>
      <pc:sldChg chg="modSp">
        <pc:chgData name="Mohammad Malk" userId="acd81f67-8494-4ad0-8d3b-66a4d23fec9b" providerId="ADAL" clId="{A7387A54-4B2F-4778-9100-50C4BE5CE04E}" dt="2026-04-03T07:16:05.538" v="136"/>
        <pc:sldMkLst>
          <pc:docMk/>
          <pc:sldMk cId="1657910714" sldId="3946"/>
        </pc:sldMkLst>
        <pc:spChg chg="mod">
          <ac:chgData name="Mohammad Malk" userId="acd81f67-8494-4ad0-8d3b-66a4d23fec9b" providerId="ADAL" clId="{A7387A54-4B2F-4778-9100-50C4BE5CE04E}" dt="2026-04-03T07:16:05.538" v="136"/>
          <ac:spMkLst>
            <pc:docMk/>
            <pc:sldMk cId="1657910714" sldId="3946"/>
            <ac:spMk id="41" creationId="{1CFC43DC-C1BB-2545-F429-97520BD26013}"/>
          </ac:spMkLst>
        </pc:spChg>
      </pc:sldChg>
      <pc:sldChg chg="addSp modSp mod">
        <pc:chgData name="Mohammad Malk" userId="acd81f67-8494-4ad0-8d3b-66a4d23fec9b" providerId="ADAL" clId="{A7387A54-4B2F-4778-9100-50C4BE5CE04E}" dt="2026-04-03T06:43:53.782" v="32" actId="20577"/>
        <pc:sldMkLst>
          <pc:docMk/>
          <pc:sldMk cId="2696252509" sldId="3947"/>
        </pc:sldMkLst>
      </pc:sldChg>
      <pc:sldChg chg="modSp">
        <pc:chgData name="Mohammad Malk" userId="acd81f67-8494-4ad0-8d3b-66a4d23fec9b" providerId="ADAL" clId="{A7387A54-4B2F-4778-9100-50C4BE5CE04E}" dt="2026-04-03T07:16:05.538" v="136"/>
        <pc:sldMkLst>
          <pc:docMk/>
          <pc:sldMk cId="1046027290" sldId="4003"/>
        </pc:sldMkLst>
        <pc:spChg chg="mod">
          <ac:chgData name="Mohammad Malk" userId="acd81f67-8494-4ad0-8d3b-66a4d23fec9b" providerId="ADAL" clId="{A7387A54-4B2F-4778-9100-50C4BE5CE04E}" dt="2026-04-03T07:16:05.538" v="136"/>
          <ac:spMkLst>
            <pc:docMk/>
            <pc:sldMk cId="1046027290" sldId="4003"/>
            <ac:spMk id="71" creationId="{0C50402B-0A5F-AED8-639B-BF2D92AC3DA1}"/>
          </ac:spMkLst>
        </pc:spChg>
        <pc:spChg chg="mod">
          <ac:chgData name="Mohammad Malk" userId="acd81f67-8494-4ad0-8d3b-66a4d23fec9b" providerId="ADAL" clId="{A7387A54-4B2F-4778-9100-50C4BE5CE04E}" dt="2026-04-03T06:45:20.654" v="33"/>
          <ac:spMkLst>
            <pc:docMk/>
            <pc:sldMk cId="1046027290" sldId="4003"/>
            <ac:spMk id="87" creationId="{7CC72B11-0678-167E-DAE2-F96735BC576F}"/>
          </ac:spMkLst>
        </pc:spChg>
      </pc:sldChg>
      <pc:sldChg chg="modSp mod">
        <pc:chgData name="Mohammad Malk" userId="acd81f67-8494-4ad0-8d3b-66a4d23fec9b" providerId="ADAL" clId="{A7387A54-4B2F-4778-9100-50C4BE5CE04E}" dt="2026-04-03T07:23:07.835" v="147" actId="20577"/>
        <pc:sldMkLst>
          <pc:docMk/>
          <pc:sldMk cId="1523654525" sldId="4018"/>
        </pc:sldMkLst>
        <pc:spChg chg="mod">
          <ac:chgData name="Mohammad Malk" userId="acd81f67-8494-4ad0-8d3b-66a4d23fec9b" providerId="ADAL" clId="{A7387A54-4B2F-4778-9100-50C4BE5CE04E}" dt="2026-04-03T06:45:20.654" v="33"/>
          <ac:spMkLst>
            <pc:docMk/>
            <pc:sldMk cId="1523654525" sldId="4018"/>
            <ac:spMk id="6" creationId="{382D2253-581D-AAE4-8AB4-D848D1623ED6}"/>
          </ac:spMkLst>
        </pc:spChg>
        <pc:spChg chg="mod">
          <ac:chgData name="Mohammad Malk" userId="acd81f67-8494-4ad0-8d3b-66a4d23fec9b" providerId="ADAL" clId="{A7387A54-4B2F-4778-9100-50C4BE5CE04E}" dt="2026-04-03T07:14:00.545" v="135"/>
          <ac:spMkLst>
            <pc:docMk/>
            <pc:sldMk cId="1523654525" sldId="4018"/>
            <ac:spMk id="7" creationId="{92B472EE-0349-A90C-F5CB-5469CBEDC78A}"/>
          </ac:spMkLst>
        </pc:spChg>
        <pc:spChg chg="mod">
          <ac:chgData name="Mohammad Malk" userId="acd81f67-8494-4ad0-8d3b-66a4d23fec9b" providerId="ADAL" clId="{A7387A54-4B2F-4778-9100-50C4BE5CE04E}" dt="2026-04-03T07:23:07.835" v="147" actId="20577"/>
          <ac:spMkLst>
            <pc:docMk/>
            <pc:sldMk cId="1523654525" sldId="4018"/>
            <ac:spMk id="39" creationId="{053E80B7-8122-6BA3-1936-FE9AC6C6D0AC}"/>
          </ac:spMkLst>
        </pc:spChg>
        <pc:spChg chg="mod">
          <ac:chgData name="Mohammad Malk" userId="acd81f67-8494-4ad0-8d3b-66a4d23fec9b" providerId="ADAL" clId="{A7387A54-4B2F-4778-9100-50C4BE5CE04E}" dt="2026-04-03T07:10:34.729" v="113" actId="20577"/>
          <ac:spMkLst>
            <pc:docMk/>
            <pc:sldMk cId="1523654525" sldId="4018"/>
            <ac:spMk id="43" creationId="{90FF7B52-2731-AE04-FC19-39094F5A5484}"/>
          </ac:spMkLst>
        </pc:spChg>
        <pc:spChg chg="mod">
          <ac:chgData name="Mohammad Malk" userId="acd81f67-8494-4ad0-8d3b-66a4d23fec9b" providerId="ADAL" clId="{A7387A54-4B2F-4778-9100-50C4BE5CE04E}" dt="2026-04-03T07:10:13.579" v="99"/>
          <ac:spMkLst>
            <pc:docMk/>
            <pc:sldMk cId="1523654525" sldId="4018"/>
            <ac:spMk id="46" creationId="{48232F4E-13A7-3599-ED30-CC2BDADF6CA8}"/>
          </ac:spMkLst>
        </pc:spChg>
        <pc:graphicFrameChg chg="mod modGraphic">
          <ac:chgData name="Mohammad Malk" userId="acd81f67-8494-4ad0-8d3b-66a4d23fec9b" providerId="ADAL" clId="{A7387A54-4B2F-4778-9100-50C4BE5CE04E}" dt="2026-04-03T07:21:11.608" v="140"/>
          <ac:graphicFrameMkLst>
            <pc:docMk/>
            <pc:sldMk cId="1523654525" sldId="4018"/>
            <ac:graphicFrameMk id="10" creationId="{FADB8E32-8594-7EF5-C5A4-A50906B527D4}"/>
          </ac:graphicFrameMkLst>
        </pc:graphicFrameChg>
        <pc:graphicFrameChg chg="mod">
          <ac:chgData name="Mohammad Malk" userId="acd81f67-8494-4ad0-8d3b-66a4d23fec9b" providerId="ADAL" clId="{A7387A54-4B2F-4778-9100-50C4BE5CE04E}" dt="2026-04-03T07:22:20.644" v="142" actId="20577"/>
          <ac:graphicFrameMkLst>
            <pc:docMk/>
            <pc:sldMk cId="1523654525" sldId="4018"/>
            <ac:graphicFrameMk id="11" creationId="{4E1ECCC0-58C8-9C52-F724-1B5DD0C9A64B}"/>
          </ac:graphicFrameMkLst>
        </pc:graphicFrameChg>
      </pc:sldChg>
      <pc:sldChg chg="add">
        <pc:chgData name="Mohammad Malk" userId="acd81f67-8494-4ad0-8d3b-66a4d23fec9b" providerId="ADAL" clId="{A7387A54-4B2F-4778-9100-50C4BE5CE04E}" dt="2026-04-03T14:03:31.325" v="188"/>
        <pc:sldMkLst>
          <pc:docMk/>
          <pc:sldMk cId="4094234019" sldId="4019"/>
        </pc:sldMkLst>
      </pc:sldChg>
      <pc:sldChg chg="add">
        <pc:chgData name="Mohammad Malk" userId="acd81f67-8494-4ad0-8d3b-66a4d23fec9b" providerId="ADAL" clId="{A7387A54-4B2F-4778-9100-50C4BE5CE04E}" dt="2026-04-03T14:03:31.325" v="188"/>
        <pc:sldMkLst>
          <pc:docMk/>
          <pc:sldMk cId="3719861893" sldId="4020"/>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2" Type="http://schemas.openxmlformats.org/officeDocument/2006/relationships/package" Target="../embeddings/Microsoft_Excel_Worksheet29.xlsx"/><Relationship Id="rId1" Type="http://schemas.openxmlformats.org/officeDocument/2006/relationships/themeOverride" Target="../theme/themeOverride1.xml"/></Relationships>
</file>

<file path=ppt/charts/_rels/chart31.xml.rels><?xml version="1.0" encoding="UTF-8" standalone="yes"?>
<Relationships xmlns="http://schemas.openxmlformats.org/package/2006/relationships"><Relationship Id="rId2" Type="http://schemas.openxmlformats.org/officeDocument/2006/relationships/package" Target="../embeddings/Microsoft_Excel_Worksheet30.xlsx"/><Relationship Id="rId1" Type="http://schemas.openxmlformats.org/officeDocument/2006/relationships/themeOverride" Target="../theme/themeOverride2.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0.xml"/><Relationship Id="rId1" Type="http://schemas.microsoft.com/office/2011/relationships/chartStyle" Target="style30.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1.xml"/><Relationship Id="rId1" Type="http://schemas.microsoft.com/office/2011/relationships/chartStyle" Target="style31.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2.xml"/><Relationship Id="rId1" Type="http://schemas.microsoft.com/office/2011/relationships/chartStyle" Target="style32.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3.xml"/><Relationship Id="rId1" Type="http://schemas.microsoft.com/office/2011/relationships/chartStyle" Target="style33.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4.xml"/><Relationship Id="rId1" Type="http://schemas.microsoft.com/office/2011/relationships/chartStyle" Target="style34.xml"/></Relationships>
</file>

<file path=ppt/charts/_rels/chart37.xml.rels><?xml version="1.0" encoding="UTF-8" standalone="yes"?>
<Relationships xmlns="http://schemas.openxmlformats.org/package/2006/relationships"><Relationship Id="rId2" Type="http://schemas.openxmlformats.org/officeDocument/2006/relationships/package" Target="../embeddings/Microsoft_Excel_Worksheet36.xlsx"/><Relationship Id="rId1" Type="http://schemas.openxmlformats.org/officeDocument/2006/relationships/themeOverride" Target="../theme/themeOverride3.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5.xml"/><Relationship Id="rId1" Type="http://schemas.microsoft.com/office/2011/relationships/chartStyle" Target="style35.xml"/></Relationships>
</file>

<file path=ppt/charts/_rels/chart39.xml.rels><?xml version="1.0" encoding="UTF-8" standalone="yes"?>
<Relationships xmlns="http://schemas.openxmlformats.org/package/2006/relationships"><Relationship Id="rId2" Type="http://schemas.openxmlformats.org/officeDocument/2006/relationships/package" Target="../embeddings/Microsoft_Excel_Worksheet38.xlsx"/><Relationship Id="rId1" Type="http://schemas.openxmlformats.org/officeDocument/2006/relationships/themeOverride" Target="../theme/themeOverride4.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6.xml"/><Relationship Id="rId1" Type="http://schemas.microsoft.com/office/2011/relationships/chartStyle" Target="style36.xml"/></Relationships>
</file>

<file path=ppt/charts/_rels/chart41.xml.rels><?xml version="1.0" encoding="UTF-8" standalone="yes"?>
<Relationships xmlns="http://schemas.openxmlformats.org/package/2006/relationships"><Relationship Id="rId2" Type="http://schemas.openxmlformats.org/officeDocument/2006/relationships/package" Target="../embeddings/Microsoft_Excel_Worksheet40.xlsx"/><Relationship Id="rId1" Type="http://schemas.openxmlformats.org/officeDocument/2006/relationships/themeOverride" Target="../theme/themeOverride5.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37.xml"/><Relationship Id="rId1" Type="http://schemas.microsoft.com/office/2011/relationships/chartStyle" Target="style37.xml"/></Relationships>
</file>

<file path=ppt/charts/_rels/chart43.xml.rels><?xml version="1.0" encoding="UTF-8" standalone="yes"?>
<Relationships xmlns="http://schemas.openxmlformats.org/package/2006/relationships"><Relationship Id="rId2" Type="http://schemas.openxmlformats.org/officeDocument/2006/relationships/package" Target="../embeddings/Microsoft_Excel_Worksheet42.xlsx"/><Relationship Id="rId1" Type="http://schemas.openxmlformats.org/officeDocument/2006/relationships/themeOverride" Target="../theme/themeOverride6.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38.xml"/><Relationship Id="rId1" Type="http://schemas.microsoft.com/office/2011/relationships/chartStyle" Target="style38.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39.xml"/><Relationship Id="rId1" Type="http://schemas.microsoft.com/office/2011/relationships/chartStyle" Target="style39.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0.xml"/><Relationship Id="rId1" Type="http://schemas.microsoft.com/office/2011/relationships/chartStyle" Target="style40.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1.xml"/><Relationship Id="rId1" Type="http://schemas.microsoft.com/office/2011/relationships/chartStyle" Target="style41.xml"/></Relationships>
</file>

<file path=ppt/charts/_rels/chart48.xml.rels><?xml version="1.0" encoding="UTF-8" standalone="yes"?>
<Relationships xmlns="http://schemas.openxmlformats.org/package/2006/relationships"><Relationship Id="rId2" Type="http://schemas.openxmlformats.org/officeDocument/2006/relationships/package" Target="../embeddings/Microsoft_Excel_Worksheet47.xlsx"/><Relationship Id="rId1" Type="http://schemas.openxmlformats.org/officeDocument/2006/relationships/themeOverride" Target="../theme/themeOverride7.xml"/></Relationships>
</file>

<file path=ppt/charts/_rels/chart49.xml.rels><?xml version="1.0" encoding="UTF-8" standalone="yes"?>
<Relationships xmlns="http://schemas.openxmlformats.org/package/2006/relationships"><Relationship Id="rId2" Type="http://schemas.openxmlformats.org/officeDocument/2006/relationships/package" Target="../embeddings/Microsoft_Excel_Worksheet48.xlsx"/><Relationship Id="rId1" Type="http://schemas.openxmlformats.org/officeDocument/2006/relationships/themeOverride" Target="../theme/themeOverride8.xml"/></Relationships>
</file>

<file path=ppt/charts/_rels/chart50.xml.rels><?xml version="1.0" encoding="UTF-8" standalone="yes"?>
<Relationships xmlns="http://schemas.openxmlformats.org/package/2006/relationships"><Relationship Id="rId2" Type="http://schemas.openxmlformats.org/officeDocument/2006/relationships/package" Target="../embeddings/Microsoft_Excel_Worksheet49.xlsx"/><Relationship Id="rId1" Type="http://schemas.openxmlformats.org/officeDocument/2006/relationships/themeOverride" Target="../theme/themeOverride9.xml"/></Relationships>
</file>

<file path=ppt/charts/_rels/chart51.xml.rels><?xml version="1.0" encoding="UTF-8" standalone="yes"?>
<Relationships xmlns="http://schemas.openxmlformats.org/package/2006/relationships"><Relationship Id="rId2" Type="http://schemas.openxmlformats.org/officeDocument/2006/relationships/package" Target="../embeddings/Microsoft_Excel_Worksheet50.xlsx"/><Relationship Id="rId1" Type="http://schemas.openxmlformats.org/officeDocument/2006/relationships/themeOverride" Target="../theme/themeOverride10.xml"/></Relationships>
</file>

<file path=ppt/charts/_rels/chart52.xml.rels><?xml version="1.0" encoding="UTF-8" standalone="yes"?>
<Relationships xmlns="http://schemas.openxmlformats.org/package/2006/relationships"><Relationship Id="rId2" Type="http://schemas.openxmlformats.org/officeDocument/2006/relationships/package" Target="../embeddings/Microsoft_Excel_Worksheet51.xlsx"/><Relationship Id="rId1" Type="http://schemas.openxmlformats.org/officeDocument/2006/relationships/themeOverride" Target="../theme/themeOverride11.xml"/></Relationships>
</file>

<file path=ppt/charts/_rels/chart53.xml.rels><?xml version="1.0" encoding="UTF-8" standalone="yes"?>
<Relationships xmlns="http://schemas.openxmlformats.org/package/2006/relationships"><Relationship Id="rId2" Type="http://schemas.openxmlformats.org/officeDocument/2006/relationships/package" Target="../embeddings/Microsoft_Excel_Worksheet52.xlsx"/><Relationship Id="rId1" Type="http://schemas.openxmlformats.org/officeDocument/2006/relationships/themeOverride" Target="../theme/themeOverride12.xml"/></Relationships>
</file>

<file path=ppt/charts/_rels/chart54.xml.rels><?xml version="1.0" encoding="UTF-8" standalone="yes"?>
<Relationships xmlns="http://schemas.openxmlformats.org/package/2006/relationships"><Relationship Id="rId2" Type="http://schemas.openxmlformats.org/officeDocument/2006/relationships/package" Target="../embeddings/Microsoft_Excel_Worksheet53.xlsx"/><Relationship Id="rId1" Type="http://schemas.openxmlformats.org/officeDocument/2006/relationships/themeOverride" Target="../theme/themeOverride13.xml"/></Relationships>
</file>

<file path=ppt/charts/_rels/chart55.xml.rels><?xml version="1.0" encoding="UTF-8" standalone="yes"?>
<Relationships xmlns="http://schemas.openxmlformats.org/package/2006/relationships"><Relationship Id="rId2" Type="http://schemas.openxmlformats.org/officeDocument/2006/relationships/package" Target="../embeddings/Microsoft_Excel_Worksheet54.xlsx"/><Relationship Id="rId1" Type="http://schemas.openxmlformats.org/officeDocument/2006/relationships/themeOverride" Target="../theme/themeOverride14.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42.xml"/><Relationship Id="rId1" Type="http://schemas.microsoft.com/office/2011/relationships/chartStyle" Target="style42.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43.xml"/><Relationship Id="rId1" Type="http://schemas.microsoft.com/office/2011/relationships/chartStyle" Target="style43.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44.xml"/><Relationship Id="rId1" Type="http://schemas.microsoft.com/office/2011/relationships/chartStyle" Target="style44.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45.xml"/><Relationship Id="rId1" Type="http://schemas.microsoft.com/office/2011/relationships/chartStyle" Target="style45.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46.xml"/><Relationship Id="rId1" Type="http://schemas.microsoft.com/office/2011/relationships/chartStyle" Target="style46.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47.xml"/><Relationship Id="rId1" Type="http://schemas.microsoft.com/office/2011/relationships/chartStyle" Target="style47.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48.xml"/><Relationship Id="rId1" Type="http://schemas.microsoft.com/office/2011/relationships/chartStyle" Target="style48.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49.xml"/><Relationship Id="rId1" Type="http://schemas.microsoft.com/office/2011/relationships/chartStyle" Target="style49.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50.xml"/><Relationship Id="rId1" Type="http://schemas.microsoft.com/office/2011/relationships/chartStyle" Target="style50.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51.xml"/><Relationship Id="rId1" Type="http://schemas.microsoft.com/office/2011/relationships/chartStyle" Target="style51.xml"/></Relationships>
</file>

<file path=ppt/charts/_rels/chart66.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52.xml"/><Relationship Id="rId1" Type="http://schemas.microsoft.com/office/2011/relationships/chartStyle" Target="style52.xml"/></Relationships>
</file>

<file path=ppt/charts/_rels/chart67.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53.xml"/><Relationship Id="rId1" Type="http://schemas.microsoft.com/office/2011/relationships/chartStyle" Target="style53.xml"/></Relationships>
</file>

<file path=ppt/charts/_rels/chart68.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54.xml"/><Relationship Id="rId1" Type="http://schemas.microsoft.com/office/2011/relationships/chartStyle" Target="style54.xml"/></Relationships>
</file>

<file path=ppt/charts/_rels/chart69.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55.xml"/><Relationship Id="rId1" Type="http://schemas.microsoft.com/office/2011/relationships/chartStyle" Target="style55.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56.xml"/><Relationship Id="rId1" Type="http://schemas.microsoft.com/office/2011/relationships/chartStyle" Target="style56.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70.xlsx"/><Relationship Id="rId2" Type="http://schemas.microsoft.com/office/2011/relationships/chartColorStyle" Target="colors57.xml"/><Relationship Id="rId1" Type="http://schemas.microsoft.com/office/2011/relationships/chartStyle" Target="style57.xml"/></Relationships>
</file>

<file path=ppt/charts/_rels/chart72.xml.rels><?xml version="1.0" encoding="UTF-8" standalone="yes"?>
<Relationships xmlns="http://schemas.openxmlformats.org/package/2006/relationships"><Relationship Id="rId3" Type="http://schemas.openxmlformats.org/officeDocument/2006/relationships/package" Target="../embeddings/Microsoft_Excel_Worksheet71.xlsx"/><Relationship Id="rId2" Type="http://schemas.microsoft.com/office/2011/relationships/chartColorStyle" Target="colors58.xml"/><Relationship Id="rId1" Type="http://schemas.microsoft.com/office/2011/relationships/chartStyle" Target="style58.xml"/></Relationships>
</file>

<file path=ppt/charts/_rels/chart73.xml.rels><?xml version="1.0" encoding="UTF-8" standalone="yes"?>
<Relationships xmlns="http://schemas.openxmlformats.org/package/2006/relationships"><Relationship Id="rId3" Type="http://schemas.openxmlformats.org/officeDocument/2006/relationships/package" Target="../embeddings/Microsoft_Excel_Worksheet72.xlsx"/><Relationship Id="rId2" Type="http://schemas.microsoft.com/office/2011/relationships/chartColorStyle" Target="colors59.xml"/><Relationship Id="rId1" Type="http://schemas.microsoft.com/office/2011/relationships/chartStyle" Target="style59.xml"/></Relationships>
</file>

<file path=ppt/charts/_rels/chart74.xml.rels><?xml version="1.0" encoding="UTF-8" standalone="yes"?>
<Relationships xmlns="http://schemas.openxmlformats.org/package/2006/relationships"><Relationship Id="rId3" Type="http://schemas.openxmlformats.org/officeDocument/2006/relationships/package" Target="../embeddings/Microsoft_Excel_Worksheet73.xlsx"/><Relationship Id="rId2" Type="http://schemas.microsoft.com/office/2011/relationships/chartColorStyle" Target="colors60.xml"/><Relationship Id="rId1" Type="http://schemas.microsoft.com/office/2011/relationships/chartStyle" Target="style60.xml"/></Relationships>
</file>

<file path=ppt/charts/_rels/chart75.xml.rels><?xml version="1.0" encoding="UTF-8" standalone="yes"?>
<Relationships xmlns="http://schemas.openxmlformats.org/package/2006/relationships"><Relationship Id="rId3" Type="http://schemas.openxmlformats.org/officeDocument/2006/relationships/package" Target="../embeddings/Microsoft_Excel_Worksheet74.xlsx"/><Relationship Id="rId2" Type="http://schemas.microsoft.com/office/2011/relationships/chartColorStyle" Target="colors61.xml"/><Relationship Id="rId1" Type="http://schemas.microsoft.com/office/2011/relationships/chartStyle" Target="style61.xml"/></Relationships>
</file>

<file path=ppt/charts/_rels/chart76.xml.rels><?xml version="1.0" encoding="UTF-8" standalone="yes"?>
<Relationships xmlns="http://schemas.openxmlformats.org/package/2006/relationships"><Relationship Id="rId3" Type="http://schemas.openxmlformats.org/officeDocument/2006/relationships/package" Target="../embeddings/Microsoft_Excel_Worksheet75.xlsx"/><Relationship Id="rId2" Type="http://schemas.microsoft.com/office/2011/relationships/chartColorStyle" Target="colors62.xml"/><Relationship Id="rId1" Type="http://schemas.microsoft.com/office/2011/relationships/chartStyle" Target="style62.xml"/></Relationships>
</file>

<file path=ppt/charts/_rels/chart77.xml.rels><?xml version="1.0" encoding="UTF-8" standalone="yes"?>
<Relationships xmlns="http://schemas.openxmlformats.org/package/2006/relationships"><Relationship Id="rId3" Type="http://schemas.openxmlformats.org/officeDocument/2006/relationships/package" Target="../embeddings/Microsoft_Excel_Worksheet76.xlsx"/><Relationship Id="rId2" Type="http://schemas.microsoft.com/office/2011/relationships/chartColorStyle" Target="colors63.xml"/><Relationship Id="rId1" Type="http://schemas.microsoft.com/office/2011/relationships/chartStyle" Target="style63.xml"/></Relationships>
</file>

<file path=ppt/charts/_rels/chart78.xml.rels><?xml version="1.0" encoding="UTF-8" standalone="yes"?>
<Relationships xmlns="http://schemas.openxmlformats.org/package/2006/relationships"><Relationship Id="rId3" Type="http://schemas.openxmlformats.org/officeDocument/2006/relationships/package" Target="../embeddings/Microsoft_Excel_Worksheet77.xlsx"/><Relationship Id="rId2" Type="http://schemas.microsoft.com/office/2011/relationships/chartColorStyle" Target="colors64.xml"/><Relationship Id="rId1" Type="http://schemas.microsoft.com/office/2011/relationships/chartStyle" Target="style64.xml"/></Relationships>
</file>

<file path=ppt/charts/_rels/chart79.xml.rels><?xml version="1.0" encoding="UTF-8" standalone="yes"?>
<Relationships xmlns="http://schemas.openxmlformats.org/package/2006/relationships"><Relationship Id="rId3" Type="http://schemas.openxmlformats.org/officeDocument/2006/relationships/package" Target="../embeddings/Microsoft_Excel_Worksheet78.xlsx"/><Relationship Id="rId2" Type="http://schemas.microsoft.com/office/2011/relationships/chartColorStyle" Target="colors65.xml"/><Relationship Id="rId1" Type="http://schemas.microsoft.com/office/2011/relationships/chartStyle" Target="style65.xml"/></Relationships>
</file>

<file path=ppt/charts/_rels/chart80.xml.rels><?xml version="1.0" encoding="UTF-8" standalone="yes"?>
<Relationships xmlns="http://schemas.openxmlformats.org/package/2006/relationships"><Relationship Id="rId3" Type="http://schemas.openxmlformats.org/officeDocument/2006/relationships/package" Target="../embeddings/Microsoft_Excel_Worksheet79.xlsx"/><Relationship Id="rId2" Type="http://schemas.microsoft.com/office/2011/relationships/chartColorStyle" Target="colors66.xml"/><Relationship Id="rId1" Type="http://schemas.microsoft.com/office/2011/relationships/chartStyle" Target="style66.xml"/></Relationships>
</file>

<file path=ppt/charts/_rels/chart81.xml.rels><?xml version="1.0" encoding="UTF-8" standalone="yes"?>
<Relationships xmlns="http://schemas.openxmlformats.org/package/2006/relationships"><Relationship Id="rId3" Type="http://schemas.openxmlformats.org/officeDocument/2006/relationships/package" Target="../embeddings/Microsoft_Excel_Worksheet80.xlsx"/><Relationship Id="rId2" Type="http://schemas.microsoft.com/office/2011/relationships/chartColorStyle" Target="colors67.xml"/><Relationship Id="rId1" Type="http://schemas.microsoft.com/office/2011/relationships/chartStyle" Target="style67.xml"/></Relationships>
</file>

<file path=ppt/charts/_rels/chart82.xml.rels><?xml version="1.0" encoding="UTF-8" standalone="yes"?>
<Relationships xmlns="http://schemas.openxmlformats.org/package/2006/relationships"><Relationship Id="rId3" Type="http://schemas.openxmlformats.org/officeDocument/2006/relationships/package" Target="../embeddings/Microsoft_Excel_Worksheet81.xlsx"/><Relationship Id="rId2" Type="http://schemas.microsoft.com/office/2011/relationships/chartColorStyle" Target="colors68.xml"/><Relationship Id="rId1" Type="http://schemas.microsoft.com/office/2011/relationships/chartStyle" Target="style68.xml"/></Relationships>
</file>

<file path=ppt/charts/_rels/chart83.xml.rels><?xml version="1.0" encoding="UTF-8" standalone="yes"?>
<Relationships xmlns="http://schemas.openxmlformats.org/package/2006/relationships"><Relationship Id="rId3" Type="http://schemas.openxmlformats.org/officeDocument/2006/relationships/package" Target="../embeddings/Microsoft_Excel_Worksheet82.xlsx"/><Relationship Id="rId2" Type="http://schemas.microsoft.com/office/2011/relationships/chartColorStyle" Target="colors69.xml"/><Relationship Id="rId1" Type="http://schemas.microsoft.com/office/2011/relationships/chartStyle" Target="style69.xml"/></Relationships>
</file>

<file path=ppt/charts/_rels/chart84.xml.rels><?xml version="1.0" encoding="UTF-8" standalone="yes"?>
<Relationships xmlns="http://schemas.openxmlformats.org/package/2006/relationships"><Relationship Id="rId3" Type="http://schemas.openxmlformats.org/officeDocument/2006/relationships/package" Target="../embeddings/Microsoft_Excel_Worksheet83.xlsx"/><Relationship Id="rId2" Type="http://schemas.microsoft.com/office/2011/relationships/chartColorStyle" Target="colors70.xml"/><Relationship Id="rId1" Type="http://schemas.microsoft.com/office/2011/relationships/chartStyle" Target="style70.xml"/></Relationships>
</file>

<file path=ppt/charts/_rels/chart85.xml.rels><?xml version="1.0" encoding="UTF-8" standalone="yes"?>
<Relationships xmlns="http://schemas.openxmlformats.org/package/2006/relationships"><Relationship Id="rId3" Type="http://schemas.openxmlformats.org/officeDocument/2006/relationships/package" Target="../embeddings/Microsoft_Excel_Worksheet84.xlsx"/><Relationship Id="rId2" Type="http://schemas.microsoft.com/office/2011/relationships/chartColorStyle" Target="colors71.xml"/><Relationship Id="rId1" Type="http://schemas.microsoft.com/office/2011/relationships/chartStyle" Target="style71.xml"/></Relationships>
</file>

<file path=ppt/charts/_rels/chart86.xml.rels><?xml version="1.0" encoding="UTF-8" standalone="yes"?>
<Relationships xmlns="http://schemas.openxmlformats.org/package/2006/relationships"><Relationship Id="rId3" Type="http://schemas.openxmlformats.org/officeDocument/2006/relationships/package" Target="../embeddings/Microsoft_Excel_Worksheet85.xlsx"/><Relationship Id="rId2" Type="http://schemas.microsoft.com/office/2011/relationships/chartColorStyle" Target="colors72.xml"/><Relationship Id="rId1" Type="http://schemas.microsoft.com/office/2011/relationships/chartStyle" Target="style72.xml"/></Relationships>
</file>

<file path=ppt/charts/_rels/chart87.xml.rels><?xml version="1.0" encoding="UTF-8" standalone="yes"?>
<Relationships xmlns="http://schemas.openxmlformats.org/package/2006/relationships"><Relationship Id="rId3" Type="http://schemas.openxmlformats.org/officeDocument/2006/relationships/package" Target="../embeddings/Microsoft_Excel_Worksheet86.xlsx"/><Relationship Id="rId2" Type="http://schemas.microsoft.com/office/2011/relationships/chartColorStyle" Target="colors73.xml"/><Relationship Id="rId1" Type="http://schemas.microsoft.com/office/2011/relationships/chartStyle" Target="style73.xml"/></Relationships>
</file>

<file path=ppt/charts/_rels/chart88.xml.rels><?xml version="1.0" encoding="UTF-8" standalone="yes"?>
<Relationships xmlns="http://schemas.openxmlformats.org/package/2006/relationships"><Relationship Id="rId3" Type="http://schemas.openxmlformats.org/officeDocument/2006/relationships/package" Target="../embeddings/Microsoft_Excel_Worksheet87.xlsx"/><Relationship Id="rId2" Type="http://schemas.microsoft.com/office/2011/relationships/chartColorStyle" Target="colors74.xml"/><Relationship Id="rId1" Type="http://schemas.microsoft.com/office/2011/relationships/chartStyle" Target="style74.xml"/></Relationships>
</file>

<file path=ppt/charts/_rels/chart89.xml.rels><?xml version="1.0" encoding="UTF-8" standalone="yes"?>
<Relationships xmlns="http://schemas.openxmlformats.org/package/2006/relationships"><Relationship Id="rId3" Type="http://schemas.openxmlformats.org/officeDocument/2006/relationships/package" Target="../embeddings/Microsoft_Excel_Worksheet88.xlsx"/><Relationship Id="rId2" Type="http://schemas.microsoft.com/office/2011/relationships/chartColorStyle" Target="colors75.xml"/><Relationship Id="rId1" Type="http://schemas.microsoft.com/office/2011/relationships/chartStyle" Target="style75.xml"/></Relationships>
</file>

<file path=ppt/charts/_rels/chart90.xml.rels><?xml version="1.0" encoding="UTF-8" standalone="yes"?>
<Relationships xmlns="http://schemas.openxmlformats.org/package/2006/relationships"><Relationship Id="rId3" Type="http://schemas.openxmlformats.org/officeDocument/2006/relationships/package" Target="../embeddings/Microsoft_Excel_Worksheet89.xlsx"/><Relationship Id="rId2" Type="http://schemas.microsoft.com/office/2011/relationships/chartColorStyle" Target="colors76.xml"/><Relationship Id="rId1" Type="http://schemas.microsoft.com/office/2011/relationships/chartStyle" Target="style76.xml"/></Relationships>
</file>

<file path=ppt/charts/_rels/chart91.xml.rels><?xml version="1.0" encoding="UTF-8" standalone="yes"?>
<Relationships xmlns="http://schemas.openxmlformats.org/package/2006/relationships"><Relationship Id="rId3" Type="http://schemas.openxmlformats.org/officeDocument/2006/relationships/package" Target="../embeddings/Microsoft_Excel_Worksheet90.xlsx"/><Relationship Id="rId2" Type="http://schemas.microsoft.com/office/2011/relationships/chartColorStyle" Target="colors77.xml"/><Relationship Id="rId1" Type="http://schemas.microsoft.com/office/2011/relationships/chartStyle" Target="style77.xml"/></Relationships>
</file>

<file path=ppt/charts/_rels/chart92.xml.rels><?xml version="1.0" encoding="UTF-8" standalone="yes"?>
<Relationships xmlns="http://schemas.openxmlformats.org/package/2006/relationships"><Relationship Id="rId3" Type="http://schemas.openxmlformats.org/officeDocument/2006/relationships/package" Target="../embeddings/Microsoft_Excel_Worksheet91.xlsx"/><Relationship Id="rId2" Type="http://schemas.microsoft.com/office/2011/relationships/chartColorStyle" Target="colors78.xml"/><Relationship Id="rId1" Type="http://schemas.microsoft.com/office/2011/relationships/chartStyle" Target="style78.xml"/></Relationships>
</file>

<file path=ppt/charts/_rels/chart93.xml.rels><?xml version="1.0" encoding="UTF-8" standalone="yes"?>
<Relationships xmlns="http://schemas.openxmlformats.org/package/2006/relationships"><Relationship Id="rId3" Type="http://schemas.openxmlformats.org/officeDocument/2006/relationships/package" Target="../embeddings/Microsoft_Excel_Worksheet92.xlsx"/><Relationship Id="rId2" Type="http://schemas.microsoft.com/office/2011/relationships/chartColorStyle" Target="colors79.xml"/><Relationship Id="rId1" Type="http://schemas.microsoft.com/office/2011/relationships/chartStyle" Target="style79.xml"/></Relationships>
</file>

<file path=ppt/charts/_rels/chart94.xml.rels><?xml version="1.0" encoding="UTF-8" standalone="yes"?>
<Relationships xmlns="http://schemas.openxmlformats.org/package/2006/relationships"><Relationship Id="rId3" Type="http://schemas.openxmlformats.org/officeDocument/2006/relationships/package" Target="../embeddings/Microsoft_Excel_Worksheet93.xlsx"/><Relationship Id="rId2" Type="http://schemas.microsoft.com/office/2011/relationships/chartColorStyle" Target="colors80.xml"/><Relationship Id="rId1" Type="http://schemas.microsoft.com/office/2011/relationships/chartStyle" Target="style80.xml"/></Relationships>
</file>

<file path=ppt/charts/_rels/chart95.xml.rels><?xml version="1.0" encoding="UTF-8" standalone="yes"?>
<Relationships xmlns="http://schemas.openxmlformats.org/package/2006/relationships"><Relationship Id="rId3" Type="http://schemas.openxmlformats.org/officeDocument/2006/relationships/package" Target="../embeddings/Microsoft_Excel_Worksheet94.xlsx"/><Relationship Id="rId2" Type="http://schemas.microsoft.com/office/2011/relationships/chartColorStyle" Target="colors81.xml"/><Relationship Id="rId1" Type="http://schemas.microsoft.com/office/2011/relationships/chartStyle" Target="style81.xml"/></Relationships>
</file>

<file path=ppt/charts/_rels/chart96.xml.rels><?xml version="1.0" encoding="UTF-8" standalone="yes"?>
<Relationships xmlns="http://schemas.openxmlformats.org/package/2006/relationships"><Relationship Id="rId3" Type="http://schemas.openxmlformats.org/officeDocument/2006/relationships/package" Target="../embeddings/Microsoft_Excel_Worksheet95.xlsx"/><Relationship Id="rId2" Type="http://schemas.microsoft.com/office/2011/relationships/chartColorStyle" Target="colors82.xml"/><Relationship Id="rId1" Type="http://schemas.microsoft.com/office/2011/relationships/chartStyle" Target="style82.xml"/></Relationships>
</file>

<file path=ppt/charts/_rels/chart97.xml.rels><?xml version="1.0" encoding="UTF-8" standalone="yes"?>
<Relationships xmlns="http://schemas.openxmlformats.org/package/2006/relationships"><Relationship Id="rId3" Type="http://schemas.openxmlformats.org/officeDocument/2006/relationships/package" Target="../embeddings/Microsoft_Excel_Worksheet96.xlsx"/><Relationship Id="rId2" Type="http://schemas.microsoft.com/office/2011/relationships/chartColorStyle" Target="colors83.xml"/><Relationship Id="rId1" Type="http://schemas.microsoft.com/office/2011/relationships/chartStyle" Target="style83.xml"/></Relationships>
</file>

<file path=ppt/charts/_rels/chart98.xml.rels><?xml version="1.0" encoding="UTF-8" standalone="yes"?>
<Relationships xmlns="http://schemas.openxmlformats.org/package/2006/relationships"><Relationship Id="rId3" Type="http://schemas.openxmlformats.org/officeDocument/2006/relationships/package" Target="../embeddings/Microsoft_Excel_Worksheet97.xlsx"/><Relationship Id="rId2" Type="http://schemas.microsoft.com/office/2011/relationships/chartColorStyle" Target="colors84.xml"/><Relationship Id="rId1" Type="http://schemas.microsoft.com/office/2011/relationships/chartStyle" Target="style84.xml"/></Relationships>
</file>

<file path=ppt/charts/_rels/chart99.xml.rels><?xml version="1.0" encoding="UTF-8" standalone="yes"?>
<Relationships xmlns="http://schemas.openxmlformats.org/package/2006/relationships"><Relationship Id="rId3" Type="http://schemas.openxmlformats.org/officeDocument/2006/relationships/package" Target="../embeddings/Microsoft_Excel_Worksheet98.xlsx"/><Relationship Id="rId2" Type="http://schemas.microsoft.com/office/2011/relationships/chartColorStyle" Target="colors85.xml"/><Relationship Id="rId1" Type="http://schemas.microsoft.com/office/2011/relationships/chartStyle" Target="style85.xml"/></Relationships>
</file>

<file path=ppt/charts/_rels/chart100.xml.rels><?xml version="1.0" encoding="UTF-8" standalone="yes"?>
<Relationships xmlns="http://schemas.openxmlformats.org/package/2006/relationships"><Relationship Id="rId3" Type="http://schemas.openxmlformats.org/officeDocument/2006/relationships/package" Target="../embeddings/Microsoft_Excel_Worksheet99.xlsx"/><Relationship Id="rId2" Type="http://schemas.microsoft.com/office/2011/relationships/chartColorStyle" Target="colors86.xml"/><Relationship Id="rId1" Type="http://schemas.microsoft.com/office/2011/relationships/chartStyle" Target="style86.xml"/></Relationships>
</file>

<file path=ppt/charts/_rels/chart101.xml.rels><?xml version="1.0" encoding="UTF-8" standalone="yes"?>
<Relationships xmlns="http://schemas.openxmlformats.org/package/2006/relationships"><Relationship Id="rId3" Type="http://schemas.openxmlformats.org/officeDocument/2006/relationships/package" Target="../embeddings/Microsoft_Excel_Worksheet100.xlsx"/><Relationship Id="rId2" Type="http://schemas.microsoft.com/office/2011/relationships/chartColorStyle" Target="colors87.xml"/><Relationship Id="rId1" Type="http://schemas.microsoft.com/office/2011/relationships/chartStyle" Target="style87.xml"/></Relationships>
</file>

<file path=ppt/charts/_rels/chart102.xml.rels><?xml version="1.0" encoding="UTF-8" standalone="yes"?>
<Relationships xmlns="http://schemas.openxmlformats.org/package/2006/relationships"><Relationship Id="rId3" Type="http://schemas.openxmlformats.org/officeDocument/2006/relationships/package" Target="../embeddings/Microsoft_Excel_Worksheet101.xlsx"/><Relationship Id="rId2" Type="http://schemas.microsoft.com/office/2011/relationships/chartColorStyle" Target="colors88.xml"/><Relationship Id="rId1" Type="http://schemas.microsoft.com/office/2011/relationships/chartStyle" Target="style88.xml"/></Relationships>
</file>

<file path=ppt/charts/_rels/chart103.xml.rels><?xml version="1.0" encoding="UTF-8" standalone="yes"?>
<Relationships xmlns="http://schemas.openxmlformats.org/package/2006/relationships"><Relationship Id="rId3" Type="http://schemas.openxmlformats.org/officeDocument/2006/relationships/package" Target="../embeddings/Microsoft_Excel_Worksheet102.xlsx"/><Relationship Id="rId2" Type="http://schemas.microsoft.com/office/2011/relationships/chartColorStyle" Target="colors89.xml"/><Relationship Id="rId1" Type="http://schemas.microsoft.com/office/2011/relationships/chartStyle" Target="style89.xml"/></Relationships>
</file>

<file path=ppt/charts/_rels/chart104.xml.rels><?xml version="1.0" encoding="UTF-8" standalone="yes"?>
<Relationships xmlns="http://schemas.openxmlformats.org/package/2006/relationships"><Relationship Id="rId3" Type="http://schemas.openxmlformats.org/officeDocument/2006/relationships/package" Target="../embeddings/Microsoft_Excel_Worksheet103.xlsx"/><Relationship Id="rId2" Type="http://schemas.microsoft.com/office/2011/relationships/chartColorStyle" Target="colors90.xml"/><Relationship Id="rId1" Type="http://schemas.microsoft.com/office/2011/relationships/chartStyle" Target="style90.xml"/></Relationships>
</file>

<file path=ppt/charts/_rels/chart105.xml.rels><?xml version="1.0" encoding="UTF-8" standalone="yes"?>
<Relationships xmlns="http://schemas.openxmlformats.org/package/2006/relationships"><Relationship Id="rId3" Type="http://schemas.openxmlformats.org/officeDocument/2006/relationships/package" Target="../embeddings/Microsoft_Excel_Worksheet104.xlsx"/><Relationship Id="rId2" Type="http://schemas.microsoft.com/office/2011/relationships/chartColorStyle" Target="colors91.xml"/><Relationship Id="rId1" Type="http://schemas.microsoft.com/office/2011/relationships/chartStyle" Target="style91.xml"/></Relationships>
</file>

<file path=ppt/charts/_rels/chart106.xml.rels><?xml version="1.0" encoding="UTF-8" standalone="yes"?>
<Relationships xmlns="http://schemas.openxmlformats.org/package/2006/relationships"><Relationship Id="rId3" Type="http://schemas.openxmlformats.org/officeDocument/2006/relationships/package" Target="../embeddings/Microsoft_Excel_Worksheet105.xlsx"/><Relationship Id="rId2" Type="http://schemas.microsoft.com/office/2011/relationships/chartColorStyle" Target="colors92.xml"/><Relationship Id="rId1" Type="http://schemas.microsoft.com/office/2011/relationships/chartStyle" Target="style92.xml"/></Relationships>
</file>

<file path=ppt/charts/_rels/chart107.xml.rels><?xml version="1.0" encoding="UTF-8" standalone="yes"?>
<Relationships xmlns="http://schemas.openxmlformats.org/package/2006/relationships"><Relationship Id="rId3" Type="http://schemas.openxmlformats.org/officeDocument/2006/relationships/package" Target="../embeddings/Microsoft_Excel_Worksheet106.xlsx"/><Relationship Id="rId2" Type="http://schemas.microsoft.com/office/2011/relationships/chartColorStyle" Target="colors93.xml"/><Relationship Id="rId1" Type="http://schemas.microsoft.com/office/2011/relationships/chartStyle" Target="style93.xml"/></Relationships>
</file>

<file path=ppt/charts/_rels/chart108.xml.rels><?xml version="1.0" encoding="UTF-8" standalone="yes"?>
<Relationships xmlns="http://schemas.openxmlformats.org/package/2006/relationships"><Relationship Id="rId3" Type="http://schemas.openxmlformats.org/officeDocument/2006/relationships/package" Target="../embeddings/Microsoft_Excel_Worksheet107.xlsx"/><Relationship Id="rId2" Type="http://schemas.microsoft.com/office/2011/relationships/chartColorStyle" Target="colors94.xml"/><Relationship Id="rId1" Type="http://schemas.microsoft.com/office/2011/relationships/chartStyle" Target="style94.xml"/></Relationships>
</file>

<file path=ppt/charts/_rels/chart109.xml.rels><?xml version="1.0" encoding="UTF-8" standalone="yes"?>
<Relationships xmlns="http://schemas.openxmlformats.org/package/2006/relationships"><Relationship Id="rId3" Type="http://schemas.openxmlformats.org/officeDocument/2006/relationships/package" Target="../embeddings/Microsoft_Excel_Worksheet108.xlsx"/><Relationship Id="rId2" Type="http://schemas.microsoft.com/office/2011/relationships/chartColorStyle" Target="colors95.xml"/><Relationship Id="rId1" Type="http://schemas.microsoft.com/office/2011/relationships/chartStyle" Target="style95.xml"/></Relationships>
</file>

<file path=ppt/charts/_rels/chart110.xml.rels><?xml version="1.0" encoding="UTF-8" standalone="yes"?>
<Relationships xmlns="http://schemas.openxmlformats.org/package/2006/relationships"><Relationship Id="rId3" Type="http://schemas.openxmlformats.org/officeDocument/2006/relationships/package" Target="../embeddings/Microsoft_Excel_Worksheet109.xlsx"/><Relationship Id="rId2" Type="http://schemas.microsoft.com/office/2011/relationships/chartColorStyle" Target="colors96.xml"/><Relationship Id="rId1" Type="http://schemas.microsoft.com/office/2011/relationships/chartStyle" Target="style96.xml"/></Relationships>
</file>

<file path=ppt/charts/_rels/chart111.xml.rels><?xml version="1.0" encoding="UTF-8" standalone="yes"?>
<Relationships xmlns="http://schemas.openxmlformats.org/package/2006/relationships"><Relationship Id="rId3" Type="http://schemas.openxmlformats.org/officeDocument/2006/relationships/package" Target="../embeddings/Microsoft_Excel_Worksheet110.xlsx"/><Relationship Id="rId2" Type="http://schemas.microsoft.com/office/2011/relationships/chartColorStyle" Target="colors97.xml"/><Relationship Id="rId1" Type="http://schemas.microsoft.com/office/2011/relationships/chartStyle" Target="style97.xml"/></Relationships>
</file>

<file path=ppt/charts/_rels/chart112.xml.rels><?xml version="1.0" encoding="UTF-8" standalone="yes"?>
<Relationships xmlns="http://schemas.openxmlformats.org/package/2006/relationships"><Relationship Id="rId3" Type="http://schemas.openxmlformats.org/officeDocument/2006/relationships/package" Target="../embeddings/Microsoft_Excel_Worksheet111.xlsx"/><Relationship Id="rId2" Type="http://schemas.microsoft.com/office/2011/relationships/chartColorStyle" Target="colors98.xml"/><Relationship Id="rId1" Type="http://schemas.microsoft.com/office/2011/relationships/chartStyle" Target="style98.xml"/></Relationships>
</file>

<file path=ppt/charts/_rels/chart113.xml.rels><?xml version="1.0" encoding="UTF-8" standalone="yes"?>
<Relationships xmlns="http://schemas.openxmlformats.org/package/2006/relationships"><Relationship Id="rId3" Type="http://schemas.openxmlformats.org/officeDocument/2006/relationships/package" Target="../embeddings/Microsoft_Excel_Worksheet112.xlsx"/><Relationship Id="rId2" Type="http://schemas.microsoft.com/office/2011/relationships/chartColorStyle" Target="colors99.xml"/><Relationship Id="rId1" Type="http://schemas.microsoft.com/office/2011/relationships/chartStyle" Target="style99.xml"/></Relationships>
</file>

<file path=ppt/charts/_rels/chart114.xml.rels><?xml version="1.0" encoding="UTF-8" standalone="yes"?>
<Relationships xmlns="http://schemas.openxmlformats.org/package/2006/relationships"><Relationship Id="rId3" Type="http://schemas.openxmlformats.org/officeDocument/2006/relationships/package" Target="../embeddings/Microsoft_Excel_Worksheet113.xlsx"/><Relationship Id="rId2" Type="http://schemas.microsoft.com/office/2011/relationships/chartColorStyle" Target="colors100.xml"/><Relationship Id="rId1" Type="http://schemas.microsoft.com/office/2011/relationships/chartStyle" Target="style100.xml"/></Relationships>
</file>

<file path=ppt/charts/_rels/chart115.xml.rels><?xml version="1.0" encoding="UTF-8" standalone="yes"?>
<Relationships xmlns="http://schemas.openxmlformats.org/package/2006/relationships"><Relationship Id="rId3" Type="http://schemas.openxmlformats.org/officeDocument/2006/relationships/package" Target="../embeddings/Microsoft_Excel_Worksheet114.xlsx"/><Relationship Id="rId2" Type="http://schemas.microsoft.com/office/2011/relationships/chartColorStyle" Target="colors101.xml"/><Relationship Id="rId1" Type="http://schemas.microsoft.com/office/2011/relationships/chartStyle" Target="style101.xml"/></Relationships>
</file>

<file path=ppt/charts/_rels/chart116.xml.rels><?xml version="1.0" encoding="UTF-8" standalone="yes"?>
<Relationships xmlns="http://schemas.openxmlformats.org/package/2006/relationships"><Relationship Id="rId3" Type="http://schemas.openxmlformats.org/officeDocument/2006/relationships/package" Target="../embeddings/Microsoft_Excel_Worksheet115.xlsx"/><Relationship Id="rId2" Type="http://schemas.microsoft.com/office/2011/relationships/chartColorStyle" Target="colors102.xml"/><Relationship Id="rId1" Type="http://schemas.microsoft.com/office/2011/relationships/chartStyle" Target="style102.xml"/></Relationships>
</file>

<file path=ppt/charts/_rels/chart117.xml.rels><?xml version="1.0" encoding="UTF-8" standalone="yes"?>
<Relationships xmlns="http://schemas.openxmlformats.org/package/2006/relationships"><Relationship Id="rId2" Type="http://schemas.openxmlformats.org/officeDocument/2006/relationships/package" Target="../embeddings/Microsoft_Excel_Worksheet116.xlsx"/><Relationship Id="rId1" Type="http://schemas.openxmlformats.org/officeDocument/2006/relationships/themeOverride" Target="../theme/themeOverride15.xml"/></Relationships>
</file>

<file path=ppt/charts/_rels/chart118.xml.rels><?xml version="1.0" encoding="UTF-8" standalone="yes"?>
<Relationships xmlns="http://schemas.openxmlformats.org/package/2006/relationships"><Relationship Id="rId2" Type="http://schemas.openxmlformats.org/officeDocument/2006/relationships/package" Target="../embeddings/Microsoft_Excel_Worksheet117.xlsx"/><Relationship Id="rId1" Type="http://schemas.openxmlformats.org/officeDocument/2006/relationships/themeOverride" Target="../theme/themeOverride16.xml"/></Relationships>
</file>

<file path=ppt/charts/_rels/chart119.xml.rels><?xml version="1.0" encoding="UTF-8" standalone="yes"?>
<Relationships xmlns="http://schemas.openxmlformats.org/package/2006/relationships"><Relationship Id="rId2" Type="http://schemas.openxmlformats.org/officeDocument/2006/relationships/package" Target="../embeddings/Microsoft_Excel_Worksheet118.xlsx"/><Relationship Id="rId1" Type="http://schemas.openxmlformats.org/officeDocument/2006/relationships/themeOverride" Target="../theme/themeOverride17.xml"/></Relationships>
</file>

<file path=ppt/charts/_rels/chart120.xml.rels><?xml version="1.0" encoding="UTF-8" standalone="yes"?>
<Relationships xmlns="http://schemas.openxmlformats.org/package/2006/relationships"><Relationship Id="rId3" Type="http://schemas.openxmlformats.org/officeDocument/2006/relationships/package" Target="../embeddings/Microsoft_Excel_Worksheet119.xlsx"/><Relationship Id="rId2" Type="http://schemas.microsoft.com/office/2011/relationships/chartColorStyle" Target="colors103.xml"/><Relationship Id="rId1" Type="http://schemas.microsoft.com/office/2011/relationships/chartStyle" Target="style103.xml"/></Relationships>
</file>

<file path=ppt/charts/_rels/chart121.xml.rels><?xml version="1.0" encoding="UTF-8" standalone="yes"?>
<Relationships xmlns="http://schemas.openxmlformats.org/package/2006/relationships"><Relationship Id="rId3" Type="http://schemas.openxmlformats.org/officeDocument/2006/relationships/package" Target="../embeddings/Microsoft_Excel_Worksheet120.xlsx"/><Relationship Id="rId2" Type="http://schemas.microsoft.com/office/2011/relationships/chartColorStyle" Target="colors104.xml"/><Relationship Id="rId1" Type="http://schemas.microsoft.com/office/2011/relationships/chartStyle" Target="style104.xml"/></Relationships>
</file>

<file path=ppt/charts/_rels/chart122.xml.rels><?xml version="1.0" encoding="UTF-8" standalone="yes"?>
<Relationships xmlns="http://schemas.openxmlformats.org/package/2006/relationships"><Relationship Id="rId3" Type="http://schemas.openxmlformats.org/officeDocument/2006/relationships/package" Target="../embeddings/Microsoft_Excel_Worksheet121.xlsx"/><Relationship Id="rId2" Type="http://schemas.microsoft.com/office/2011/relationships/chartColorStyle" Target="colors105.xml"/><Relationship Id="rId1" Type="http://schemas.microsoft.com/office/2011/relationships/chartStyle" Target="style105.xml"/></Relationships>
</file>

<file path=ppt/charts/_rels/chart123.xml.rels><?xml version="1.0" encoding="UTF-8" standalone="yes"?>
<Relationships xmlns="http://schemas.openxmlformats.org/package/2006/relationships"><Relationship Id="rId3" Type="http://schemas.openxmlformats.org/officeDocument/2006/relationships/package" Target="../embeddings/Microsoft_Excel_Worksheet122.xlsx"/><Relationship Id="rId2" Type="http://schemas.microsoft.com/office/2011/relationships/chartColorStyle" Target="colors106.xml"/><Relationship Id="rId1" Type="http://schemas.microsoft.com/office/2011/relationships/chartStyle" Target="style106.xml"/></Relationships>
</file>

<file path=ppt/charts/_rels/chart124.xml.rels><?xml version="1.0" encoding="UTF-8" standalone="yes"?>
<Relationships xmlns="http://schemas.openxmlformats.org/package/2006/relationships"><Relationship Id="rId3" Type="http://schemas.openxmlformats.org/officeDocument/2006/relationships/package" Target="../embeddings/Microsoft_Excel_Worksheet123.xlsx"/><Relationship Id="rId2" Type="http://schemas.microsoft.com/office/2011/relationships/chartColorStyle" Target="colors107.xml"/><Relationship Id="rId1" Type="http://schemas.microsoft.com/office/2011/relationships/chartStyle" Target="style10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778870358716174E-2"/>
          <c:y val="0.24245073841244735"/>
          <c:w val="0.94240244078418434"/>
          <c:h val="0.52579057177532629"/>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3"/>
            <c:invertIfNegative val="0"/>
            <c:bubble3D val="0"/>
            <c:spPr>
              <a:solidFill>
                <a:srgbClr val="B68A35"/>
              </a:solidFill>
              <a:ln>
                <a:noFill/>
              </a:ln>
              <a:effectLst/>
            </c:spPr>
            <c:extLst>
              <c:ext xmlns:c16="http://schemas.microsoft.com/office/drawing/2014/chart" uri="{C3380CC4-5D6E-409C-BE32-E72D297353CC}">
                <c16:uniqueId val="{00000003-0452-4BE5-A3D2-F4A1B4D2E199}"/>
              </c:ext>
            </c:extLst>
          </c:dPt>
          <c:dPt>
            <c:idx val="4"/>
            <c:invertIfNegative val="0"/>
            <c:bubble3D val="0"/>
            <c:spPr>
              <a:solidFill>
                <a:srgbClr val="B68A35"/>
              </a:solidFill>
              <a:ln>
                <a:noFill/>
              </a:ln>
              <a:effectLst/>
            </c:spPr>
            <c:extLst>
              <c:ext xmlns:c16="http://schemas.microsoft.com/office/drawing/2014/chart" uri="{C3380CC4-5D6E-409C-BE32-E72D297353CC}">
                <c16:uniqueId val="{00000003-806F-43E5-AD2A-D898C798A332}"/>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رأس الخيمة</c:v>
                </c:pt>
                <c:pt idx="1">
                  <c:v>أبوظبي</c:v>
                </c:pt>
                <c:pt idx="2">
                  <c:v>أم القيوين</c:v>
                </c:pt>
                <c:pt idx="3">
                  <c:v>دبي</c:v>
                </c:pt>
                <c:pt idx="4">
                  <c:v>عجمان</c:v>
                </c:pt>
                <c:pt idx="5">
                  <c:v>الفجيرة</c:v>
                </c:pt>
                <c:pt idx="6">
                  <c:v>الشارقة</c:v>
                </c:pt>
              </c:strCache>
            </c:strRef>
          </c:cat>
          <c:val>
            <c:numRef>
              <c:f>Sheet1!$B$2:$B$8</c:f>
              <c:numCache>
                <c:formatCode>0%</c:formatCode>
                <c:ptCount val="7"/>
                <c:pt idx="0">
                  <c:v>4.5999999999999999E-2</c:v>
                </c:pt>
                <c:pt idx="1">
                  <c:v>5.8999999999999997E-2</c:v>
                </c:pt>
                <c:pt idx="2">
                  <c:v>0.109</c:v>
                </c:pt>
                <c:pt idx="3">
                  <c:v>0.124</c:v>
                </c:pt>
                <c:pt idx="4">
                  <c:v>0.14599999999999999</c:v>
                </c:pt>
                <c:pt idx="5">
                  <c:v>0.16200000000000001</c:v>
                </c:pt>
                <c:pt idx="6">
                  <c:v>0.35499999999999998</c:v>
                </c:pt>
              </c:numCache>
            </c:numRef>
          </c:val>
          <c:extLst>
            <c:ext xmlns:c16="http://schemas.microsoft.com/office/drawing/2014/chart" uri="{C3380CC4-5D6E-409C-BE32-E72D297353CC}">
              <c16:uniqueId val="{00000004-0452-4BE5-A3D2-F4A1B4D2E199}"/>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652992228246306E-2"/>
          <c:y val="9.0049983311884421E-2"/>
          <c:w val="0.94240244078418434"/>
          <c:h val="0.64968479973501603"/>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1"/>
            <c:invertIfNegative val="0"/>
            <c:bubble3D val="0"/>
            <c:spPr>
              <a:solidFill>
                <a:srgbClr val="B68A35"/>
              </a:solidFill>
              <a:ln>
                <a:noFill/>
              </a:ln>
              <a:effectLst/>
            </c:spPr>
            <c:extLst>
              <c:ext xmlns:c16="http://schemas.microsoft.com/office/drawing/2014/chart" uri="{C3380CC4-5D6E-409C-BE32-E72D297353CC}">
                <c16:uniqueId val="{00000001-EEC7-48CB-91AA-B4BF51797E58}"/>
              </c:ext>
            </c:extLst>
          </c:dPt>
          <c:dPt>
            <c:idx val="2"/>
            <c:invertIfNegative val="0"/>
            <c:bubble3D val="0"/>
            <c:spPr>
              <a:solidFill>
                <a:srgbClr val="B68A35"/>
              </a:solidFill>
              <a:ln>
                <a:noFill/>
              </a:ln>
              <a:effectLst/>
            </c:spPr>
            <c:extLst>
              <c:ext xmlns:c16="http://schemas.microsoft.com/office/drawing/2014/chart" uri="{C3380CC4-5D6E-409C-BE32-E72D297353CC}">
                <c16:uniqueId val="{00000003-EEC7-48CB-91AA-B4BF51797E58}"/>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جنسيات أخرى</c:v>
                </c:pt>
                <c:pt idx="1">
                  <c:v>وافد افريقي</c:v>
                </c:pt>
                <c:pt idx="2">
                  <c:v>مواطن خليجي</c:v>
                </c:pt>
                <c:pt idx="3">
                  <c:v>وافد اسيوي</c:v>
                </c:pt>
                <c:pt idx="4">
                  <c:v>وافد عربي</c:v>
                </c:pt>
                <c:pt idx="5">
                  <c:v>مواطن إماراتي</c:v>
                </c:pt>
              </c:strCache>
            </c:strRef>
          </c:cat>
          <c:val>
            <c:numRef>
              <c:f>Sheet1!$B$2:$B$7</c:f>
              <c:numCache>
                <c:formatCode>0%</c:formatCode>
                <c:ptCount val="6"/>
                <c:pt idx="0">
                  <c:v>8.0000000000000002E-3</c:v>
                </c:pt>
                <c:pt idx="1">
                  <c:v>1.2E-2</c:v>
                </c:pt>
                <c:pt idx="2">
                  <c:v>1.7999999999999999E-2</c:v>
                </c:pt>
                <c:pt idx="3">
                  <c:v>0.185</c:v>
                </c:pt>
                <c:pt idx="4">
                  <c:v>0.224</c:v>
                </c:pt>
                <c:pt idx="5">
                  <c:v>0.55300000000000005</c:v>
                </c:pt>
              </c:numCache>
            </c:numRef>
          </c:val>
          <c:extLst>
            <c:ext xmlns:c16="http://schemas.microsoft.com/office/drawing/2014/chart" uri="{C3380CC4-5D6E-409C-BE32-E72D297353CC}">
              <c16:uniqueId val="{00000004-EEC7-48CB-91AA-B4BF51797E58}"/>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321346695770392"/>
          <c:y val="0.32426431323686472"/>
          <c:w val="0.6782599091751681"/>
          <c:h val="0.48626722404875089"/>
        </c:manualLayout>
      </c:layout>
      <c:barChart>
        <c:barDir val="col"/>
        <c:grouping val="clustered"/>
        <c:varyColors val="0"/>
        <c:ser>
          <c:idx val="1"/>
          <c:order val="0"/>
          <c:tx>
            <c:strRef>
              <c:f>Sheet1!$B$1</c:f>
              <c:strCache>
                <c:ptCount val="1"/>
                <c:pt idx="0">
                  <c:v>2023</c:v>
                </c:pt>
              </c:strCache>
            </c:strRef>
          </c:tx>
          <c:spPr>
            <a:solidFill>
              <a:srgbClr val="B68A35"/>
            </a:solidFill>
            <a:ln>
              <a:noFill/>
            </a:ln>
            <a:effectLst/>
          </c:spPr>
          <c:invertIfNegative val="0"/>
          <c:dPt>
            <c:idx val="0"/>
            <c:invertIfNegative val="0"/>
            <c:bubble3D val="0"/>
            <c:spPr>
              <a:solidFill>
                <a:srgbClr val="B68A35"/>
              </a:solidFill>
              <a:ln>
                <a:noFill/>
              </a:ln>
              <a:effectLst/>
            </c:spPr>
            <c:extLst>
              <c:ext xmlns:c16="http://schemas.microsoft.com/office/drawing/2014/chart" uri="{C3380CC4-5D6E-409C-BE32-E72D297353CC}">
                <c16:uniqueId val="{00000001-2F0A-40C3-8A39-6EE9D42A1240}"/>
              </c:ext>
            </c:extLst>
          </c:dPt>
          <c:dPt>
            <c:idx val="1"/>
            <c:invertIfNegative val="0"/>
            <c:bubble3D val="0"/>
            <c:spPr>
              <a:solidFill>
                <a:srgbClr val="B68A35"/>
              </a:solidFill>
              <a:ln>
                <a:noFill/>
              </a:ln>
              <a:effectLst/>
            </c:spPr>
            <c:extLst>
              <c:ext xmlns:c16="http://schemas.microsoft.com/office/drawing/2014/chart" uri="{C3380CC4-5D6E-409C-BE32-E72D297353CC}">
                <c16:uniqueId val="{00000003-2F0A-40C3-8A39-6EE9D42A1240}"/>
              </c:ext>
            </c:extLst>
          </c:dPt>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ذكور </c:v>
                </c:pt>
                <c:pt idx="1">
                  <c:v>إناث</c:v>
                </c:pt>
              </c:strCache>
            </c:strRef>
          </c:cat>
          <c:val>
            <c:numRef>
              <c:f>Sheet1!$B$2:$B$3</c:f>
              <c:numCache>
                <c:formatCode>0%</c:formatCode>
                <c:ptCount val="2"/>
                <c:pt idx="0">
                  <c:v>0.46800000000000003</c:v>
                </c:pt>
                <c:pt idx="1">
                  <c:v>0.53200000000000003</c:v>
                </c:pt>
              </c:numCache>
            </c:numRef>
          </c:val>
          <c:extLst>
            <c:ext xmlns:c16="http://schemas.microsoft.com/office/drawing/2014/chart" uri="{C3380CC4-5D6E-409C-BE32-E72D297353CC}">
              <c16:uniqueId val="{00000004-2F0A-40C3-8A39-6EE9D42A1240}"/>
            </c:ext>
          </c:extLst>
        </c:ser>
        <c:dLbls>
          <c:dLblPos val="outEnd"/>
          <c:showLegendKey val="0"/>
          <c:showVal val="1"/>
          <c:showCatName val="0"/>
          <c:showSerName val="0"/>
          <c:showPercent val="0"/>
          <c:showBubbleSize val="0"/>
        </c:dLbls>
        <c:gapWidth val="250"/>
        <c:axId val="671510592"/>
        <c:axId val="671550280"/>
      </c:barChart>
      <c:catAx>
        <c:axId val="6715105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671550280"/>
        <c:crosses val="autoZero"/>
        <c:auto val="1"/>
        <c:lblAlgn val="ctr"/>
        <c:lblOffset val="100"/>
        <c:noMultiLvlLbl val="0"/>
      </c:catAx>
      <c:valAx>
        <c:axId val="671550280"/>
        <c:scaling>
          <c:orientation val="minMax"/>
          <c:min val="0"/>
        </c:scaling>
        <c:delete val="1"/>
        <c:axPos val="l"/>
        <c:numFmt formatCode="0%" sourceLinked="1"/>
        <c:majorTickMark val="out"/>
        <c:minorTickMark val="none"/>
        <c:tickLblPos val="nextTo"/>
        <c:crossAx val="6715105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4240244078418434"/>
          <c:h val="0.67867725587921179"/>
        </c:manualLayout>
      </c:layout>
      <c:barChart>
        <c:barDir val="col"/>
        <c:grouping val="clustered"/>
        <c:varyColors val="0"/>
        <c:ser>
          <c:idx val="0"/>
          <c:order val="0"/>
          <c:spPr>
            <a:solidFill>
              <a:srgbClr val="B68A35"/>
            </a:solidFill>
            <a:ln>
              <a:noFill/>
            </a:ln>
            <a:effectLst/>
          </c:spPr>
          <c:invertIfNegative val="0"/>
          <c:dPt>
            <c:idx val="2"/>
            <c:invertIfNegative val="0"/>
            <c:bubble3D val="0"/>
            <c:spPr>
              <a:solidFill>
                <a:srgbClr val="B68A35"/>
              </a:solidFill>
              <a:ln>
                <a:noFill/>
              </a:ln>
              <a:effectLst/>
            </c:spPr>
            <c:extLst>
              <c:ext xmlns:c16="http://schemas.microsoft.com/office/drawing/2014/chart" uri="{C3380CC4-5D6E-409C-BE32-E72D297353CC}">
                <c16:uniqueId val="{00000001-0424-411B-93D7-41ACE0DEAC9A}"/>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فوق 60 سنة</c:v>
                </c:pt>
                <c:pt idx="1">
                  <c:v>من 18 إلى 30 سنة</c:v>
                </c:pt>
                <c:pt idx="2">
                  <c:v>من 30 إلى 60 سنة</c:v>
                </c:pt>
              </c:strCache>
            </c:strRef>
          </c:cat>
          <c:val>
            <c:numRef>
              <c:f>Sheet1!$B$2:$B$4</c:f>
              <c:numCache>
                <c:formatCode>0%</c:formatCode>
                <c:ptCount val="3"/>
                <c:pt idx="0">
                  <c:v>0.01</c:v>
                </c:pt>
                <c:pt idx="1">
                  <c:v>0.189</c:v>
                </c:pt>
                <c:pt idx="2">
                  <c:v>0.80100000000000005</c:v>
                </c:pt>
              </c:numCache>
            </c:numRef>
          </c:val>
          <c:extLst>
            <c:ext xmlns:c16="http://schemas.microsoft.com/office/drawing/2014/chart" uri="{C3380CC4-5D6E-409C-BE32-E72D297353CC}">
              <c16:uniqueId val="{00000002-0424-411B-93D7-41ACE0DEAC9A}"/>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611816962780405E-3"/>
          <c:y val="1.6205228802093324E-2"/>
          <c:w val="0.97106944317449218"/>
          <c:h val="0.78225616766329531"/>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طالب + أخرى</c:v>
                </c:pt>
                <c:pt idx="1">
                  <c:v>متقاعد</c:v>
                </c:pt>
                <c:pt idx="2">
                  <c:v>عمل خاص/محترف</c:v>
                </c:pt>
                <c:pt idx="3">
                  <c:v>يبحث عن عمل </c:v>
                </c:pt>
                <c:pt idx="4">
                  <c:v>ربة منزل</c:v>
                </c:pt>
                <c:pt idx="5">
                  <c:v>موظف – القطاع الخاص</c:v>
                </c:pt>
                <c:pt idx="6">
                  <c:v>موظف – القطاع الحكومي / شبه الحكومي</c:v>
                </c:pt>
              </c:strCache>
            </c:strRef>
          </c:cat>
          <c:val>
            <c:numRef>
              <c:f>Sheet1!$B$2:$B$8</c:f>
              <c:numCache>
                <c:formatCode>0%</c:formatCode>
                <c:ptCount val="7"/>
                <c:pt idx="0">
                  <c:v>0.01</c:v>
                </c:pt>
                <c:pt idx="1">
                  <c:v>1.8311291963377416E-2</c:v>
                </c:pt>
                <c:pt idx="2">
                  <c:v>2.0345879959308241E-2</c:v>
                </c:pt>
                <c:pt idx="3">
                  <c:v>3.2553407934893183E-2</c:v>
                </c:pt>
                <c:pt idx="4">
                  <c:v>6.4089521871820959E-2</c:v>
                </c:pt>
                <c:pt idx="5">
                  <c:v>0.35605289928789419</c:v>
                </c:pt>
                <c:pt idx="6">
                  <c:v>0.49949135300101727</c:v>
                </c:pt>
              </c:numCache>
            </c:numRef>
          </c:val>
          <c:extLst>
            <c:ext xmlns:c16="http://schemas.microsoft.com/office/drawing/2014/chart" uri="{C3380CC4-5D6E-409C-BE32-E72D297353CC}">
              <c16:uniqueId val="{00000000-3C6C-4E58-A6D5-D561A91C1909}"/>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70525653447211E-2"/>
          <c:y val="0"/>
          <c:w val="0.94522735845955663"/>
          <c:h val="0.71215106468989953"/>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أرمل / أرملة</c:v>
                </c:pt>
                <c:pt idx="1">
                  <c:v>مطلّق / مطلّقة</c:v>
                </c:pt>
                <c:pt idx="2">
                  <c:v>متزوج بدون أطفال</c:v>
                </c:pt>
                <c:pt idx="3">
                  <c:v>أعزب / عزباء</c:v>
                </c:pt>
                <c:pt idx="4">
                  <c:v>متزوج ولديه أطفال</c:v>
                </c:pt>
              </c:strCache>
            </c:strRef>
          </c:cat>
          <c:val>
            <c:numRef>
              <c:f>Sheet1!$B$2:$B$6</c:f>
              <c:numCache>
                <c:formatCode>0%</c:formatCode>
                <c:ptCount val="5"/>
                <c:pt idx="0">
                  <c:v>1.0101010101010102E-2</c:v>
                </c:pt>
                <c:pt idx="1">
                  <c:v>3.7373737373737372E-2</c:v>
                </c:pt>
                <c:pt idx="2">
                  <c:v>5.7575757575757579E-2</c:v>
                </c:pt>
                <c:pt idx="3">
                  <c:v>0.21717171717171718</c:v>
                </c:pt>
                <c:pt idx="4">
                  <c:v>0.67777777777777781</c:v>
                </c:pt>
              </c:numCache>
            </c:numRef>
          </c:val>
          <c:extLst>
            <c:ext xmlns:c16="http://schemas.microsoft.com/office/drawing/2014/chart" uri="{C3380CC4-5D6E-409C-BE32-E72D297353CC}">
              <c16:uniqueId val="{00000000-3FB5-4AD0-9A3A-25E5503F20BC}"/>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70525653447211E-2"/>
          <c:y val="0"/>
          <c:w val="0.91525568060578966"/>
          <c:h val="0.71601329791414514"/>
        </c:manualLayout>
      </c:layout>
      <c:barChart>
        <c:barDir val="col"/>
        <c:grouping val="clustered"/>
        <c:varyColors val="0"/>
        <c:ser>
          <c:idx val="0"/>
          <c:order val="0"/>
          <c:tx>
            <c:strRef>
              <c:f>Sheet1!$B$1</c:f>
              <c:strCache>
                <c:ptCount val="1"/>
                <c:pt idx="0">
                  <c:v>الاستجابة</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أقل من المدرسة الثانوية</c:v>
                </c:pt>
                <c:pt idx="1">
                  <c:v>خريج المدرسة الثانوية والدبلوم</c:v>
                </c:pt>
                <c:pt idx="2">
                  <c:v>الطلاب الجامعيين وأعلى</c:v>
                </c:pt>
              </c:strCache>
            </c:strRef>
          </c:cat>
          <c:val>
            <c:numRef>
              <c:f>Sheet1!$B$2:$B$4</c:f>
              <c:numCache>
                <c:formatCode>0%</c:formatCode>
                <c:ptCount val="3"/>
                <c:pt idx="0">
                  <c:v>2.7327935222672066E-2</c:v>
                </c:pt>
                <c:pt idx="1">
                  <c:v>0.32591093117408909</c:v>
                </c:pt>
                <c:pt idx="2">
                  <c:v>0.64676113360323884</c:v>
                </c:pt>
              </c:numCache>
            </c:numRef>
          </c:val>
          <c:extLst>
            <c:ext xmlns:c16="http://schemas.microsoft.com/office/drawing/2014/chart" uri="{C3380CC4-5D6E-409C-BE32-E72D297353CC}">
              <c16:uniqueId val="{00000000-4160-4CCA-B63E-2FF13FE5A42E}"/>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92%</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5841-48B2-AC5D-686623F8F9F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41-48B2-AC5D-686623F8F9FD}"/>
              </c:ext>
            </c:extLst>
          </c:dPt>
          <c:cat>
            <c:numRef>
              <c:f>Sheet1!$A$2:$A$3</c:f>
              <c:numCache>
                <c:formatCode>General</c:formatCode>
                <c:ptCount val="2"/>
              </c:numCache>
            </c:numRef>
          </c:cat>
          <c:val>
            <c:numRef>
              <c:f>Sheet1!$B$2:$B$3</c:f>
              <c:numCache>
                <c:formatCode>0%</c:formatCode>
                <c:ptCount val="2"/>
                <c:pt idx="0" formatCode="0.0%">
                  <c:v>0.91707777777777777</c:v>
                </c:pt>
                <c:pt idx="1">
                  <c:v>8.292222222222223E-2</c:v>
                </c:pt>
              </c:numCache>
            </c:numRef>
          </c:val>
          <c:extLst>
            <c:ext xmlns:c16="http://schemas.microsoft.com/office/drawing/2014/chart" uri="{C3380CC4-5D6E-409C-BE32-E72D297353CC}">
              <c16:uniqueId val="{00000004-5841-48B2-AC5D-686623F8F9FD}"/>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94%</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74-40A1-891F-CECDE7C6BC6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74-40A1-891F-CECDE7C6BC62}"/>
              </c:ext>
            </c:extLst>
          </c:dPt>
          <c:cat>
            <c:numRef>
              <c:f>Sheet1!$A$2:$A$3</c:f>
              <c:numCache>
                <c:formatCode>General</c:formatCode>
                <c:ptCount val="2"/>
              </c:numCache>
            </c:numRef>
          </c:cat>
          <c:val>
            <c:numRef>
              <c:f>Sheet1!$B$2:$B$3</c:f>
              <c:numCache>
                <c:formatCode>0%</c:formatCode>
                <c:ptCount val="2"/>
                <c:pt idx="0">
                  <c:v>0.94</c:v>
                </c:pt>
                <c:pt idx="1">
                  <c:v>6.0000000000000053E-2</c:v>
                </c:pt>
              </c:numCache>
            </c:numRef>
          </c:val>
          <c:extLst>
            <c:ext xmlns:c16="http://schemas.microsoft.com/office/drawing/2014/chart" uri="{C3380CC4-5D6E-409C-BE32-E72D297353CC}">
              <c16:uniqueId val="{00000004-7974-40A1-891F-CECDE7C6BC62}"/>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r>
              <a:rPr lang="en-US" sz="2400" b="1" baseline="0" dirty="0">
                <a:solidFill>
                  <a:srgbClr val="35AA6E"/>
                </a:solidFill>
                <a:latin typeface="Arial" panose="020B0604020202020204" pitchFamily="34" charset="0"/>
                <a:cs typeface="Arial" panose="020B0604020202020204" pitchFamily="34" charset="0"/>
              </a:rPr>
              <a:t>92%</a:t>
            </a:r>
            <a:endParaRPr lang="en-US" sz="2400" b="1" dirty="0">
              <a:solidFill>
                <a:srgbClr val="35AA6E"/>
              </a:solidFill>
              <a:latin typeface="Arial" panose="020B0604020202020204" pitchFamily="34" charset="0"/>
              <a:cs typeface="Arial" panose="020B0604020202020204" pitchFamily="34" charset="0"/>
            </a:endParaRPr>
          </a:p>
        </c:rich>
      </c:tx>
      <c:layout>
        <c:manualLayout>
          <c:xMode val="edge"/>
          <c:yMode val="edge"/>
          <c:x val="0.45002551611044739"/>
          <c:y val="0.4088425776232148"/>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1882-4ED8-ADBE-D05E5C5C224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882-4ED8-ADBE-D05E5C5C2240}"/>
              </c:ext>
            </c:extLst>
          </c:dPt>
          <c:cat>
            <c:numRef>
              <c:f>Sheet1!$A$2:$A$3</c:f>
              <c:numCache>
                <c:formatCode>General</c:formatCode>
                <c:ptCount val="2"/>
              </c:numCache>
            </c:num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1882-4ED8-ADBE-D05E5C5C224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a:solidFill>
                  <a:srgbClr val="35AA6E"/>
                </a:solidFill>
                <a:latin typeface="Arial" panose="020B0604020202020204" pitchFamily="34" charset="0"/>
                <a:cs typeface="Arial" panose="020B0604020202020204" pitchFamily="34" charset="0"/>
              </a:rPr>
              <a:t>93%</a:t>
            </a:r>
            <a:endParaRPr lang="en-US" sz="1600" b="1">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F68B-4470-9E9B-90733920E2B4}"/>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68B-4470-9E9B-90733920E2B4}"/>
              </c:ext>
            </c:extLst>
          </c:dPt>
          <c:cat>
            <c:numRef>
              <c:f>Sheet1!$A$2:$A$3</c:f>
              <c:numCache>
                <c:formatCode>General</c:formatCode>
                <c:ptCount val="2"/>
              </c:numCache>
            </c:numRef>
          </c:cat>
          <c:val>
            <c:numRef>
              <c:f>Sheet1!$B$2:$B$3</c:f>
              <c:numCache>
                <c:formatCode>0%</c:formatCode>
                <c:ptCount val="2"/>
                <c:pt idx="0">
                  <c:v>0.93459999999999999</c:v>
                </c:pt>
                <c:pt idx="1">
                  <c:v>6.5400000000000014E-2</c:v>
                </c:pt>
              </c:numCache>
            </c:numRef>
          </c:val>
          <c:extLst>
            <c:ext xmlns:c16="http://schemas.microsoft.com/office/drawing/2014/chart" uri="{C3380CC4-5D6E-409C-BE32-E72D297353CC}">
              <c16:uniqueId val="{00000004-F68B-4470-9E9B-90733920E2B4}"/>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93%</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62A-476A-88C7-D78CB1358289}"/>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62A-476A-88C7-D78CB1358289}"/>
              </c:ext>
            </c:extLst>
          </c:dPt>
          <c:cat>
            <c:numRef>
              <c:f>Sheet1!$A$2:$A$3</c:f>
              <c:numCache>
                <c:formatCode>General</c:formatCode>
                <c:ptCount val="2"/>
              </c:numCache>
            </c:numRef>
          </c:cat>
          <c:val>
            <c:numRef>
              <c:f>Sheet1!$B$2:$B$3</c:f>
              <c:numCache>
                <c:formatCode>0%</c:formatCode>
                <c:ptCount val="2"/>
                <c:pt idx="0">
                  <c:v>0.92500000000000004</c:v>
                </c:pt>
                <c:pt idx="1">
                  <c:v>7.4999999999999956E-2</c:v>
                </c:pt>
              </c:numCache>
            </c:numRef>
          </c:val>
          <c:extLst>
            <c:ext xmlns:c16="http://schemas.microsoft.com/office/drawing/2014/chart" uri="{C3380CC4-5D6E-409C-BE32-E72D297353CC}">
              <c16:uniqueId val="{00000004-F62A-476A-88C7-D78CB1358289}"/>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87%</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4399719171013408"/>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chemeClr val="bg1">
                <a:lumMod val="95000"/>
              </a:schemeClr>
            </a:solidFill>
          </c:spPr>
          <c:dPt>
            <c:idx val="0"/>
            <c:bubble3D val="0"/>
            <c:spPr>
              <a:solidFill>
                <a:srgbClr val="B68A35"/>
              </a:solidFill>
              <a:ln w="19050">
                <a:solidFill>
                  <a:schemeClr val="lt1"/>
                </a:solidFill>
              </a:ln>
              <a:effectLst/>
            </c:spPr>
            <c:extLst>
              <c:ext xmlns:c16="http://schemas.microsoft.com/office/drawing/2014/chart" uri="{C3380CC4-5D6E-409C-BE32-E72D297353CC}">
                <c16:uniqueId val="{00000001-C422-4CFA-B4A0-562526C3AEF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422-4CFA-B4A0-562526C3AEF8}"/>
              </c:ext>
            </c:extLst>
          </c:dPt>
          <c:cat>
            <c:numRef>
              <c:f>Sheet1!$A$2:$A$3</c:f>
              <c:numCache>
                <c:formatCode>General</c:formatCode>
                <c:ptCount val="2"/>
              </c:numCache>
            </c:numRef>
          </c:cat>
          <c:val>
            <c:numRef>
              <c:f>Sheet1!$B$2:$B$3</c:f>
              <c:numCache>
                <c:formatCode>0%</c:formatCode>
                <c:ptCount val="2"/>
                <c:pt idx="0">
                  <c:v>0.87</c:v>
                </c:pt>
                <c:pt idx="1">
                  <c:v>0.13</c:v>
                </c:pt>
              </c:numCache>
            </c:numRef>
          </c:val>
          <c:extLst>
            <c:ext xmlns:c16="http://schemas.microsoft.com/office/drawing/2014/chart" uri="{C3380CC4-5D6E-409C-BE32-E72D297353CC}">
              <c16:uniqueId val="{00000004-C422-4CFA-B4A0-562526C3AEF8}"/>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400" b="1" baseline="0" dirty="0">
                <a:solidFill>
                  <a:srgbClr val="35AA6E"/>
                </a:solidFill>
                <a:latin typeface="Arial" panose="020B0604020202020204" pitchFamily="34" charset="0"/>
                <a:cs typeface="Arial" panose="020B0604020202020204" pitchFamily="34" charset="0"/>
              </a:rPr>
              <a:t>9</a:t>
            </a:r>
            <a:r>
              <a:rPr lang="ar-AE" sz="2400" b="1" baseline="0" dirty="0">
                <a:solidFill>
                  <a:srgbClr val="35AA6E"/>
                </a:solidFill>
                <a:latin typeface="Arial" panose="020B0604020202020204" pitchFamily="34" charset="0"/>
                <a:cs typeface="Arial" panose="020B0604020202020204" pitchFamily="34" charset="0"/>
              </a:rPr>
              <a:t>7</a:t>
            </a:r>
            <a:r>
              <a:rPr lang="en-US" sz="2400" b="1" baseline="0" dirty="0">
                <a:solidFill>
                  <a:srgbClr val="35AA6E"/>
                </a:solidFill>
                <a:latin typeface="Arial" panose="020B0604020202020204" pitchFamily="34" charset="0"/>
                <a:cs typeface="Arial" panose="020B0604020202020204" pitchFamily="34" charset="0"/>
              </a:rPr>
              <a:t>%</a:t>
            </a:r>
            <a:endParaRPr lang="en-US" sz="2400" b="1" dirty="0">
              <a:solidFill>
                <a:srgbClr val="35AA6E"/>
              </a:solidFill>
              <a:latin typeface="Arial" panose="020B0604020202020204" pitchFamily="34" charset="0"/>
              <a:cs typeface="Arial" panose="020B0604020202020204" pitchFamily="34" charset="0"/>
            </a:endParaRPr>
          </a:p>
        </c:rich>
      </c:tx>
      <c:layout>
        <c:manualLayout>
          <c:xMode val="edge"/>
          <c:yMode val="edge"/>
          <c:x val="0.45002551611044739"/>
          <c:y val="0.4194671564569623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D9EA-48A3-B0FE-7483C48BCE2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9EA-48A3-B0FE-7483C48BCE20}"/>
              </c:ext>
            </c:extLst>
          </c:dPt>
          <c:cat>
            <c:numRef>
              <c:f>Sheet1!$A$2:$A$3</c:f>
              <c:numCache>
                <c:formatCode>General</c:formatCode>
                <c:ptCount val="2"/>
              </c:numCache>
            </c:numRef>
          </c:cat>
          <c:val>
            <c:numRef>
              <c:f>Sheet1!$B$2:$B$3</c:f>
              <c:numCache>
                <c:formatCode>0%</c:formatCode>
                <c:ptCount val="2"/>
                <c:pt idx="0">
                  <c:v>0.97</c:v>
                </c:pt>
                <c:pt idx="1">
                  <c:v>3.0000000000000027E-2</c:v>
                </c:pt>
              </c:numCache>
            </c:numRef>
          </c:val>
          <c:extLst>
            <c:ext xmlns:c16="http://schemas.microsoft.com/office/drawing/2014/chart" uri="{C3380CC4-5D6E-409C-BE32-E72D297353CC}">
              <c16:uniqueId val="{00000004-D9EA-48A3-B0FE-7483C48BCE2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95%</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D28-4802-91D8-00CA0A63B611}"/>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D28-4802-91D8-00CA0A63B611}"/>
              </c:ext>
            </c:extLst>
          </c:dPt>
          <c:cat>
            <c:numRef>
              <c:f>Sheet1!$A$2:$A$3</c:f>
              <c:numCache>
                <c:formatCode>General</c:formatCode>
                <c:ptCount val="2"/>
              </c:numCache>
            </c:numRef>
          </c:cat>
          <c:val>
            <c:numRef>
              <c:f>Sheet1!$B$2:$B$3</c:f>
              <c:numCache>
                <c:formatCode>0%</c:formatCode>
                <c:ptCount val="2"/>
                <c:pt idx="0">
                  <c:v>0.94699999999999995</c:v>
                </c:pt>
                <c:pt idx="1">
                  <c:v>5.3000000000000047E-2</c:v>
                </c:pt>
              </c:numCache>
            </c:numRef>
          </c:val>
          <c:extLst>
            <c:ext xmlns:c16="http://schemas.microsoft.com/office/drawing/2014/chart" uri="{C3380CC4-5D6E-409C-BE32-E72D297353CC}">
              <c16:uniqueId val="{00000004-2D28-4802-91D8-00CA0A63B611}"/>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a:t>
            </a:r>
            <a:r>
              <a:rPr lang="ar-AE" sz="1600" b="1" baseline="0" dirty="0">
                <a:solidFill>
                  <a:srgbClr val="35AA6E"/>
                </a:solidFill>
                <a:latin typeface="Arial" panose="020B0604020202020204" pitchFamily="34" charset="0"/>
                <a:cs typeface="Arial" panose="020B0604020202020204" pitchFamily="34" charset="0"/>
              </a:rPr>
              <a:t>5</a:t>
            </a:r>
            <a:r>
              <a:rPr lang="en-US"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4962973771406445"/>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8FEE-4E99-9619-D3BF8B98ABD3}"/>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FEE-4E99-9619-D3BF8B98ABD3}"/>
              </c:ext>
            </c:extLst>
          </c:dPt>
          <c:cat>
            <c:numRef>
              <c:f>Sheet1!$A$2:$A$3</c:f>
              <c:numCache>
                <c:formatCode>General</c:formatCode>
                <c:ptCount val="2"/>
              </c:numCache>
            </c:numRef>
          </c:cat>
          <c:val>
            <c:numRef>
              <c:f>Sheet1!$B$2:$B$3</c:f>
              <c:numCache>
                <c:formatCode>0%</c:formatCode>
                <c:ptCount val="2"/>
                <c:pt idx="0">
                  <c:v>0.95</c:v>
                </c:pt>
                <c:pt idx="1">
                  <c:v>5.0000000000000044E-2</c:v>
                </c:pt>
              </c:numCache>
            </c:numRef>
          </c:val>
          <c:extLst>
            <c:ext xmlns:c16="http://schemas.microsoft.com/office/drawing/2014/chart" uri="{C3380CC4-5D6E-409C-BE32-E72D297353CC}">
              <c16:uniqueId val="{00000004-8FEE-4E99-9619-D3BF8B98ABD3}"/>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97%</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74-40A1-891F-CECDE7C6BC6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74-40A1-891F-CECDE7C6BC62}"/>
              </c:ext>
            </c:extLst>
          </c:dPt>
          <c:cat>
            <c:numRef>
              <c:f>Sheet1!$A$2:$A$3</c:f>
              <c:numCache>
                <c:formatCode>General</c:formatCode>
                <c:ptCount val="2"/>
              </c:numCache>
            </c:numRef>
          </c:cat>
          <c:val>
            <c:numRef>
              <c:f>Sheet1!$B$2:$B$3</c:f>
              <c:numCache>
                <c:formatCode>0%</c:formatCode>
                <c:ptCount val="2"/>
                <c:pt idx="0">
                  <c:v>0.97</c:v>
                </c:pt>
                <c:pt idx="1">
                  <c:v>3.0000000000000027E-2</c:v>
                </c:pt>
              </c:numCache>
            </c:numRef>
          </c:val>
          <c:extLst>
            <c:ext xmlns:c16="http://schemas.microsoft.com/office/drawing/2014/chart" uri="{C3380CC4-5D6E-409C-BE32-E72D297353CC}">
              <c16:uniqueId val="{00000004-7974-40A1-891F-CECDE7C6BC62}"/>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98%</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4399719171013408"/>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9F7-4B9C-A613-1634D3C47A3F}"/>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F7-4B9C-A613-1634D3C47A3F}"/>
              </c:ext>
            </c:extLst>
          </c:dPt>
          <c:cat>
            <c:numRef>
              <c:f>Sheet1!$A$2:$A$3</c:f>
              <c:numCache>
                <c:formatCode>General</c:formatCode>
                <c:ptCount val="2"/>
              </c:numCache>
            </c:numRef>
          </c:cat>
          <c:val>
            <c:numRef>
              <c:f>Sheet1!$B$2:$B$3</c:f>
              <c:numCache>
                <c:formatCode>0%</c:formatCode>
                <c:ptCount val="2"/>
                <c:pt idx="0">
                  <c:v>0.98</c:v>
                </c:pt>
                <c:pt idx="1">
                  <c:v>2.0000000000000018E-2</c:v>
                </c:pt>
              </c:numCache>
            </c:numRef>
          </c:val>
          <c:extLst>
            <c:ext xmlns:c16="http://schemas.microsoft.com/office/drawing/2014/chart" uri="{C3380CC4-5D6E-409C-BE32-E72D297353CC}">
              <c16:uniqueId val="{00000004-79F7-4B9C-A613-1634D3C47A3F}"/>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lang="ar-AE" sz="2400" b="1" i="0" u="none" strike="noStrike" kern="1200" spc="0" baseline="0" dirty="0" smtClean="0">
                <a:solidFill>
                  <a:srgbClr val="35AA6E"/>
                </a:solidFill>
                <a:latin typeface="Arial" panose="020B0604020202020204" pitchFamily="34" charset="0"/>
                <a:ea typeface="+mn-ea"/>
                <a:cs typeface="Arial" panose="020B0604020202020204" pitchFamily="34" charset="0"/>
              </a:defRPr>
            </a:pPr>
            <a:r>
              <a:rPr lang="en-US" sz="2400" b="1" i="0" u="none" strike="noStrike" kern="1200" spc="0" baseline="0" dirty="0">
                <a:solidFill>
                  <a:srgbClr val="35AA6E"/>
                </a:solidFill>
                <a:latin typeface="Arial" panose="020B0604020202020204" pitchFamily="34" charset="0"/>
                <a:ea typeface="+mn-ea"/>
                <a:cs typeface="Arial" panose="020B0604020202020204" pitchFamily="34" charset="0"/>
              </a:rPr>
              <a:t>90%</a:t>
            </a:r>
            <a:endParaRPr lang="ar-AE" sz="2400" b="1" i="0" u="none" strike="noStrike" kern="1200" spc="0" baseline="0" dirty="0">
              <a:solidFill>
                <a:srgbClr val="35AA6E"/>
              </a:solidFill>
              <a:latin typeface="Arial" panose="020B0604020202020204" pitchFamily="34" charset="0"/>
              <a:ea typeface="+mn-ea"/>
              <a:cs typeface="Arial" panose="020B0604020202020204" pitchFamily="34" charset="0"/>
            </a:endParaRPr>
          </a:p>
        </c:rich>
      </c:tx>
      <c:layout>
        <c:manualLayout>
          <c:xMode val="edge"/>
          <c:yMode val="edge"/>
          <c:x val="0.45002551611044739"/>
          <c:y val="0.4088425776232148"/>
        </c:manualLayout>
      </c:layout>
      <c:overlay val="0"/>
      <c:spPr>
        <a:noFill/>
        <a:ln>
          <a:noFill/>
        </a:ln>
        <a:effectLst/>
      </c:spPr>
      <c:txPr>
        <a:bodyPr rot="0" spcFirstLastPara="1" vertOverflow="ellipsis" vert="horz" wrap="square" anchor="ctr" anchorCtr="1"/>
        <a:lstStyle/>
        <a:p>
          <a:pPr algn="ctr" rtl="0">
            <a:defRPr lang="ar-AE" sz="2400" b="1" i="0" u="none" strike="noStrike" kern="1200" spc="0" baseline="0" dirty="0" smtClean="0">
              <a:solidFill>
                <a:srgbClr val="35AA6E"/>
              </a:solidFill>
              <a:latin typeface="Arial" panose="020B0604020202020204" pitchFamily="34" charset="0"/>
              <a:ea typeface="+mn-ea"/>
              <a:cs typeface="Arial" panose="020B0604020202020204" pitchFamily="34" charset="0"/>
            </a:defRPr>
          </a:pPr>
          <a:endParaRPr lang="ar-AE"/>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124-46DF-9596-21DC3065C51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124-46DF-9596-21DC3065C510}"/>
              </c:ext>
            </c:extLst>
          </c:dPt>
          <c:cat>
            <c:numRef>
              <c:f>Sheet1!$A$2:$A$3</c:f>
              <c:numCache>
                <c:formatCode>General</c:formatCode>
                <c:ptCount val="2"/>
              </c:numCache>
            </c:numRef>
          </c:cat>
          <c:val>
            <c:numRef>
              <c:f>Sheet1!$B$2:$B$3</c:f>
              <c:numCache>
                <c:formatCode>0%</c:formatCode>
                <c:ptCount val="2"/>
                <c:pt idx="0">
                  <c:v>0.9</c:v>
                </c:pt>
                <c:pt idx="1">
                  <c:v>9.9999999999999978E-2</c:v>
                </c:pt>
              </c:numCache>
            </c:numRef>
          </c:val>
          <c:extLst>
            <c:ext xmlns:c16="http://schemas.microsoft.com/office/drawing/2014/chart" uri="{C3380CC4-5D6E-409C-BE32-E72D297353CC}">
              <c16:uniqueId val="{00000004-2124-46DF-9596-21DC3065C51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85%</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21EB-4B73-A9DC-841ABF00CD7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1EB-4B73-A9DC-841ABF00CD7B}"/>
              </c:ext>
            </c:extLst>
          </c:dPt>
          <c:cat>
            <c:numRef>
              <c:f>Sheet1!$A$2:$A$3</c:f>
              <c:numCache>
                <c:formatCode>General</c:formatCode>
                <c:ptCount val="2"/>
              </c:numCache>
            </c:numRef>
          </c:cat>
          <c:val>
            <c:numRef>
              <c:f>Sheet1!$B$2:$B$3</c:f>
              <c:numCache>
                <c:formatCode>0%</c:formatCode>
                <c:ptCount val="2"/>
                <c:pt idx="0">
                  <c:v>0.85</c:v>
                </c:pt>
                <c:pt idx="1">
                  <c:v>0.15000000000000002</c:v>
                </c:pt>
              </c:numCache>
            </c:numRef>
          </c:val>
          <c:extLst>
            <c:ext xmlns:c16="http://schemas.microsoft.com/office/drawing/2014/chart" uri="{C3380CC4-5D6E-409C-BE32-E72D297353CC}">
              <c16:uniqueId val="{00000004-21EB-4B73-A9DC-841ABF00CD7B}"/>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r>
              <a:rPr lang="en-US" sz="1600" b="1" baseline="0" dirty="0">
                <a:solidFill>
                  <a:srgbClr val="E53935"/>
                </a:solidFill>
                <a:latin typeface="Arial" panose="020B0604020202020204" pitchFamily="34" charset="0"/>
                <a:cs typeface="Arial" panose="020B0604020202020204" pitchFamily="34" charset="0"/>
              </a:rPr>
              <a:t>82%</a:t>
            </a:r>
            <a:endParaRPr lang="en-US" sz="1600" b="1" dirty="0">
              <a:solidFill>
                <a:srgbClr val="E539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E4C5-4BC8-93EC-39640E78CE9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4C5-4BC8-93EC-39640E78CE9A}"/>
              </c:ext>
            </c:extLst>
          </c:dPt>
          <c:cat>
            <c:numRef>
              <c:f>Sheet1!$A$2:$A$3</c:f>
              <c:numCache>
                <c:formatCode>General</c:formatCode>
                <c:ptCount val="2"/>
              </c:numCache>
            </c:numRef>
          </c:cat>
          <c:val>
            <c:numRef>
              <c:f>Sheet1!$B$2:$B$3</c:f>
              <c:numCache>
                <c:formatCode>0%</c:formatCode>
                <c:ptCount val="2"/>
                <c:pt idx="0">
                  <c:v>0.82</c:v>
                </c:pt>
                <c:pt idx="1">
                  <c:v>0.18000000000000005</c:v>
                </c:pt>
              </c:numCache>
            </c:numRef>
          </c:val>
          <c:extLst>
            <c:ext xmlns:c16="http://schemas.microsoft.com/office/drawing/2014/chart" uri="{C3380CC4-5D6E-409C-BE32-E72D297353CC}">
              <c16:uniqueId val="{00000004-E4C5-4BC8-93EC-39640E78CE9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93%</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18B-4973-AEB1-8AE2528D70F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18B-4973-AEB1-8AE2528D70FC}"/>
              </c:ext>
            </c:extLst>
          </c:dPt>
          <c:cat>
            <c:numRef>
              <c:f>Sheet1!$A$2:$A$3</c:f>
              <c:numCache>
                <c:formatCode>General</c:formatCode>
                <c:ptCount val="2"/>
              </c:numCache>
            </c:num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518B-4973-AEB1-8AE2528D70FC}"/>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91%</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0E1-474A-9100-3F688F38BA4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0E1-474A-9100-3F688F38BA46}"/>
              </c:ext>
            </c:extLst>
          </c:dPt>
          <c:cat>
            <c:numRef>
              <c:f>Sheet1!$A$2:$A$3</c:f>
              <c:numCache>
                <c:formatCode>General</c:formatCode>
                <c:ptCount val="2"/>
              </c:numCache>
            </c:numRef>
          </c:cat>
          <c:val>
            <c:numRef>
              <c:f>Sheet1!$B$2:$B$3</c:f>
              <c:numCache>
                <c:formatCode>0%</c:formatCode>
                <c:ptCount val="2"/>
                <c:pt idx="0">
                  <c:v>0.91</c:v>
                </c:pt>
                <c:pt idx="1">
                  <c:v>8.9999999999999969E-2</c:v>
                </c:pt>
              </c:numCache>
            </c:numRef>
          </c:val>
          <c:extLst>
            <c:ext xmlns:c16="http://schemas.microsoft.com/office/drawing/2014/chart" uri="{C3380CC4-5D6E-409C-BE32-E72D297353CC}">
              <c16:uniqueId val="{00000004-E0E1-474A-9100-3F688F38BA46}"/>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a:t>
            </a:r>
            <a:r>
              <a:rPr lang="ar-AE" sz="1600" b="1" baseline="0" dirty="0">
                <a:solidFill>
                  <a:srgbClr val="35AA6E"/>
                </a:solidFill>
                <a:latin typeface="Arial" panose="020B0604020202020204" pitchFamily="34" charset="0"/>
                <a:cs typeface="Arial" panose="020B0604020202020204" pitchFamily="34" charset="0"/>
              </a:rPr>
              <a:t>2</a:t>
            </a:r>
            <a:r>
              <a:rPr lang="en-US"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CB4-4B5C-B93A-557A9661EDE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CB4-4B5C-B93A-557A9661EDEB}"/>
              </c:ext>
            </c:extLst>
          </c:dPt>
          <c:cat>
            <c:numRef>
              <c:f>Sheet1!$A$2:$A$3</c:f>
              <c:numCache>
                <c:formatCode>General</c:formatCode>
                <c:ptCount val="2"/>
              </c:numCache>
            </c:numRef>
          </c:cat>
          <c:val>
            <c:numRef>
              <c:f>Sheet1!$B$2:$B$3</c:f>
              <c:numCache>
                <c:formatCode>0%</c:formatCode>
                <c:ptCount val="2"/>
                <c:pt idx="0">
                  <c:v>0.92200000000000004</c:v>
                </c:pt>
                <c:pt idx="1">
                  <c:v>7.7999999999999958E-2</c:v>
                </c:pt>
              </c:numCache>
            </c:numRef>
          </c:val>
          <c:extLst>
            <c:ext xmlns:c16="http://schemas.microsoft.com/office/drawing/2014/chart" uri="{C3380CC4-5D6E-409C-BE32-E72D297353CC}">
              <c16:uniqueId val="{00000004-ACB4-4B5C-B93A-557A9661EDEB}"/>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87%</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1B9B-4CA6-AFC9-60C1B8FE76B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B9B-4CA6-AFC9-60C1B8FE76BA}"/>
              </c:ext>
            </c:extLst>
          </c:dPt>
          <c:cat>
            <c:numRef>
              <c:f>Sheet1!$A$2:$A$3</c:f>
              <c:numCache>
                <c:formatCode>General</c:formatCode>
                <c:ptCount val="2"/>
              </c:numCache>
            </c:numRef>
          </c:cat>
          <c:val>
            <c:numRef>
              <c:f>Sheet1!$B$2:$B$3</c:f>
              <c:numCache>
                <c:formatCode>0%</c:formatCode>
                <c:ptCount val="2"/>
                <c:pt idx="0">
                  <c:v>0.87</c:v>
                </c:pt>
                <c:pt idx="1">
                  <c:v>0.13</c:v>
                </c:pt>
              </c:numCache>
            </c:numRef>
          </c:val>
          <c:extLst>
            <c:ext xmlns:c16="http://schemas.microsoft.com/office/drawing/2014/chart" uri="{C3380CC4-5D6E-409C-BE32-E72D297353CC}">
              <c16:uniqueId val="{00000004-1B9B-4CA6-AFC9-60C1B8FE76B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6575770106933091"/>
          <c:w val="0.94240244078418434"/>
          <c:h val="0.57397685017957611"/>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0"/>
            <c:invertIfNegative val="0"/>
            <c:bubble3D val="0"/>
            <c:spPr>
              <a:solidFill>
                <a:srgbClr val="35AA6E"/>
              </a:solidFill>
              <a:ln>
                <a:noFill/>
              </a:ln>
              <a:effectLst/>
            </c:spPr>
            <c:extLst>
              <c:ext xmlns:c16="http://schemas.microsoft.com/office/drawing/2014/chart" uri="{C3380CC4-5D6E-409C-BE32-E72D297353CC}">
                <c16:uniqueId val="{00000001-A8DC-4F78-9355-2E08954FB9B8}"/>
              </c:ext>
            </c:extLst>
          </c:dPt>
          <c:dPt>
            <c:idx val="1"/>
            <c:invertIfNegative val="0"/>
            <c:bubble3D val="0"/>
            <c:spPr>
              <a:solidFill>
                <a:srgbClr val="35AA6E"/>
              </a:solidFill>
              <a:ln>
                <a:noFill/>
              </a:ln>
              <a:effectLst/>
            </c:spPr>
            <c:extLst>
              <c:ext xmlns:c16="http://schemas.microsoft.com/office/drawing/2014/chart" uri="{C3380CC4-5D6E-409C-BE32-E72D297353CC}">
                <c16:uniqueId val="{00000003-A8DC-4F78-9355-2E08954FB9B8}"/>
              </c:ext>
            </c:extLst>
          </c:dPt>
          <c:dLbls>
            <c:spPr>
              <a:noFill/>
              <a:ln>
                <a:noFill/>
              </a:ln>
              <a:effectLst/>
            </c:spPr>
            <c:txPr>
              <a:bodyPr rot="0" spcFirstLastPara="1" vertOverflow="ellipsis" vert="horz" wrap="square" anchor="ctr" anchorCtr="0"/>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ذكور</c:v>
                </c:pt>
                <c:pt idx="1">
                  <c:v>إناث</c:v>
                </c:pt>
              </c:strCache>
            </c:strRef>
          </c:cat>
          <c:val>
            <c:numRef>
              <c:f>Sheet1!$B$2:$B$3</c:f>
              <c:numCache>
                <c:formatCode>0%</c:formatCode>
                <c:ptCount val="2"/>
                <c:pt idx="0">
                  <c:v>0.92400000000000004</c:v>
                </c:pt>
                <c:pt idx="1">
                  <c:v>0.93899999999999995</c:v>
                </c:pt>
              </c:numCache>
            </c:numRef>
          </c:val>
          <c:extLst>
            <c:ext xmlns:c16="http://schemas.microsoft.com/office/drawing/2014/chart" uri="{C3380CC4-5D6E-409C-BE32-E72D297353CC}">
              <c16:uniqueId val="{00000004-A8DC-4F78-9355-2E08954FB9B8}"/>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70000000000000007"/>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8696287869469608"/>
          <c:w val="0.94240244078418434"/>
          <c:h val="0.55277167255421089"/>
        </c:manualLayout>
      </c:layout>
      <c:barChart>
        <c:barDir val="col"/>
        <c:grouping val="clustered"/>
        <c:varyColors val="0"/>
        <c:ser>
          <c:idx val="0"/>
          <c:order val="0"/>
          <c:tx>
            <c:strRef>
              <c:f>Sheet1!$B$1</c:f>
              <c:strCache>
                <c:ptCount val="1"/>
                <c:pt idx="0">
                  <c:v>Series 1</c:v>
                </c:pt>
              </c:strCache>
            </c:strRef>
          </c:tx>
          <c:spPr>
            <a:solidFill>
              <a:srgbClr val="35AA6E"/>
            </a:solidFill>
            <a:ln>
              <a:noFill/>
            </a:ln>
            <a:effectLst/>
          </c:spPr>
          <c:invertIfNegative val="0"/>
          <c:dPt>
            <c:idx val="0"/>
            <c:invertIfNegative val="0"/>
            <c:bubble3D val="0"/>
            <c:spPr>
              <a:solidFill>
                <a:srgbClr val="E53935"/>
              </a:solidFill>
              <a:ln>
                <a:noFill/>
              </a:ln>
              <a:effectLst/>
            </c:spPr>
            <c:extLst>
              <c:ext xmlns:c16="http://schemas.microsoft.com/office/drawing/2014/chart" uri="{C3380CC4-5D6E-409C-BE32-E72D297353CC}">
                <c16:uniqueId val="{00000001-E3F0-40F7-876B-DF7CE94339EE}"/>
              </c:ext>
            </c:extLst>
          </c:dPt>
          <c:dPt>
            <c:idx val="1"/>
            <c:invertIfNegative val="0"/>
            <c:bubble3D val="0"/>
            <c:spPr>
              <a:solidFill>
                <a:srgbClr val="35AA6E"/>
              </a:solidFill>
              <a:ln>
                <a:noFill/>
              </a:ln>
              <a:effectLst/>
            </c:spPr>
            <c:extLst>
              <c:ext xmlns:c16="http://schemas.microsoft.com/office/drawing/2014/chart" uri="{C3380CC4-5D6E-409C-BE32-E72D297353CC}">
                <c16:uniqueId val="{00000003-E3F0-40F7-876B-DF7CE94339EE}"/>
              </c:ext>
            </c:extLst>
          </c:dPt>
          <c:dPt>
            <c:idx val="2"/>
            <c:invertIfNegative val="0"/>
            <c:bubble3D val="0"/>
            <c:spPr>
              <a:solidFill>
                <a:srgbClr val="35AA6E"/>
              </a:solidFill>
              <a:ln>
                <a:noFill/>
              </a:ln>
              <a:effectLst/>
            </c:spPr>
            <c:extLst>
              <c:ext xmlns:c16="http://schemas.microsoft.com/office/drawing/2014/chart" uri="{C3380CC4-5D6E-409C-BE32-E72D297353CC}">
                <c16:uniqueId val="{00000005-E3F0-40F7-876B-DF7CE94339EE}"/>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أكبر من 60 سنة</c:v>
                </c:pt>
                <c:pt idx="1">
                  <c:v>من 30 إلى 60 سنة</c:v>
                </c:pt>
                <c:pt idx="2">
                  <c:v>من 18 إلى 30 سنة</c:v>
                </c:pt>
              </c:strCache>
            </c:strRef>
          </c:cat>
          <c:val>
            <c:numRef>
              <c:f>Sheet1!$B$2:$B$4</c:f>
              <c:numCache>
                <c:formatCode>0%</c:formatCode>
                <c:ptCount val="3"/>
                <c:pt idx="0">
                  <c:v>0.80600000000000005</c:v>
                </c:pt>
                <c:pt idx="1">
                  <c:v>0.93100000000000005</c:v>
                </c:pt>
                <c:pt idx="2">
                  <c:v>0.94199999999999995</c:v>
                </c:pt>
              </c:numCache>
            </c:numRef>
          </c:val>
          <c:extLst>
            <c:ext xmlns:c16="http://schemas.microsoft.com/office/drawing/2014/chart" uri="{C3380CC4-5D6E-409C-BE32-E72D297353CC}">
              <c16:uniqueId val="{00000006-E3F0-40F7-876B-DF7CE94339EE}"/>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70000000000000007"/>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5300233365995668"/>
          <c:h val="0.5564603649695566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B68A35"/>
              </a:solidFill>
              <a:ln>
                <a:noFill/>
              </a:ln>
              <a:effectLst/>
            </c:spPr>
            <c:extLst>
              <c:ext xmlns:c16="http://schemas.microsoft.com/office/drawing/2014/chart" uri="{C3380CC4-5D6E-409C-BE32-E72D297353CC}">
                <c16:uniqueId val="{00000001-E0DF-41CF-9BB0-1BA7AB510FC4}"/>
              </c:ext>
            </c:extLst>
          </c:dPt>
          <c:dPt>
            <c:idx val="1"/>
            <c:invertIfNegative val="0"/>
            <c:bubble3D val="0"/>
            <c:spPr>
              <a:solidFill>
                <a:srgbClr val="35AA6E"/>
              </a:solidFill>
              <a:ln>
                <a:noFill/>
              </a:ln>
              <a:effectLst/>
            </c:spPr>
            <c:extLst>
              <c:ext xmlns:c16="http://schemas.microsoft.com/office/drawing/2014/chart" uri="{C3380CC4-5D6E-409C-BE32-E72D297353CC}">
                <c16:uniqueId val="{00000003-E0DF-41CF-9BB0-1BA7AB510FC4}"/>
              </c:ext>
            </c:extLst>
          </c:dPt>
          <c:dPt>
            <c:idx val="2"/>
            <c:invertIfNegative val="0"/>
            <c:bubble3D val="0"/>
            <c:spPr>
              <a:solidFill>
                <a:srgbClr val="35AA6E"/>
              </a:solidFill>
              <a:ln>
                <a:noFill/>
              </a:ln>
              <a:effectLst/>
            </c:spPr>
            <c:extLst>
              <c:ext xmlns:c16="http://schemas.microsoft.com/office/drawing/2014/chart" uri="{C3380CC4-5D6E-409C-BE32-E72D297353CC}">
                <c16:uniqueId val="{00000005-E0DF-41CF-9BB0-1BA7AB510FC4}"/>
              </c:ext>
            </c:extLst>
          </c:dPt>
          <c:dPt>
            <c:idx val="3"/>
            <c:invertIfNegative val="0"/>
            <c:bubble3D val="0"/>
            <c:spPr>
              <a:solidFill>
                <a:srgbClr val="35AA6E"/>
              </a:solidFill>
              <a:ln>
                <a:noFill/>
              </a:ln>
              <a:effectLst/>
            </c:spPr>
            <c:extLst>
              <c:ext xmlns:c16="http://schemas.microsoft.com/office/drawing/2014/chart" uri="{C3380CC4-5D6E-409C-BE32-E72D297353CC}">
                <c16:uniqueId val="{00000007-E0DF-41CF-9BB0-1BA7AB510FC4}"/>
              </c:ext>
            </c:extLst>
          </c:dPt>
          <c:dPt>
            <c:idx val="4"/>
            <c:invertIfNegative val="0"/>
            <c:bubble3D val="0"/>
            <c:spPr>
              <a:solidFill>
                <a:srgbClr val="35AA6E"/>
              </a:solidFill>
              <a:ln>
                <a:noFill/>
              </a:ln>
              <a:effectLst/>
            </c:spPr>
            <c:extLst>
              <c:ext xmlns:c16="http://schemas.microsoft.com/office/drawing/2014/chart" uri="{C3380CC4-5D6E-409C-BE32-E72D297353CC}">
                <c16:uniqueId val="{00000009-E0DF-41CF-9BB0-1BA7AB510FC4}"/>
              </c:ext>
            </c:extLst>
          </c:dPt>
          <c:dPt>
            <c:idx val="5"/>
            <c:invertIfNegative val="0"/>
            <c:bubble3D val="0"/>
            <c:spPr>
              <a:solidFill>
                <a:srgbClr val="35AA6E"/>
              </a:solidFill>
              <a:ln>
                <a:noFill/>
              </a:ln>
              <a:effectLst/>
            </c:spPr>
            <c:extLst>
              <c:ext xmlns:c16="http://schemas.microsoft.com/office/drawing/2014/chart" uri="{C3380CC4-5D6E-409C-BE32-E72D297353CC}">
                <c16:uniqueId val="{0000000B-E0DF-41CF-9BB0-1BA7AB510FC4}"/>
              </c:ext>
            </c:extLst>
          </c:dPt>
          <c:dPt>
            <c:idx val="6"/>
            <c:invertIfNegative val="0"/>
            <c:bubble3D val="0"/>
            <c:spPr>
              <a:solidFill>
                <a:srgbClr val="35AA6E"/>
              </a:solidFill>
              <a:ln>
                <a:noFill/>
              </a:ln>
              <a:effectLst/>
            </c:spPr>
            <c:extLst>
              <c:ext xmlns:c16="http://schemas.microsoft.com/office/drawing/2014/chart" uri="{C3380CC4-5D6E-409C-BE32-E72D297353CC}">
                <c16:uniqueId val="{0000000D-E0DF-41CF-9BB0-1BA7AB510FC4}"/>
              </c:ext>
            </c:extLst>
          </c:dPt>
          <c:dLbls>
            <c:dLbl>
              <c:idx val="1"/>
              <c:layout>
                <c:manualLayout>
                  <c:x val="-4.5895784087548015E-17"/>
                  <c:y val="1.3082823025974554E-2"/>
                </c:manualLayout>
              </c:layout>
              <c:tx>
                <c:rich>
                  <a:bodyPr/>
                  <a:lstStyle/>
                  <a:p>
                    <a:fld id="{78C65F8B-DBB9-44BF-80FF-934DC9753EE1}" type="VALUE">
                      <a:rPr lang="en-US">
                        <a:latin typeface="Arial" panose="020B0604020202020204" pitchFamily="34" charset="0"/>
                        <a:cs typeface="Arial" panose="020B0604020202020204" pitchFamily="34" charset="0"/>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DF-41CF-9BB0-1BA7AB510FC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أبوظبي</c:v>
                </c:pt>
                <c:pt idx="1">
                  <c:v>دبي</c:v>
                </c:pt>
                <c:pt idx="2">
                  <c:v>عجمان</c:v>
                </c:pt>
                <c:pt idx="3">
                  <c:v>الشارقة</c:v>
                </c:pt>
                <c:pt idx="4">
                  <c:v>رأس الخيمة</c:v>
                </c:pt>
                <c:pt idx="5">
                  <c:v>الفجيرة</c:v>
                </c:pt>
                <c:pt idx="6">
                  <c:v>أم القيوين</c:v>
                </c:pt>
              </c:strCache>
            </c:strRef>
          </c:cat>
          <c:val>
            <c:numRef>
              <c:f>Sheet1!$B$2:$B$8</c:f>
              <c:numCache>
                <c:formatCode>0%</c:formatCode>
                <c:ptCount val="7"/>
                <c:pt idx="0">
                  <c:v>0.89200000000000002</c:v>
                </c:pt>
                <c:pt idx="1">
                  <c:v>0.91100000000000003</c:v>
                </c:pt>
                <c:pt idx="2">
                  <c:v>0.92</c:v>
                </c:pt>
                <c:pt idx="3">
                  <c:v>0.93899999999999995</c:v>
                </c:pt>
                <c:pt idx="4">
                  <c:v>0.94199999999999995</c:v>
                </c:pt>
                <c:pt idx="5">
                  <c:v>0.94499999999999995</c:v>
                </c:pt>
                <c:pt idx="6">
                  <c:v>0.94799999999999995</c:v>
                </c:pt>
              </c:numCache>
            </c:numRef>
          </c:val>
          <c:extLst>
            <c:ext xmlns:c16="http://schemas.microsoft.com/office/drawing/2014/chart" uri="{C3380CC4-5D6E-409C-BE32-E72D297353CC}">
              <c16:uniqueId val="{0000000E-E0DF-41CF-9BB0-1BA7AB510FC4}"/>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65000000000000013"/>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4240244078418434"/>
          <c:h val="0.60225032797829969"/>
        </c:manualLayout>
      </c:layout>
      <c:barChart>
        <c:barDir val="col"/>
        <c:grouping val="clustered"/>
        <c:varyColors val="0"/>
        <c:ser>
          <c:idx val="0"/>
          <c:order val="0"/>
          <c:tx>
            <c:strRef>
              <c:f>Sheet1!$B$1</c:f>
              <c:strCache>
                <c:ptCount val="1"/>
                <c:pt idx="0">
                  <c:v>%</c:v>
                </c:pt>
              </c:strCache>
            </c:strRef>
          </c:tx>
          <c:spPr>
            <a:solidFill>
              <a:srgbClr val="35AA6E"/>
            </a:solidFill>
            <a:ln>
              <a:noFill/>
            </a:ln>
            <a:effectLst/>
          </c:spPr>
          <c:invertIfNegative val="0"/>
          <c:dPt>
            <c:idx val="0"/>
            <c:invertIfNegative val="0"/>
            <c:bubble3D val="0"/>
            <c:spPr>
              <a:solidFill>
                <a:srgbClr val="35AA6E"/>
              </a:solidFill>
              <a:ln>
                <a:noFill/>
              </a:ln>
              <a:effectLst/>
            </c:spPr>
            <c:extLst>
              <c:ext xmlns:c16="http://schemas.microsoft.com/office/drawing/2014/chart" uri="{C3380CC4-5D6E-409C-BE32-E72D297353CC}">
                <c16:uniqueId val="{00000001-054A-401F-BB0A-2B4BDDB3C913}"/>
              </c:ext>
            </c:extLst>
          </c:dPt>
          <c:dPt>
            <c:idx val="1"/>
            <c:invertIfNegative val="0"/>
            <c:bubble3D val="0"/>
            <c:spPr>
              <a:solidFill>
                <a:srgbClr val="35AA6E"/>
              </a:solidFill>
              <a:ln>
                <a:noFill/>
              </a:ln>
              <a:effectLst/>
            </c:spPr>
            <c:extLst>
              <c:ext xmlns:c16="http://schemas.microsoft.com/office/drawing/2014/chart" uri="{C3380CC4-5D6E-409C-BE32-E72D297353CC}">
                <c16:uniqueId val="{00000003-475E-43CE-9243-6FA3EC5C6507}"/>
              </c:ext>
            </c:extLst>
          </c:dPt>
          <c:dPt>
            <c:idx val="2"/>
            <c:invertIfNegative val="0"/>
            <c:bubble3D val="0"/>
            <c:spPr>
              <a:solidFill>
                <a:srgbClr val="35AA6E"/>
              </a:solidFill>
              <a:ln>
                <a:noFill/>
              </a:ln>
              <a:effectLst/>
            </c:spPr>
            <c:extLst>
              <c:ext xmlns:c16="http://schemas.microsoft.com/office/drawing/2014/chart" uri="{C3380CC4-5D6E-409C-BE32-E72D297353CC}">
                <c16:uniqueId val="{00000005-054A-401F-BB0A-2B4BDDB3C913}"/>
              </c:ext>
            </c:extLst>
          </c:dPt>
          <c:dPt>
            <c:idx val="4"/>
            <c:invertIfNegative val="0"/>
            <c:bubble3D val="0"/>
            <c:spPr>
              <a:solidFill>
                <a:srgbClr val="35AA6E"/>
              </a:solidFill>
              <a:ln>
                <a:noFill/>
              </a:ln>
              <a:effectLst/>
            </c:spPr>
            <c:extLst>
              <c:ext xmlns:c16="http://schemas.microsoft.com/office/drawing/2014/chart" uri="{C3380CC4-5D6E-409C-BE32-E72D297353CC}">
                <c16:uniqueId val="{00000008-6B8B-4ED9-BAC7-B2D2346E58F3}"/>
              </c:ext>
            </c:extLst>
          </c:dPt>
          <c:dPt>
            <c:idx val="5"/>
            <c:invertIfNegative val="0"/>
            <c:bubble3D val="0"/>
            <c:spPr>
              <a:solidFill>
                <a:srgbClr val="35AA6E"/>
              </a:solidFill>
              <a:ln>
                <a:noFill/>
              </a:ln>
              <a:effectLst/>
            </c:spPr>
            <c:extLst>
              <c:ext xmlns:c16="http://schemas.microsoft.com/office/drawing/2014/chart" uri="{C3380CC4-5D6E-409C-BE32-E72D297353CC}">
                <c16:uniqueId val="{00000007-054A-401F-BB0A-2B4BDDB3C913}"/>
              </c:ext>
            </c:extLst>
          </c:dPt>
          <c:dLbls>
            <c:dLbl>
              <c:idx val="4"/>
              <c:tx>
                <c:rich>
                  <a:bodyPr/>
                  <a:lstStyle/>
                  <a:p>
                    <a:fld id="{A63F4500-429C-40FD-BA6B-388A1C831243}" type="VALUE">
                      <a:rPr lang="en-US">
                        <a:solidFill>
                          <a:schemeClr val="tx1"/>
                        </a:solidFill>
                        <a:latin typeface="Arial" panose="020B0604020202020204" pitchFamily="34" charset="0"/>
                        <a:cs typeface="Arial" panose="020B0604020202020204" pitchFamily="34" charset="0"/>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6B8B-4ED9-BAC7-B2D2346E58F3}"/>
                </c:ext>
              </c:extLst>
            </c:dLbl>
            <c:spPr>
              <a:noFill/>
              <a:ln>
                <a:noFill/>
              </a:ln>
              <a:effectLst/>
            </c:spPr>
            <c:txPr>
              <a:bodyPr rot="0" spcFirstLastPara="1" vertOverflow="ellipsis" vert="horz" wrap="square" anchor="ctr" anchorCtr="0"/>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مواطن خليجي</c:v>
                </c:pt>
                <c:pt idx="1">
                  <c:v>مواطن إماراتي</c:v>
                </c:pt>
                <c:pt idx="2">
                  <c:v>وافد اسيوي</c:v>
                </c:pt>
                <c:pt idx="3">
                  <c:v>وافد عربي</c:v>
                </c:pt>
                <c:pt idx="4">
                  <c:v>وافد أفريقي</c:v>
                </c:pt>
                <c:pt idx="5">
                  <c:v>جنسيات أخرى</c:v>
                </c:pt>
              </c:strCache>
            </c:strRef>
          </c:cat>
          <c:val>
            <c:numRef>
              <c:f>Sheet1!$B$2:$B$7</c:f>
              <c:numCache>
                <c:formatCode>0%</c:formatCode>
                <c:ptCount val="6"/>
                <c:pt idx="0">
                  <c:v>0.98199999999999998</c:v>
                </c:pt>
                <c:pt idx="1">
                  <c:v>0.93899999999999995</c:v>
                </c:pt>
                <c:pt idx="2">
                  <c:v>0.93</c:v>
                </c:pt>
                <c:pt idx="3">
                  <c:v>0.91500000000000004</c:v>
                </c:pt>
                <c:pt idx="4">
                  <c:v>0.91400000000000003</c:v>
                </c:pt>
                <c:pt idx="5">
                  <c:v>0.90900000000000003</c:v>
                </c:pt>
              </c:numCache>
            </c:numRef>
          </c:val>
          <c:extLst>
            <c:ext xmlns:c16="http://schemas.microsoft.com/office/drawing/2014/chart" uri="{C3380CC4-5D6E-409C-BE32-E72D297353CC}">
              <c16:uniqueId val="{00000008-054A-401F-BB0A-2B4BDDB3C913}"/>
            </c:ext>
          </c:extLst>
        </c:ser>
        <c:dLbls>
          <c:dLblPos val="outEnd"/>
          <c:showLegendKey val="0"/>
          <c:showVal val="1"/>
          <c:showCatName val="0"/>
          <c:showSerName val="0"/>
          <c:showPercent val="0"/>
          <c:showBubbleSize val="0"/>
        </c:dLbls>
        <c:gapWidth val="219"/>
        <c:axId val="534562752"/>
        <c:axId val="534562096"/>
      </c:barChart>
      <c:catAx>
        <c:axId val="534562752"/>
        <c:scaling>
          <c:orientation val="maxMin"/>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60000000000000009"/>
        </c:scaling>
        <c:delete val="1"/>
        <c:axPos val="r"/>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9038226376146276E-2"/>
          <c:y val="9.2308641213840765E-3"/>
          <c:w val="0.40813180117865189"/>
          <c:h val="0.95783899505814718"/>
        </c:manualLayout>
      </c:layout>
      <c:barChart>
        <c:barDir val="bar"/>
        <c:grouping val="clustered"/>
        <c:varyColors val="0"/>
        <c:ser>
          <c:idx val="0"/>
          <c:order val="0"/>
          <c:spPr>
            <a:solidFill>
              <a:srgbClr val="35AA6E"/>
            </a:solidFill>
          </c:spPr>
          <c:invertIfNegative val="0"/>
          <c:dPt>
            <c:idx val="0"/>
            <c:invertIfNegative val="0"/>
            <c:bubble3D val="0"/>
            <c:extLst>
              <c:ext xmlns:c16="http://schemas.microsoft.com/office/drawing/2014/chart" uri="{C3380CC4-5D6E-409C-BE32-E72D297353CC}">
                <c16:uniqueId val="{00000001-280E-4ABA-A7AE-A0B44DAFBEA7}"/>
              </c:ext>
            </c:extLst>
          </c:dPt>
          <c:dPt>
            <c:idx val="1"/>
            <c:invertIfNegative val="0"/>
            <c:bubble3D val="0"/>
            <c:extLst>
              <c:ext xmlns:c16="http://schemas.microsoft.com/office/drawing/2014/chart" uri="{C3380CC4-5D6E-409C-BE32-E72D297353CC}">
                <c16:uniqueId val="{00000000-0A0A-45D1-AD36-F2BC19D654E2}"/>
              </c:ext>
            </c:extLst>
          </c:dPt>
          <c:dPt>
            <c:idx val="2"/>
            <c:invertIfNegative val="0"/>
            <c:bubble3D val="0"/>
            <c:extLst>
              <c:ext xmlns:c16="http://schemas.microsoft.com/office/drawing/2014/chart" uri="{C3380CC4-5D6E-409C-BE32-E72D297353CC}">
                <c16:uniqueId val="{00000005-280E-4ABA-A7AE-A0B44DAFBEA7}"/>
              </c:ext>
            </c:extLst>
          </c:dPt>
          <c:dPt>
            <c:idx val="3"/>
            <c:invertIfNegative val="0"/>
            <c:bubble3D val="0"/>
            <c:extLst>
              <c:ext xmlns:c16="http://schemas.microsoft.com/office/drawing/2014/chart" uri="{C3380CC4-5D6E-409C-BE32-E72D297353CC}">
                <c16:uniqueId val="{00000007-280E-4ABA-A7AE-A0B44DAFBEA7}"/>
              </c:ext>
            </c:extLst>
          </c:dPt>
          <c:dPt>
            <c:idx val="4"/>
            <c:invertIfNegative val="0"/>
            <c:bubble3D val="0"/>
            <c:spPr>
              <a:solidFill>
                <a:srgbClr val="B68A35"/>
              </a:solidFill>
            </c:spPr>
            <c:extLst>
              <c:ext xmlns:c16="http://schemas.microsoft.com/office/drawing/2014/chart" uri="{C3380CC4-5D6E-409C-BE32-E72D297353CC}">
                <c16:uniqueId val="{00000001-0A0A-45D1-AD36-F2BC19D654E2}"/>
              </c:ext>
            </c:extLst>
          </c:dPt>
          <c:dLbls>
            <c:spPr>
              <a:noFill/>
              <a:ln>
                <a:noFill/>
              </a:ln>
              <a:effectLst/>
            </c:spPr>
            <c:txPr>
              <a:bodyPr wrap="square" lIns="38100" tIns="19050" rIns="38100" bIns="19050" anchor="ctr">
                <a:spAutoFit/>
              </a:bodyPr>
              <a:lstStyle/>
              <a:p>
                <a:pPr>
                  <a:defRPr sz="11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الغاء الترخيص بمزاولة مهنة الصيدلة</c:v>
                </c:pt>
                <c:pt idx="1">
                  <c:v>اعتماد الاجازات المرضية وإجازة المرافق</c:v>
                </c:pt>
                <c:pt idx="2">
                  <c:v>تجديد ترخيص مزاولة مهنة الصيدلة</c:v>
                </c:pt>
                <c:pt idx="3">
                  <c:v>تصديق الإجازات والتقارير الطبية</c:v>
                </c:pt>
                <c:pt idx="4">
                  <c:v>تجديد ترخيص مؤسسة صيدلانية</c:v>
                </c:pt>
              </c:strCache>
            </c:strRef>
          </c:cat>
          <c:val>
            <c:numRef>
              <c:f>Sheet1!$B$2:$B$6</c:f>
              <c:numCache>
                <c:formatCode>0%</c:formatCode>
                <c:ptCount val="5"/>
                <c:pt idx="0">
                  <c:v>1</c:v>
                </c:pt>
                <c:pt idx="1">
                  <c:v>0.97199999999999998</c:v>
                </c:pt>
                <c:pt idx="2">
                  <c:v>0.93300000000000005</c:v>
                </c:pt>
                <c:pt idx="3">
                  <c:v>0.93100000000000005</c:v>
                </c:pt>
                <c:pt idx="4">
                  <c:v>0.85699999999999998</c:v>
                </c:pt>
              </c:numCache>
            </c:numRef>
          </c:val>
          <c:extLst>
            <c:ext xmlns:c16="http://schemas.microsoft.com/office/drawing/2014/chart" uri="{C3380CC4-5D6E-409C-BE32-E72D297353CC}">
              <c16:uniqueId val="{0000000A-0A0A-45D1-AD36-F2BC19D654E2}"/>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0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2246561013290508E-2"/>
          <c:y val="2.3681538020389396E-3"/>
          <c:w val="0.44584641014228282"/>
          <c:h val="0.95783899505814718"/>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1-6A46-4956-B801-3748F9CE4DC0}"/>
              </c:ext>
            </c:extLst>
          </c:dPt>
          <c:dPt>
            <c:idx val="1"/>
            <c:invertIfNegative val="0"/>
            <c:bubble3D val="0"/>
            <c:extLst>
              <c:ext xmlns:c16="http://schemas.microsoft.com/office/drawing/2014/chart" uri="{C3380CC4-5D6E-409C-BE32-E72D297353CC}">
                <c16:uniqueId val="{00000003-6A46-4956-B801-3748F9CE4DC0}"/>
              </c:ext>
            </c:extLst>
          </c:dPt>
          <c:dLbls>
            <c:spPr>
              <a:noFill/>
              <a:ln>
                <a:noFill/>
              </a:ln>
              <a:effectLst/>
            </c:spPr>
            <c:txPr>
              <a:bodyPr wrap="square" lIns="38100" tIns="19050" rIns="38100" bIns="19050" anchor="ctr">
                <a:spAutoFit/>
              </a:bodyPr>
              <a:lstStyle/>
              <a:p>
                <a:pPr>
                  <a:defRPr sz="11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تقييم المهني الصحي</c:v>
                </c:pt>
                <c:pt idx="1">
                  <c:v>إصدار ترخيص/ تجديد ترخيص إعلان صحي</c:v>
                </c:pt>
                <c:pt idx="2">
                  <c:v>ترخيص مؤسسة صيدلانية</c:v>
                </c:pt>
                <c:pt idx="3">
                  <c:v>تعديل ترخيص مؤسسة صيدلانية</c:v>
                </c:pt>
                <c:pt idx="4">
                  <c:v>ترخيص مزاولة مهنة الصيدلة</c:v>
                </c:pt>
                <c:pt idx="5">
                  <c:v>إصدار / إلغاء تصريح صيدلية للتوصيل إلى المنزل</c:v>
                </c:pt>
              </c:strCache>
            </c:strRef>
          </c:cat>
          <c:val>
            <c:numRef>
              <c:f>Sheet1!$B$2:$B$7</c:f>
              <c:numCache>
                <c:formatCode>0%</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D-6A46-4956-B801-3748F9CE4DC0}"/>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0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max val="1"/>
          <c:min val="0.5"/>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formatCode="0.0%">
                  <c:v>0.93269999999999997</c:v>
                </c:pt>
                <c:pt idx="1">
                  <c:v>6.7300000000000026E-2</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8EFD-4347-9D04-94E41E2BC71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EFD-4347-9D04-94E41E2BC716}"/>
              </c:ext>
            </c:extLst>
          </c:dPt>
          <c:cat>
            <c:strRef>
              <c:f>Sheet1!$A$2:$A$3</c:f>
              <c:strCache>
                <c:ptCount val="2"/>
                <c:pt idx="0">
                  <c:v>1st Qtr</c:v>
                </c:pt>
                <c:pt idx="1">
                  <c:v>2nd Qtr</c:v>
                </c:pt>
              </c:strCache>
            </c:strRef>
          </c:cat>
          <c:val>
            <c:numRef>
              <c:f>Sheet1!$B$2:$B$3</c:f>
              <c:numCache>
                <c:formatCode>0%</c:formatCode>
                <c:ptCount val="2"/>
                <c:pt idx="0" formatCode="0.0%">
                  <c:v>0.9307629629629629</c:v>
                </c:pt>
                <c:pt idx="1">
                  <c:v>6.9237037037037097E-2</c:v>
                </c:pt>
              </c:numCache>
            </c:numRef>
          </c:val>
          <c:extLst>
            <c:ext xmlns:c16="http://schemas.microsoft.com/office/drawing/2014/chart" uri="{C3380CC4-5D6E-409C-BE32-E72D297353CC}">
              <c16:uniqueId val="{00000004-8EFD-4347-9D04-94E41E2BC71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0639-448B-9452-C328E7D9D329}"/>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0639-448B-9452-C328E7D9D329}"/>
              </c:ext>
            </c:extLst>
          </c:dPt>
          <c:cat>
            <c:strRef>
              <c:f>Sheet1!$A$2:$A$3</c:f>
              <c:strCache>
                <c:ptCount val="2"/>
                <c:pt idx="0">
                  <c:v>1st Qtr</c:v>
                </c:pt>
                <c:pt idx="1">
                  <c:v>2nd Qtr</c:v>
                </c:pt>
              </c:strCache>
            </c:strRef>
          </c:cat>
          <c:val>
            <c:numRef>
              <c:f>Sheet1!$B$2:$B$3</c:f>
              <c:numCache>
                <c:formatCode>0%</c:formatCode>
                <c:ptCount val="2"/>
                <c:pt idx="0" formatCode="0.0%">
                  <c:v>0.91816666666666669</c:v>
                </c:pt>
                <c:pt idx="1">
                  <c:v>8.1833333333333313E-2</c:v>
                </c:pt>
              </c:numCache>
            </c:numRef>
          </c:val>
          <c:extLst>
            <c:ext xmlns:c16="http://schemas.microsoft.com/office/drawing/2014/chart" uri="{C3380CC4-5D6E-409C-BE32-E72D297353CC}">
              <c16:uniqueId val="{00000004-0639-448B-9452-C328E7D9D3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67B4-46E5-A707-243EEB8B58B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67B4-46E5-A707-243EEB8B58BD}"/>
              </c:ext>
            </c:extLst>
          </c:dPt>
          <c:cat>
            <c:strRef>
              <c:f>Sheet1!$A$2:$A$3</c:f>
              <c:strCache>
                <c:ptCount val="2"/>
                <c:pt idx="0">
                  <c:v>1st Qtr</c:v>
                </c:pt>
                <c:pt idx="1">
                  <c:v>2nd Qtr</c:v>
                </c:pt>
              </c:strCache>
            </c:strRef>
          </c:cat>
          <c:val>
            <c:numRef>
              <c:f>Sheet1!$B$2:$B$3</c:f>
              <c:numCache>
                <c:formatCode>0%</c:formatCode>
                <c:ptCount val="2"/>
                <c:pt idx="0" formatCode="0.0%">
                  <c:v>0.92616666666666658</c:v>
                </c:pt>
                <c:pt idx="1">
                  <c:v>7.3833333333333417E-2</c:v>
                </c:pt>
              </c:numCache>
            </c:numRef>
          </c:val>
          <c:extLst>
            <c:ext xmlns:c16="http://schemas.microsoft.com/office/drawing/2014/chart" uri="{C3380CC4-5D6E-409C-BE32-E72D297353CC}">
              <c16:uniqueId val="{00000004-67B4-46E5-A707-243EEB8B58B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formatCode="0.0%">
                  <c:v>0.93149999999999999</c:v>
                </c:pt>
                <c:pt idx="1">
                  <c:v>6.8500000000000005E-2</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765-4D53-95E8-7B05F6F1D0FD}"/>
              </c:ext>
            </c:extLst>
          </c:dPt>
          <c:dPt>
            <c:idx val="1"/>
            <c:invertIfNegative val="0"/>
            <c:bubble3D val="0"/>
            <c:extLst>
              <c:ext xmlns:c16="http://schemas.microsoft.com/office/drawing/2014/chart" uri="{C3380CC4-5D6E-409C-BE32-E72D297353CC}">
                <c16:uniqueId val="{00000001-F765-4D53-95E8-7B05F6F1D0FD}"/>
              </c:ext>
            </c:extLst>
          </c:dPt>
          <c:dLbls>
            <c:dLbl>
              <c:idx val="0"/>
              <c:tx>
                <c:rich>
                  <a:bodyPr/>
                  <a:lstStyle/>
                  <a:p>
                    <a:r>
                      <a:rPr lang="en-US"/>
                      <a:t>92%</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765-4D53-95E8-7B05F6F1D0FD}"/>
                </c:ext>
              </c:extLst>
            </c:dLbl>
            <c:dLbl>
              <c:idx val="1"/>
              <c:tx>
                <c:rich>
                  <a:bodyPr/>
                  <a:lstStyle/>
                  <a:p>
                    <a:r>
                      <a:rPr lang="en-US"/>
                      <a:t>94%</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765-4D53-95E8-7B05F6F1D0FD}"/>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من السهل العثور على معلومات الاتصال وتفاصيل خدمات وزارة الصحة ووقاية المجتمع عبر قنوات مختلفة</c:v>
                </c:pt>
                <c:pt idx="1">
                  <c:v>كانت المعلومات المستلمة عبر البريد الإلكتروني/الرسائل النصية خلال جميع المراحل واضحة ومفيدة وكافية</c:v>
                </c:pt>
              </c:strCache>
            </c:strRef>
          </c:cat>
          <c:val>
            <c:numRef>
              <c:f>Sheet1!$B$2:$B$3</c:f>
              <c:numCache>
                <c:formatCode>0.0%</c:formatCode>
                <c:ptCount val="2"/>
                <c:pt idx="0">
                  <c:v>0.92</c:v>
                </c:pt>
                <c:pt idx="1">
                  <c:v>0.94299999999999995</c:v>
                </c:pt>
              </c:numCache>
            </c:numRef>
          </c:val>
          <c:extLst>
            <c:ext xmlns:c16="http://schemas.microsoft.com/office/drawing/2014/chart" uri="{C3380CC4-5D6E-409C-BE32-E72D297353CC}">
              <c16:uniqueId val="{00000002-F765-4D53-95E8-7B05F6F1D0FD}"/>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8EFD-4347-9D04-94E41E2BC71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EFD-4347-9D04-94E41E2BC716}"/>
              </c:ext>
            </c:extLst>
          </c:dPt>
          <c:cat>
            <c:strRef>
              <c:f>Sheet1!$A$2:$A$3</c:f>
              <c:strCache>
                <c:ptCount val="2"/>
                <c:pt idx="0">
                  <c:v>1st Qtr</c:v>
                </c:pt>
                <c:pt idx="1">
                  <c:v>2nd Qtr</c:v>
                </c:pt>
              </c:strCache>
            </c:strRef>
          </c:cat>
          <c:val>
            <c:numRef>
              <c:f>Sheet1!$B$2:$B$3</c:f>
              <c:numCache>
                <c:formatCode>0%</c:formatCode>
                <c:ptCount val="2"/>
                <c:pt idx="0" formatCode="0.0%">
                  <c:v>0.93879999999999997</c:v>
                </c:pt>
                <c:pt idx="1">
                  <c:v>6.1200000000000032E-2</c:v>
                </c:pt>
              </c:numCache>
            </c:numRef>
          </c:val>
          <c:extLst>
            <c:ext xmlns:c16="http://schemas.microsoft.com/office/drawing/2014/chart" uri="{C3380CC4-5D6E-409C-BE32-E72D297353CC}">
              <c16:uniqueId val="{00000004-8EFD-4347-9D04-94E41E2BC71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D77-405A-AA08-2EC459A2BE97}"/>
              </c:ext>
            </c:extLst>
          </c:dPt>
          <c:dPt>
            <c:idx val="1"/>
            <c:invertIfNegative val="0"/>
            <c:bubble3D val="0"/>
            <c:extLst>
              <c:ext xmlns:c16="http://schemas.microsoft.com/office/drawing/2014/chart" uri="{C3380CC4-5D6E-409C-BE32-E72D297353CC}">
                <c16:uniqueId val="{00000001-DD77-405A-AA08-2EC459A2BE97}"/>
              </c:ext>
            </c:extLst>
          </c:dPt>
          <c:dLbls>
            <c:dLbl>
              <c:idx val="0"/>
              <c:tx>
                <c:rich>
                  <a:bodyPr/>
                  <a:lstStyle/>
                  <a:p>
                    <a:r>
                      <a:rPr lang="en-US" dirty="0"/>
                      <a:t>92%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D77-405A-AA08-2EC459A2BE97}"/>
                </c:ext>
              </c:extLst>
            </c:dLbl>
            <c:dLbl>
              <c:idx val="2"/>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7D1-477F-A142-350A3000E281}"/>
                </c:ext>
              </c:extLst>
            </c:dLbl>
            <c:dLbl>
              <c:idx val="3"/>
              <c:tx>
                <c:rich>
                  <a:bodyPr/>
                  <a:lstStyle/>
                  <a:p>
                    <a:r>
                      <a:rPr lang="en-US"/>
                      <a:t>92%</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7D1-477F-A142-350A3000E281}"/>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كانت الإجراءات فعّالة ولم يُطلب مني تقديم نفس المعلومات أكثر من مرة</c:v>
                </c:pt>
                <c:pt idx="1">
                  <c:v>كانت إجراءات الخدمة بشكل عام بسيطة وسهلة</c:v>
                </c:pt>
                <c:pt idx="2">
                  <c:v>واجهة الخدمة جذابة وسهلة الاستخدام</c:v>
                </c:pt>
                <c:pt idx="3">
                  <c:v>تم تقديم طلب الخدمة خلال وقت معقول.</c:v>
                </c:pt>
                <c:pt idx="4">
                  <c:v>أثق أن المعلومات الشخصية المقدمة لوزارة الصحة ستعامل بسرية</c:v>
                </c:pt>
              </c:strCache>
            </c:strRef>
          </c:cat>
          <c:val>
            <c:numRef>
              <c:f>Sheet1!$B$2:$B$6</c:f>
              <c:numCache>
                <c:formatCode>0%</c:formatCode>
                <c:ptCount val="5"/>
                <c:pt idx="0">
                  <c:v>0.91600000000000004</c:v>
                </c:pt>
                <c:pt idx="1">
                  <c:v>0.94099999999999995</c:v>
                </c:pt>
                <c:pt idx="2">
                  <c:v>0.93500000000000005</c:v>
                </c:pt>
                <c:pt idx="3">
                  <c:v>0.92200000000000004</c:v>
                </c:pt>
                <c:pt idx="4">
                  <c:v>0.98</c:v>
                </c:pt>
              </c:numCache>
            </c:numRef>
          </c:val>
          <c:extLst>
            <c:ext xmlns:c16="http://schemas.microsoft.com/office/drawing/2014/chart" uri="{C3380CC4-5D6E-409C-BE32-E72D297353CC}">
              <c16:uniqueId val="{00000002-DD77-405A-AA08-2EC459A2BE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0639-448B-9452-C328E7D9D329}"/>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0639-448B-9452-C328E7D9D329}"/>
              </c:ext>
            </c:extLst>
          </c:dPt>
          <c:cat>
            <c:strRef>
              <c:f>Sheet1!$A$2:$A$3</c:f>
              <c:strCache>
                <c:ptCount val="2"/>
                <c:pt idx="0">
                  <c:v>1st Qtr</c:v>
                </c:pt>
                <c:pt idx="1">
                  <c:v>2nd Qtr</c:v>
                </c:pt>
              </c:strCache>
            </c:strRef>
          </c:cat>
          <c:val>
            <c:numRef>
              <c:f>Sheet1!$B$2:$B$3</c:f>
              <c:numCache>
                <c:formatCode>0%</c:formatCode>
                <c:ptCount val="2"/>
                <c:pt idx="0" formatCode="0.0%">
                  <c:v>0.91</c:v>
                </c:pt>
                <c:pt idx="1">
                  <c:v>8.9999999999999969E-2</c:v>
                </c:pt>
              </c:numCache>
            </c:numRef>
          </c:val>
          <c:extLst>
            <c:ext xmlns:c16="http://schemas.microsoft.com/office/drawing/2014/chart" uri="{C3380CC4-5D6E-409C-BE32-E72D297353CC}">
              <c16:uniqueId val="{00000004-0639-448B-9452-C328E7D9D3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5617732607241551"/>
          <c:h val="0.9983819299970846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05B-406F-B762-7A2AFF90F3AE}"/>
              </c:ext>
            </c:extLst>
          </c:dPt>
          <c:dPt>
            <c:idx val="1"/>
            <c:invertIfNegative val="0"/>
            <c:bubble3D val="0"/>
            <c:extLst>
              <c:ext xmlns:c16="http://schemas.microsoft.com/office/drawing/2014/chart" uri="{C3380CC4-5D6E-409C-BE32-E72D297353CC}">
                <c16:uniqueId val="{00000001-E05B-406F-B762-7A2AFF90F3AE}"/>
              </c:ext>
            </c:extLst>
          </c:dPt>
          <c:dPt>
            <c:idx val="2"/>
            <c:invertIfNegative val="0"/>
            <c:bubble3D val="0"/>
            <c:spPr>
              <a:solidFill>
                <a:srgbClr val="B68A35"/>
              </a:solidFill>
              <a:ln w="33244">
                <a:noFill/>
              </a:ln>
            </c:spPr>
            <c:extLst>
              <c:ext xmlns:c16="http://schemas.microsoft.com/office/drawing/2014/chart" uri="{C3380CC4-5D6E-409C-BE32-E72D297353CC}">
                <c16:uniqueId val="{00000003-E05B-406F-B762-7A2AFF90F3AE}"/>
              </c:ext>
            </c:extLst>
          </c:dPt>
          <c:dLbls>
            <c:dLbl>
              <c:idx val="0"/>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05B-406F-B762-7A2AFF90F3AE}"/>
                </c:ext>
              </c:extLst>
            </c:dLbl>
            <c:dLbl>
              <c:idx val="1"/>
              <c:tx>
                <c:rich>
                  <a:bodyPr/>
                  <a:lstStyle/>
                  <a:p>
                    <a:r>
                      <a:rPr lang="en-US"/>
                      <a:t>91%</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05B-406F-B762-7A2AFF90F3AE}"/>
                </c:ext>
              </c:extLst>
            </c:dLbl>
            <c:dLbl>
              <c:idx val="2"/>
              <c:tx>
                <c:rich>
                  <a:bodyPr/>
                  <a:lstStyle/>
                  <a:p>
                    <a:r>
                      <a:rPr lang="en-US"/>
                      <a:t>88%</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05B-406F-B762-7A2AFF90F3AE}"/>
                </c:ext>
              </c:extLst>
            </c:dLbl>
            <c:spPr>
              <a:noFill/>
              <a:ln w="33244">
                <a:noFill/>
              </a:ln>
            </c:spPr>
            <c:txPr>
              <a:bodyPr/>
              <a:lstStyle/>
              <a:p>
                <a:pPr algn="ctr">
                  <a:defRPr sz="900" b="1">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كانت الإشعارات المستلمة خلال جميع المراحل مفيدة وكافية</c:v>
                </c:pt>
                <c:pt idx="1">
                  <c:v>سهولة تتبع حالة الطلب</c:v>
                </c:pt>
                <c:pt idx="2">
                  <c:v>سهولة الوصول إلى الدعم الفني عند الحاجة</c:v>
                </c:pt>
              </c:strCache>
            </c:strRef>
          </c:cat>
          <c:val>
            <c:numRef>
              <c:f>Sheet1!$B$2:$B$4</c:f>
              <c:numCache>
                <c:formatCode>0.00%</c:formatCode>
                <c:ptCount val="3"/>
                <c:pt idx="0">
                  <c:v>0.94299999999999995</c:v>
                </c:pt>
                <c:pt idx="1">
                  <c:v>0.91200000000000003</c:v>
                </c:pt>
                <c:pt idx="2">
                  <c:v>0.875</c:v>
                </c:pt>
              </c:numCache>
            </c:numRef>
          </c:val>
          <c:extLst>
            <c:ext xmlns:c16="http://schemas.microsoft.com/office/drawing/2014/chart" uri="{C3380CC4-5D6E-409C-BE32-E72D297353CC}">
              <c16:uniqueId val="{00000002-E05B-406F-B762-7A2AFF90F3AE}"/>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67B4-46E5-A707-243EEB8B58B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67B4-46E5-A707-243EEB8B58BD}"/>
              </c:ext>
            </c:extLst>
          </c:dPt>
          <c:cat>
            <c:strRef>
              <c:f>Sheet1!$A$2:$A$3</c:f>
              <c:strCache>
                <c:ptCount val="2"/>
                <c:pt idx="0">
                  <c:v>1st Qtr</c:v>
                </c:pt>
                <c:pt idx="1">
                  <c:v>2nd Qtr</c:v>
                </c:pt>
              </c:strCache>
            </c:strRef>
          </c:cat>
          <c:val>
            <c:numRef>
              <c:f>Sheet1!$B$2:$B$3</c:f>
              <c:numCache>
                <c:formatCode>0%</c:formatCode>
                <c:ptCount val="2"/>
                <c:pt idx="0" formatCode="0.0%">
                  <c:v>0.93866666666666665</c:v>
                </c:pt>
                <c:pt idx="1">
                  <c:v>6.1333333333333351E-2</c:v>
                </c:pt>
              </c:numCache>
            </c:numRef>
          </c:val>
          <c:extLst>
            <c:ext xmlns:c16="http://schemas.microsoft.com/office/drawing/2014/chart" uri="{C3380CC4-5D6E-409C-BE32-E72D297353CC}">
              <c16:uniqueId val="{00000004-67B4-46E5-A707-243EEB8B58B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327-44DD-8284-2EEFA7562F97}"/>
              </c:ext>
            </c:extLst>
          </c:dPt>
          <c:dPt>
            <c:idx val="1"/>
            <c:invertIfNegative val="0"/>
            <c:bubble3D val="0"/>
            <c:extLst>
              <c:ext xmlns:c16="http://schemas.microsoft.com/office/drawing/2014/chart" uri="{C3380CC4-5D6E-409C-BE32-E72D297353CC}">
                <c16:uniqueId val="{00000001-D327-44DD-8284-2EEFA7562F97}"/>
              </c:ext>
            </c:extLst>
          </c:dPt>
          <c:dLbls>
            <c:dLbl>
              <c:idx val="0"/>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327-44DD-8284-2EEFA7562F97}"/>
                </c:ext>
              </c:extLst>
            </c:dLbl>
            <c:dLbl>
              <c:idx val="1"/>
              <c:tx>
                <c:rich>
                  <a:bodyPr/>
                  <a:lstStyle/>
                  <a:p>
                    <a:r>
                      <a:rPr lang="en-US" dirty="0"/>
                      <a:t>92%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327-44DD-8284-2EEFA7562F97}"/>
                </c:ext>
              </c:extLst>
            </c:dLbl>
            <c:dLbl>
              <c:idx val="2"/>
              <c:tx>
                <c:rich>
                  <a:bodyPr/>
                  <a:lstStyle/>
                  <a:p>
                    <a:r>
                      <a:rPr lang="en-US"/>
                      <a:t>95%</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EBF-4504-BE6D-072455B1C697}"/>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 من السهل الدفع للحصول على الخدمة المطلوبة</c:v>
                </c:pt>
                <c:pt idx="1">
                  <c:v>تم استلام الخدمة خلال وقت معقول</c:v>
                </c:pt>
                <c:pt idx="2">
                  <c:v>يرجى تقييم مدى رضاك بشكل عام عن الخدمة</c:v>
                </c:pt>
              </c:strCache>
            </c:strRef>
          </c:cat>
          <c:val>
            <c:numRef>
              <c:f>Sheet1!$B$2:$B$4</c:f>
              <c:numCache>
                <c:formatCode>0.00%</c:formatCode>
                <c:ptCount val="3"/>
                <c:pt idx="0">
                  <c:v>0.94</c:v>
                </c:pt>
                <c:pt idx="1">
                  <c:v>0.92200000000000004</c:v>
                </c:pt>
                <c:pt idx="2">
                  <c:v>0.95399999999999996</c:v>
                </c:pt>
              </c:numCache>
            </c:numRef>
          </c:val>
          <c:extLst>
            <c:ext xmlns:c16="http://schemas.microsoft.com/office/drawing/2014/chart" uri="{C3380CC4-5D6E-409C-BE32-E72D297353CC}">
              <c16:uniqueId val="{00000002-D327-44DD-8284-2EEFA7562F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BDFA-4010-8869-7807130E77C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BDFA-4010-8869-7807130E77CA}"/>
              </c:ext>
            </c:extLst>
          </c:dPt>
          <c:cat>
            <c:strRef>
              <c:f>Sheet1!$A$2:$A$3</c:f>
              <c:strCache>
                <c:ptCount val="2"/>
                <c:pt idx="0">
                  <c:v>1st Qtr</c:v>
                </c:pt>
                <c:pt idx="1">
                  <c:v>2nd Qtr</c:v>
                </c:pt>
              </c:strCache>
            </c:strRef>
          </c:cat>
          <c:val>
            <c:numRef>
              <c:f>Sheet1!$B$2:$B$3</c:f>
              <c:numCache>
                <c:formatCode>0%</c:formatCode>
                <c:ptCount val="2"/>
                <c:pt idx="0" formatCode="0.0%">
                  <c:v>0.92500000000000004</c:v>
                </c:pt>
                <c:pt idx="1">
                  <c:v>7.4999999999999956E-2</c:v>
                </c:pt>
              </c:numCache>
            </c:numRef>
          </c:val>
          <c:extLst>
            <c:ext xmlns:c16="http://schemas.microsoft.com/office/drawing/2014/chart" uri="{C3380CC4-5D6E-409C-BE32-E72D297353CC}">
              <c16:uniqueId val="{00000004-BDFA-4010-8869-7807130E77C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696-4535-8D84-7E8EA19C639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696-4535-8D84-7E8EA19C639D}"/>
              </c:ext>
            </c:extLst>
          </c:dPt>
          <c:cat>
            <c:strRef>
              <c:f>Sheet1!$A$2:$A$3</c:f>
              <c:strCache>
                <c:ptCount val="2"/>
                <c:pt idx="0">
                  <c:v>1st Qtr</c:v>
                </c:pt>
                <c:pt idx="1">
                  <c:v>2nd Qtr</c:v>
                </c:pt>
              </c:strCache>
            </c:strRef>
          </c:cat>
          <c:val>
            <c:numRef>
              <c:f>Sheet1!$B$2:$B$3</c:f>
              <c:numCache>
                <c:formatCode>0%</c:formatCode>
                <c:ptCount val="2"/>
                <c:pt idx="0" formatCode="0.0%">
                  <c:v>0.93559999999999999</c:v>
                </c:pt>
                <c:pt idx="1">
                  <c:v>6.4400000000000013E-2</c:v>
                </c:pt>
              </c:numCache>
            </c:numRef>
          </c:val>
          <c:extLst>
            <c:ext xmlns:c16="http://schemas.microsoft.com/office/drawing/2014/chart" uri="{C3380CC4-5D6E-409C-BE32-E72D297353CC}">
              <c16:uniqueId val="{00000004-5696-4535-8D84-7E8EA19C639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6539-4BB7-8497-BB8B76D316CE}"/>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6539-4BB7-8497-BB8B76D316CE}"/>
              </c:ext>
            </c:extLst>
          </c:dPt>
          <c:cat>
            <c:strRef>
              <c:f>Sheet1!$A$2:$A$3</c:f>
              <c:strCache>
                <c:ptCount val="2"/>
                <c:pt idx="0">
                  <c:v>1st Qtr</c:v>
                </c:pt>
                <c:pt idx="1">
                  <c:v>2nd Qtr</c:v>
                </c:pt>
              </c:strCache>
            </c:strRef>
          </c:cat>
          <c:val>
            <c:numRef>
              <c:f>Sheet1!$B$2:$B$3</c:f>
              <c:numCache>
                <c:formatCode>0%</c:formatCode>
                <c:ptCount val="2"/>
                <c:pt idx="0" formatCode="0.00%">
                  <c:v>0.89800000000000002</c:v>
                </c:pt>
                <c:pt idx="1">
                  <c:v>0.10199999999999998</c:v>
                </c:pt>
              </c:numCache>
            </c:numRef>
          </c:val>
          <c:extLst>
            <c:ext xmlns:c16="http://schemas.microsoft.com/office/drawing/2014/chart" uri="{C3380CC4-5D6E-409C-BE32-E72D297353CC}">
              <c16:uniqueId val="{00000004-6539-4BB7-8497-BB8B76D316C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DFF8-463E-83C3-71615B1867C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FF8-463E-83C3-71615B1867C6}"/>
              </c:ext>
            </c:extLst>
          </c:dPt>
          <c:cat>
            <c:strRef>
              <c:f>Sheet1!$A$2:$A$3</c:f>
              <c:strCache>
                <c:ptCount val="2"/>
                <c:pt idx="0">
                  <c:v>1st Qtr</c:v>
                </c:pt>
                <c:pt idx="1">
                  <c:v>2nd Qtr</c:v>
                </c:pt>
              </c:strCache>
            </c:strRef>
          </c:cat>
          <c:val>
            <c:numRef>
              <c:f>Sheet1!$B$2:$B$3</c:f>
              <c:numCache>
                <c:formatCode>0%</c:formatCode>
                <c:ptCount val="2"/>
                <c:pt idx="0" formatCode="0.0%">
                  <c:v>0.93633333333333335</c:v>
                </c:pt>
                <c:pt idx="1">
                  <c:v>6.3666666666666649E-2</c:v>
                </c:pt>
              </c:numCache>
            </c:numRef>
          </c:val>
          <c:extLst>
            <c:ext xmlns:c16="http://schemas.microsoft.com/office/drawing/2014/chart" uri="{C3380CC4-5D6E-409C-BE32-E72D297353CC}">
              <c16:uniqueId val="{00000004-DFF8-463E-83C3-71615B1867C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6E4-4EC5-B24D-946A23455CE3}"/>
              </c:ext>
            </c:extLst>
          </c:dPt>
          <c:dPt>
            <c:idx val="1"/>
            <c:invertIfNegative val="0"/>
            <c:bubble3D val="0"/>
            <c:extLst>
              <c:ext xmlns:c16="http://schemas.microsoft.com/office/drawing/2014/chart" uri="{C3380CC4-5D6E-409C-BE32-E72D297353CC}">
                <c16:uniqueId val="{00000001-D6E4-4EC5-B24D-946A23455CE3}"/>
              </c:ext>
            </c:extLst>
          </c:dPt>
          <c:dLbls>
            <c:dLbl>
              <c:idx val="0"/>
              <c:tx>
                <c:rich>
                  <a:bodyPr/>
                  <a:lstStyle/>
                  <a:p>
                    <a:r>
                      <a:rPr lang="en-US"/>
                      <a:t>91%</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6E4-4EC5-B24D-946A23455CE3}"/>
                </c:ext>
              </c:extLst>
            </c:dLbl>
            <c:dLbl>
              <c:idx val="1"/>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6E4-4EC5-B24D-946A23455CE3}"/>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من السهل العثور على معلومات الاتصال وتفاصيل خدمات وزارة الصحة ووقاية المجتمع عبر قنوات مختلفة</c:v>
                </c:pt>
                <c:pt idx="1">
                  <c:v>كانت المعلومات المستلمة عبر البريد الإلكتروني/الرسائل النصية خلال جميع المراحل واضحة ومفيدة وكافية</c:v>
                </c:pt>
              </c:strCache>
            </c:strRef>
          </c:cat>
          <c:val>
            <c:numRef>
              <c:f>Sheet1!$B$2:$B$3</c:f>
              <c:numCache>
                <c:formatCode>0.0%</c:formatCode>
                <c:ptCount val="2"/>
                <c:pt idx="0">
                  <c:v>0.91</c:v>
                </c:pt>
                <c:pt idx="1">
                  <c:v>0.94</c:v>
                </c:pt>
              </c:numCache>
            </c:numRef>
          </c:val>
          <c:extLst>
            <c:ext xmlns:c16="http://schemas.microsoft.com/office/drawing/2014/chart" uri="{C3380CC4-5D6E-409C-BE32-E72D297353CC}">
              <c16:uniqueId val="{00000002-D6E4-4EC5-B24D-946A23455CE3}"/>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7349-4ABE-BEFE-E8BF1CCCD895}"/>
              </c:ext>
            </c:extLst>
          </c:dPt>
          <c:dPt>
            <c:idx val="1"/>
            <c:invertIfNegative val="0"/>
            <c:bubble3D val="0"/>
            <c:extLst>
              <c:ext xmlns:c16="http://schemas.microsoft.com/office/drawing/2014/chart" uri="{C3380CC4-5D6E-409C-BE32-E72D297353CC}">
                <c16:uniqueId val="{00000001-7349-4ABE-BEFE-E8BF1CCCD895}"/>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كانت الإجراءات فعّالة ولم يُطلب مني تقديم نفس المعلومات أكثر من مرة</c:v>
                </c:pt>
                <c:pt idx="1">
                  <c:v>كانت إجراءات الخدمة بشكل عام بسيطة وسهلة</c:v>
                </c:pt>
                <c:pt idx="2">
                  <c:v>واجهة الخدمة جذابة وسهلة الاستخدام</c:v>
                </c:pt>
                <c:pt idx="3">
                  <c:v>تم تقديم طلب الخدمة خلال وقت معقول.</c:v>
                </c:pt>
                <c:pt idx="4">
                  <c:v>أثق أن المعلومات الشخصية المقدمة لوزارة الصحة ستعامل بسرية</c:v>
                </c:pt>
              </c:strCache>
            </c:strRef>
          </c:cat>
          <c:val>
            <c:numRef>
              <c:f>Sheet1!$B$2:$B$6</c:f>
              <c:numCache>
                <c:formatCode>0%</c:formatCode>
                <c:ptCount val="5"/>
                <c:pt idx="0">
                  <c:v>0.92</c:v>
                </c:pt>
                <c:pt idx="1">
                  <c:v>0.93600000000000005</c:v>
                </c:pt>
                <c:pt idx="2">
                  <c:v>0.91400000000000003</c:v>
                </c:pt>
                <c:pt idx="3">
                  <c:v>0.92600000000000005</c:v>
                </c:pt>
                <c:pt idx="4">
                  <c:v>0.98199999999999998</c:v>
                </c:pt>
              </c:numCache>
            </c:numRef>
          </c:val>
          <c:extLst>
            <c:ext xmlns:c16="http://schemas.microsoft.com/office/drawing/2014/chart" uri="{C3380CC4-5D6E-409C-BE32-E72D297353CC}">
              <c16:uniqueId val="{00000002-7349-4ABE-BEFE-E8BF1CCCD895}"/>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5617732607241551"/>
          <c:h val="0.9983819299970846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0CC-4D28-A8B0-CB6F5ED596DC}"/>
              </c:ext>
            </c:extLst>
          </c:dPt>
          <c:dPt>
            <c:idx val="1"/>
            <c:invertIfNegative val="0"/>
            <c:bubble3D val="0"/>
            <c:spPr>
              <a:solidFill>
                <a:srgbClr val="B68A35"/>
              </a:solidFill>
              <a:ln w="33244">
                <a:noFill/>
              </a:ln>
            </c:spPr>
            <c:extLst>
              <c:ext xmlns:c16="http://schemas.microsoft.com/office/drawing/2014/chart" uri="{C3380CC4-5D6E-409C-BE32-E72D297353CC}">
                <c16:uniqueId val="{00000001-F0CC-4D28-A8B0-CB6F5ED596DC}"/>
              </c:ext>
            </c:extLst>
          </c:dPt>
          <c:dPt>
            <c:idx val="2"/>
            <c:invertIfNegative val="0"/>
            <c:bubble3D val="0"/>
            <c:spPr>
              <a:solidFill>
                <a:srgbClr val="B68A35"/>
              </a:solidFill>
              <a:ln w="33244">
                <a:noFill/>
              </a:ln>
            </c:spPr>
            <c:extLst>
              <c:ext xmlns:c16="http://schemas.microsoft.com/office/drawing/2014/chart" uri="{C3380CC4-5D6E-409C-BE32-E72D297353CC}">
                <c16:uniqueId val="{00000003-F0CC-4D28-A8B0-CB6F5ED596DC}"/>
              </c:ext>
            </c:extLst>
          </c:dPt>
          <c:dLbls>
            <c:spPr>
              <a:noFill/>
              <a:ln w="33244">
                <a:noFill/>
              </a:ln>
            </c:spPr>
            <c:txPr>
              <a:bodyPr/>
              <a:lstStyle/>
              <a:p>
                <a:pPr algn="ctr">
                  <a:defRPr sz="900" b="1">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كانت الإشعارات المستلمة خلال جميع المراحل مفيدة وكافية</c:v>
                </c:pt>
                <c:pt idx="1">
                  <c:v>سهولة تتبع حالة الطلب</c:v>
                </c:pt>
                <c:pt idx="2">
                  <c:v>سهولة الوصول إلى الدعم الفني عند الحاجة</c:v>
                </c:pt>
              </c:strCache>
            </c:strRef>
          </c:cat>
          <c:val>
            <c:numRef>
              <c:f>Sheet1!$B$2:$B$4</c:f>
              <c:numCache>
                <c:formatCode>0%</c:formatCode>
                <c:ptCount val="3"/>
                <c:pt idx="0">
                  <c:v>0.94</c:v>
                </c:pt>
                <c:pt idx="1">
                  <c:v>0.89</c:v>
                </c:pt>
                <c:pt idx="2">
                  <c:v>0.86399999999999999</c:v>
                </c:pt>
              </c:numCache>
            </c:numRef>
          </c:val>
          <c:extLst>
            <c:ext xmlns:c16="http://schemas.microsoft.com/office/drawing/2014/chart" uri="{C3380CC4-5D6E-409C-BE32-E72D297353CC}">
              <c16:uniqueId val="{00000004-F0CC-4D28-A8B0-CB6F5ED596DC}"/>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B20-4126-BD86-C2634A2B39EB}"/>
              </c:ext>
            </c:extLst>
          </c:dPt>
          <c:dPt>
            <c:idx val="1"/>
            <c:invertIfNegative val="0"/>
            <c:bubble3D val="0"/>
            <c:extLst>
              <c:ext xmlns:c16="http://schemas.microsoft.com/office/drawing/2014/chart" uri="{C3380CC4-5D6E-409C-BE32-E72D297353CC}">
                <c16:uniqueId val="{00000001-EB20-4126-BD86-C2634A2B39EB}"/>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 من السهل الدفع للحصول على الخدمة المطلوبة</c:v>
                </c:pt>
                <c:pt idx="1">
                  <c:v>تم استلام الخدمة خلال وقت معقول</c:v>
                </c:pt>
                <c:pt idx="2">
                  <c:v>يرجى تقييم مدى رضاك بشكل عام عن الخدمة</c:v>
                </c:pt>
              </c:strCache>
            </c:strRef>
          </c:cat>
          <c:val>
            <c:numRef>
              <c:f>Sheet1!$B$2:$B$4</c:f>
              <c:numCache>
                <c:formatCode>0%</c:formatCode>
                <c:ptCount val="3"/>
                <c:pt idx="0">
                  <c:v>0.93200000000000005</c:v>
                </c:pt>
                <c:pt idx="1">
                  <c:v>0.92600000000000005</c:v>
                </c:pt>
                <c:pt idx="2">
                  <c:v>0.95099999999999996</c:v>
                </c:pt>
              </c:numCache>
            </c:numRef>
          </c:val>
          <c:extLst>
            <c:ext xmlns:c16="http://schemas.microsoft.com/office/drawing/2014/chart" uri="{C3380CC4-5D6E-409C-BE32-E72D297353CC}">
              <c16:uniqueId val="{00000002-EB20-4126-BD86-C2634A2B39EB}"/>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0.99675397876960048"/>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765-4D53-95E8-7B05F6F1D0FD}"/>
              </c:ext>
            </c:extLst>
          </c:dPt>
          <c:dPt>
            <c:idx val="1"/>
            <c:invertIfNegative val="0"/>
            <c:bubble3D val="0"/>
            <c:spPr>
              <a:solidFill>
                <a:srgbClr val="B68A35"/>
              </a:solidFill>
              <a:ln w="33244">
                <a:noFill/>
              </a:ln>
            </c:spPr>
            <c:extLst>
              <c:ext xmlns:c16="http://schemas.microsoft.com/office/drawing/2014/chart" uri="{C3380CC4-5D6E-409C-BE32-E72D297353CC}">
                <c16:uniqueId val="{00000001-F765-4D53-95E8-7B05F6F1D0FD}"/>
              </c:ext>
            </c:extLst>
          </c:dPt>
          <c:dPt>
            <c:idx val="2"/>
            <c:invertIfNegative val="0"/>
            <c:bubble3D val="0"/>
            <c:extLst>
              <c:ext xmlns:c16="http://schemas.microsoft.com/office/drawing/2014/chart" uri="{C3380CC4-5D6E-409C-BE32-E72D297353CC}">
                <c16:uniqueId val="{00000003-F765-4D53-95E8-7B05F6F1D0FD}"/>
              </c:ext>
            </c:extLst>
          </c:dPt>
          <c:dPt>
            <c:idx val="3"/>
            <c:invertIfNegative val="0"/>
            <c:bubble3D val="0"/>
            <c:extLst>
              <c:ext xmlns:c16="http://schemas.microsoft.com/office/drawing/2014/chart" uri="{C3380CC4-5D6E-409C-BE32-E72D297353CC}">
                <c16:uniqueId val="{00000004-F800-4268-B8B5-E0F2FE45DF6F}"/>
              </c:ext>
            </c:extLst>
          </c:dPt>
          <c:dPt>
            <c:idx val="4"/>
            <c:invertIfNegative val="0"/>
            <c:bubble3D val="0"/>
            <c:extLst>
              <c:ext xmlns:c16="http://schemas.microsoft.com/office/drawing/2014/chart" uri="{C3380CC4-5D6E-409C-BE32-E72D297353CC}">
                <c16:uniqueId val="{00000006-1E97-4CA6-BF14-7E2061D3FC56}"/>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سهولة الوصول إلى الموقع باستخدام تطبيقات الملاحة </c:v>
                </c:pt>
                <c:pt idx="1">
                  <c:v> توفر مواقف سيارات كافية للمتعاملين</c:v>
                </c:pt>
                <c:pt idx="2">
                  <c:v>كانت اللوحات الإرشادية واضحة  </c:v>
                </c:pt>
                <c:pt idx="3">
                  <c:v>يحتوي الفرع على مرافق كافية )مصلى ودورات مياه، وآلات البيع الذاتية….)</c:v>
                </c:pt>
                <c:pt idx="4">
                  <c:v>كانت خيارات الخدمة الذاتية (مثل أكشاك الخدمة الذاتية، الموقع الإلكتروني، والتطبيقات الذكية) سهلة الاستخدام ومفيدة.</c:v>
                </c:pt>
              </c:strCache>
            </c:strRef>
          </c:cat>
          <c:val>
            <c:numRef>
              <c:f>Sheet1!$B$2:$B$6</c:f>
              <c:numCache>
                <c:formatCode>0%</c:formatCode>
                <c:ptCount val="5"/>
                <c:pt idx="0">
                  <c:v>0.94599999999999995</c:v>
                </c:pt>
                <c:pt idx="1">
                  <c:v>0.879</c:v>
                </c:pt>
                <c:pt idx="2">
                  <c:v>0.97199999999999998</c:v>
                </c:pt>
                <c:pt idx="3">
                  <c:v>0.93899999999999995</c:v>
                </c:pt>
                <c:pt idx="4">
                  <c:v>0.97199999999999998</c:v>
                </c:pt>
              </c:numCache>
            </c:numRef>
          </c:val>
          <c:extLst>
            <c:ext xmlns:c16="http://schemas.microsoft.com/office/drawing/2014/chart" uri="{C3380CC4-5D6E-409C-BE32-E72D297353CC}">
              <c16:uniqueId val="{00000002-F765-4D53-95E8-7B05F6F1D0FD}"/>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4778175611964756E-2"/>
          <c:w val="0.46212107963105264"/>
          <c:h val="0.9707320598589972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D77-405A-AA08-2EC459A2BE97}"/>
              </c:ext>
            </c:extLst>
          </c:dPt>
          <c:dPt>
            <c:idx val="1"/>
            <c:invertIfNegative val="0"/>
            <c:bubble3D val="0"/>
            <c:extLst>
              <c:ext xmlns:c16="http://schemas.microsoft.com/office/drawing/2014/chart" uri="{C3380CC4-5D6E-409C-BE32-E72D297353CC}">
                <c16:uniqueId val="{00000001-DD77-405A-AA08-2EC459A2BE97}"/>
              </c:ext>
            </c:extLst>
          </c:dPt>
          <c:dPt>
            <c:idx val="2"/>
            <c:invertIfNegative val="0"/>
            <c:bubble3D val="0"/>
            <c:extLst>
              <c:ext xmlns:c16="http://schemas.microsoft.com/office/drawing/2014/chart" uri="{C3380CC4-5D6E-409C-BE32-E72D297353CC}">
                <c16:uniqueId val="{00000002-7150-46CD-ACEF-7A03D4B29D63}"/>
              </c:ext>
            </c:extLst>
          </c:dPt>
          <c:dPt>
            <c:idx val="4"/>
            <c:invertIfNegative val="0"/>
            <c:bubble3D val="0"/>
            <c:spPr>
              <a:solidFill>
                <a:srgbClr val="B68A35"/>
              </a:solidFill>
              <a:ln w="33244">
                <a:noFill/>
              </a:ln>
            </c:spPr>
            <c:extLst>
              <c:ext xmlns:c16="http://schemas.microsoft.com/office/drawing/2014/chart" uri="{C3380CC4-5D6E-409C-BE32-E72D297353CC}">
                <c16:uniqueId val="{00000006-8447-4CBD-8C89-4D502E104D0F}"/>
              </c:ext>
            </c:extLst>
          </c:dPt>
          <c:dPt>
            <c:idx val="6"/>
            <c:invertIfNegative val="0"/>
            <c:bubble3D val="0"/>
            <c:spPr>
              <a:solidFill>
                <a:srgbClr val="E53935"/>
              </a:solidFill>
              <a:ln w="33244">
                <a:noFill/>
              </a:ln>
            </c:spPr>
            <c:extLst>
              <c:ext xmlns:c16="http://schemas.microsoft.com/office/drawing/2014/chart" uri="{C3380CC4-5D6E-409C-BE32-E72D297353CC}">
                <c16:uniqueId val="{00000005-A474-42C8-9F86-C4B3B463DD9A}"/>
              </c:ext>
            </c:extLst>
          </c:dPt>
          <c:dPt>
            <c:idx val="8"/>
            <c:invertIfNegative val="0"/>
            <c:bubble3D val="0"/>
            <c:extLst>
              <c:ext xmlns:c16="http://schemas.microsoft.com/office/drawing/2014/chart" uri="{C3380CC4-5D6E-409C-BE32-E72D297353CC}">
                <c16:uniqueId val="{00000005-8447-4CBD-8C89-4D502E104D0F}"/>
              </c:ext>
            </c:extLst>
          </c:dPt>
          <c:dLbls>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تم الترحيب بي وتقديم المساعدة اللازمة</c:v>
                </c:pt>
                <c:pt idx="1">
                  <c:v>تم تقديم المعلومات الكافية</c:v>
                </c:pt>
                <c:pt idx="2">
                  <c:v>تمت معاملتي باحترام وتقدير، مما يعكس تفاعلًا يتسم باللباقة</c:v>
                </c:pt>
                <c:pt idx="3">
                  <c:v>أظهر الموظف حسن الاستماع والانتباه، وفهمًا واضحًا</c:v>
                </c:pt>
                <c:pt idx="4">
                  <c:v>كانت الإجراءات فعّالة ولم يُطلب مني تقديم نفس المعلومة أكثر من مرة</c:v>
                </c:pt>
                <c:pt idx="5">
                  <c:v>العدالة في المعاملة</c:v>
                </c:pt>
                <c:pt idx="6">
                  <c:v>بذل الموظف جهد إضافي للمساعدة</c:v>
                </c:pt>
                <c:pt idx="7">
                  <c:v>المرونة في التعامل</c:v>
                </c:pt>
                <c:pt idx="8">
                  <c:v>المعرفة والموثوقية في تعاملهم</c:v>
                </c:pt>
              </c:strCache>
            </c:strRef>
          </c:cat>
          <c:val>
            <c:numRef>
              <c:f>Sheet1!$B$2:$B$10</c:f>
              <c:numCache>
                <c:formatCode>0%</c:formatCode>
                <c:ptCount val="9"/>
                <c:pt idx="0">
                  <c:v>0.97399999999999998</c:v>
                </c:pt>
                <c:pt idx="1">
                  <c:v>0.92100000000000004</c:v>
                </c:pt>
                <c:pt idx="2">
                  <c:v>0.94699999999999995</c:v>
                </c:pt>
                <c:pt idx="3">
                  <c:v>0.94699999999999995</c:v>
                </c:pt>
                <c:pt idx="4">
                  <c:v>0.86799999999999999</c:v>
                </c:pt>
                <c:pt idx="5">
                  <c:v>0.91900000000000004</c:v>
                </c:pt>
                <c:pt idx="6">
                  <c:v>0.81599999999999995</c:v>
                </c:pt>
                <c:pt idx="7">
                  <c:v>0.89500000000000002</c:v>
                </c:pt>
                <c:pt idx="8">
                  <c:v>0.97399999999999998</c:v>
                </c:pt>
              </c:numCache>
            </c:numRef>
          </c:val>
          <c:extLst>
            <c:ext xmlns:c16="http://schemas.microsoft.com/office/drawing/2014/chart" uri="{C3380CC4-5D6E-409C-BE32-E72D297353CC}">
              <c16:uniqueId val="{00000002-DD77-405A-AA08-2EC459A2BE97}"/>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0.39691627370192845"/>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05B-406F-B762-7A2AFF90F3AE}"/>
              </c:ext>
            </c:extLst>
          </c:dPt>
          <c:dPt>
            <c:idx val="1"/>
            <c:invertIfNegative val="0"/>
            <c:bubble3D val="0"/>
            <c:extLst>
              <c:ext xmlns:c16="http://schemas.microsoft.com/office/drawing/2014/chart" uri="{C3380CC4-5D6E-409C-BE32-E72D297353CC}">
                <c16:uniqueId val="{00000001-E05B-406F-B762-7A2AFF90F3AE}"/>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أظهر الموظف فهمًا واضحًا لطلبي والتحديات التي واجهتها</c:v>
                </c:pt>
                <c:pt idx="1">
                  <c:v>استخدام لغة واضحة وسهلة الفهم</c:v>
                </c:pt>
              </c:strCache>
            </c:strRef>
          </c:cat>
          <c:val>
            <c:numRef>
              <c:f>Sheet1!$B$2:$B$3</c:f>
              <c:numCache>
                <c:formatCode>0%</c:formatCode>
                <c:ptCount val="2"/>
                <c:pt idx="0">
                  <c:v>0.94699999999999995</c:v>
                </c:pt>
                <c:pt idx="1">
                  <c:v>0.94599999999999995</c:v>
                </c:pt>
              </c:numCache>
            </c:numRef>
          </c:val>
          <c:extLst>
            <c:ext xmlns:c16="http://schemas.microsoft.com/office/drawing/2014/chart" uri="{C3380CC4-5D6E-409C-BE32-E72D297353CC}">
              <c16:uniqueId val="{00000002-E05B-406F-B762-7A2AFF90F3AE}"/>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0.99706313744881181"/>
        </c:manualLayout>
      </c:layout>
      <c:barChart>
        <c:barDir val="bar"/>
        <c:grouping val="clustered"/>
        <c:varyColors val="0"/>
        <c:ser>
          <c:idx val="0"/>
          <c:order val="0"/>
          <c:spPr>
            <a:solidFill>
              <a:srgbClr val="35AA6E"/>
            </a:solidFill>
            <a:ln w="33244">
              <a:noFill/>
            </a:ln>
          </c:spPr>
          <c:invertIfNegative val="0"/>
          <c:dPt>
            <c:idx val="0"/>
            <c:invertIfNegative val="0"/>
            <c:bubble3D val="0"/>
            <c:spPr>
              <a:solidFill>
                <a:srgbClr val="B68A35"/>
              </a:solidFill>
              <a:ln w="33244">
                <a:noFill/>
              </a:ln>
            </c:spPr>
            <c:extLst>
              <c:ext xmlns:c16="http://schemas.microsoft.com/office/drawing/2014/chart" uri="{C3380CC4-5D6E-409C-BE32-E72D297353CC}">
                <c16:uniqueId val="{00000000-D327-44DD-8284-2EEFA7562F97}"/>
              </c:ext>
            </c:extLst>
          </c:dPt>
          <c:dLbls>
            <c:spPr>
              <a:noFill/>
              <a:ln w="33244">
                <a:noFill/>
              </a:ln>
            </c:spPr>
            <c:txPr>
              <a:bodyPr/>
              <a:lstStyle/>
              <a:p>
                <a:pPr algn="ctr">
                  <a:defRPr>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عمل الموظفون معا كفريق واحد لإسعادي
(في حال تم التعامل مع أكثر من موظف).</c:v>
                </c:pt>
                <c:pt idx="1">
                  <c:v>يرجى تقييم رضاك العام عن تفاعلك مع الموظفين</c:v>
                </c:pt>
              </c:strCache>
            </c:strRef>
          </c:cat>
          <c:val>
            <c:numRef>
              <c:f>Sheet1!$B$2:$B$3</c:f>
              <c:numCache>
                <c:formatCode>0%</c:formatCode>
                <c:ptCount val="2"/>
                <c:pt idx="0">
                  <c:v>0.88600000000000001</c:v>
                </c:pt>
                <c:pt idx="1">
                  <c:v>0.92100000000000004</c:v>
                </c:pt>
              </c:numCache>
            </c:numRef>
          </c:val>
          <c:extLst>
            <c:ext xmlns:c16="http://schemas.microsoft.com/office/drawing/2014/chart" uri="{C3380CC4-5D6E-409C-BE32-E72D297353CC}">
              <c16:uniqueId val="{00000002-D327-44DD-8284-2EEFA7562F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D12D-4FA1-886B-E9D1D9CCB284}"/>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12D-4FA1-886B-E9D1D9CCB284}"/>
              </c:ext>
            </c:extLst>
          </c:dPt>
          <c:cat>
            <c:strRef>
              <c:f>Sheet1!$A$2:$A$3</c:f>
              <c:strCache>
                <c:ptCount val="2"/>
                <c:pt idx="0">
                  <c:v>1st Qtr</c:v>
                </c:pt>
                <c:pt idx="1">
                  <c:v>2nd Qtr</c:v>
                </c:pt>
              </c:strCache>
            </c:strRef>
          </c:cat>
          <c:val>
            <c:numRef>
              <c:f>Sheet1!$B$2:$B$3</c:f>
              <c:numCache>
                <c:formatCode>0%</c:formatCode>
                <c:ptCount val="2"/>
                <c:pt idx="0">
                  <c:v>0.94</c:v>
                </c:pt>
                <c:pt idx="1">
                  <c:v>6.0000000000000053E-2</c:v>
                </c:pt>
              </c:numCache>
            </c:numRef>
          </c:val>
          <c:extLst>
            <c:ext xmlns:c16="http://schemas.microsoft.com/office/drawing/2014/chart" uri="{C3380CC4-5D6E-409C-BE32-E72D297353CC}">
              <c16:uniqueId val="{00000004-D12D-4FA1-886B-E9D1D9CCB28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8191-4FE4-8B5A-5C574D65989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191-4FE4-8B5A-5C574D65989C}"/>
              </c:ext>
            </c:extLst>
          </c:dPt>
          <c:cat>
            <c:strRef>
              <c:f>Sheet1!$A$2:$A$3</c:f>
              <c:strCache>
                <c:ptCount val="2"/>
                <c:pt idx="0">
                  <c:v>1st Qtr</c:v>
                </c:pt>
                <c:pt idx="1">
                  <c:v>2nd Qtr</c:v>
                </c:pt>
              </c:strCache>
            </c:strRef>
          </c:cat>
          <c:val>
            <c:numRef>
              <c:f>Sheet1!$B$2:$B$3</c:f>
              <c:numCache>
                <c:formatCode>0%</c:formatCode>
                <c:ptCount val="2"/>
                <c:pt idx="0">
                  <c:v>0.91788888888888898</c:v>
                </c:pt>
                <c:pt idx="1">
                  <c:v>8.2111111111111024E-2</c:v>
                </c:pt>
              </c:numCache>
            </c:numRef>
          </c:val>
          <c:extLst>
            <c:ext xmlns:c16="http://schemas.microsoft.com/office/drawing/2014/chart" uri="{C3380CC4-5D6E-409C-BE32-E72D297353CC}">
              <c16:uniqueId val="{00000004-8191-4FE4-8B5A-5C574D65989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161D-4131-B461-BAAC6684793B}"/>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161D-4131-B461-BAAC6684793B}"/>
              </c:ext>
            </c:extLst>
          </c:dPt>
          <c:cat>
            <c:strRef>
              <c:f>Sheet1!$A$2:$A$3</c:f>
              <c:strCache>
                <c:ptCount val="2"/>
                <c:pt idx="0">
                  <c:v>1st Qtr</c:v>
                </c:pt>
                <c:pt idx="1">
                  <c:v>2nd Qtr</c:v>
                </c:pt>
              </c:strCache>
            </c:strRef>
          </c:cat>
          <c:val>
            <c:numRef>
              <c:f>Sheet1!$B$2:$B$3</c:f>
              <c:numCache>
                <c:formatCode>0%</c:formatCode>
                <c:ptCount val="2"/>
                <c:pt idx="0">
                  <c:v>0.9464999999999999</c:v>
                </c:pt>
                <c:pt idx="1">
                  <c:v>5.3500000000000103E-2</c:v>
                </c:pt>
              </c:numCache>
            </c:numRef>
          </c:val>
          <c:extLst>
            <c:ext xmlns:c16="http://schemas.microsoft.com/office/drawing/2014/chart" uri="{C3380CC4-5D6E-409C-BE32-E72D297353CC}">
              <c16:uniqueId val="{00000004-161D-4131-B461-BAAC668479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5AA-4C53-90E2-5563F0C108F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5AA-4C53-90E2-5563F0C108FC}"/>
              </c:ext>
            </c:extLst>
          </c:dPt>
          <c:cat>
            <c:strRef>
              <c:f>Sheet1!$A$2:$A$3</c:f>
              <c:strCache>
                <c:ptCount val="2"/>
                <c:pt idx="0">
                  <c:v>1st Qtr</c:v>
                </c:pt>
                <c:pt idx="1">
                  <c:v>2nd Qtr</c:v>
                </c:pt>
              </c:strCache>
            </c:strRef>
          </c:cat>
          <c:val>
            <c:numRef>
              <c:f>Sheet1!$B$2:$B$3</c:f>
              <c:numCache>
                <c:formatCode>0%</c:formatCode>
                <c:ptCount val="2"/>
                <c:pt idx="0">
                  <c:v>0.90349999999999997</c:v>
                </c:pt>
                <c:pt idx="1">
                  <c:v>9.650000000000003E-2</c:v>
                </c:pt>
              </c:numCache>
            </c:numRef>
          </c:val>
          <c:extLst>
            <c:ext xmlns:c16="http://schemas.microsoft.com/office/drawing/2014/chart" uri="{C3380CC4-5D6E-409C-BE32-E72D297353CC}">
              <c16:uniqueId val="{00000004-75AA-4C53-90E2-5563F0C108F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GB" sz="2000" b="1" baseline="0" dirty="0">
                <a:solidFill>
                  <a:srgbClr val="35AA6E"/>
                </a:solidFill>
                <a:latin typeface="Arial" panose="020B0604020202020204" pitchFamily="34" charset="0"/>
                <a:cs typeface="Arial" panose="020B0604020202020204" pitchFamily="34" charset="0"/>
              </a:rPr>
              <a:t>9</a:t>
            </a:r>
            <a:r>
              <a:rPr lang="en-US" sz="2000" b="1" baseline="0" dirty="0">
                <a:solidFill>
                  <a:srgbClr val="35AA6E"/>
                </a:solidFill>
                <a:latin typeface="Arial" panose="020B0604020202020204" pitchFamily="34" charset="0"/>
                <a:cs typeface="Arial" panose="020B0604020202020204" pitchFamily="34" charset="0"/>
              </a:rPr>
              <a:t>4</a:t>
            </a:r>
            <a:r>
              <a:rPr lang="en-GB" sz="2000" b="1" baseline="0" dirty="0">
                <a:solidFill>
                  <a:srgbClr val="35AA6E"/>
                </a:solidFill>
                <a:latin typeface="Arial" panose="020B0604020202020204" pitchFamily="34" charset="0"/>
                <a:cs typeface="Arial" panose="020B0604020202020204" pitchFamily="34" charset="0"/>
              </a:rPr>
              <a:t>%</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803807094853"/>
          <c:y val="0.386649628455342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3BB-4A75-8052-38DF1465F76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3BB-4A75-8052-38DF1465F76B}"/>
              </c:ext>
            </c:extLst>
          </c:dPt>
          <c:cat>
            <c:numRef>
              <c:f>Sheet1!$A$2:$A$3</c:f>
              <c:numCache>
                <c:formatCode>General</c:formatCode>
                <c:ptCount val="2"/>
              </c:numCache>
            </c:numRef>
          </c:cat>
          <c:val>
            <c:numRef>
              <c:f>Sheet1!$B$2:$B$3</c:f>
              <c:numCache>
                <c:formatCode>0%</c:formatCode>
                <c:ptCount val="2"/>
                <c:pt idx="0">
                  <c:v>0.93604444444444435</c:v>
                </c:pt>
                <c:pt idx="1">
                  <c:v>6.3955555555555654E-2</c:v>
                </c:pt>
              </c:numCache>
            </c:numRef>
          </c:val>
          <c:extLst>
            <c:ext xmlns:c16="http://schemas.microsoft.com/office/drawing/2014/chart" uri="{C3380CC4-5D6E-409C-BE32-E72D297353CC}">
              <c16:uniqueId val="{00000004-F3BB-4A75-8052-38DF1465F76B}"/>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صعب جدًا</c:v>
                </c:pt>
              </c:strCache>
            </c:strRef>
          </c:tx>
          <c:spPr>
            <a:solidFill>
              <a:srgbClr val="000000"/>
            </a:solidFill>
            <a:ln>
              <a:noFill/>
            </a:ln>
            <a:effectLst/>
          </c:spPr>
          <c:invertIfNegative val="0"/>
          <c:dLbls>
            <c:dLbl>
              <c:idx val="0"/>
              <c:layout>
                <c:manualLayout>
                  <c:x val="9.1665395233999844E-3"/>
                  <c:y val="-4.80811142613778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ABC-4300-9382-BD1BBBCDD825}"/>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1.2999999999999999E-2</c:v>
                </c:pt>
              </c:numCache>
            </c:numRef>
          </c:val>
          <c:extLst>
            <c:ext xmlns:c16="http://schemas.microsoft.com/office/drawing/2014/chart" uri="{C3380CC4-5D6E-409C-BE32-E72D297353CC}">
              <c16:uniqueId val="{00000001-9ABC-4300-9382-BD1BBBCDD825}"/>
            </c:ext>
          </c:extLst>
        </c:ser>
        <c:ser>
          <c:idx val="3"/>
          <c:order val="1"/>
          <c:tx>
            <c:strRef>
              <c:f>Sheet1!$E$1</c:f>
              <c:strCache>
                <c:ptCount val="1"/>
                <c:pt idx="0">
                  <c:v>صعب</c:v>
                </c:pt>
              </c:strCache>
            </c:strRef>
          </c:tx>
          <c:spPr>
            <a:solidFill>
              <a:srgbClr val="414141"/>
            </a:solidFill>
            <a:ln>
              <a:noFill/>
            </a:ln>
            <a:effectLst/>
          </c:spPr>
          <c:invertIfNegative val="0"/>
          <c:dLbls>
            <c:dLbl>
              <c:idx val="0"/>
              <c:layout>
                <c:manualLayout>
                  <c:x val="8.7334271459797615E-3"/>
                  <c:y val="7.4749967008841692E-2"/>
                </c:manualLayout>
              </c:layout>
              <c:showLegendKey val="0"/>
              <c:showVal val="1"/>
              <c:showCatName val="0"/>
              <c:showSerName val="0"/>
              <c:showPercent val="0"/>
              <c:showBubbleSize val="0"/>
              <c:extLst>
                <c:ext xmlns:c15="http://schemas.microsoft.com/office/drawing/2012/chart" uri="{CE6537A1-D6FC-4f65-9D91-7224C49458BB}">
                  <c15:layout>
                    <c:manualLayout>
                      <c:w val="4.215302189886741E-2"/>
                      <c:h val="0.18410066102284589"/>
                    </c:manualLayout>
                  </c15:layout>
                </c:ext>
                <c:ext xmlns:c16="http://schemas.microsoft.com/office/drawing/2014/chart" uri="{C3380CC4-5D6E-409C-BE32-E72D297353CC}">
                  <c16:uniqueId val="{00000002-9ABC-4300-9382-BD1BBBCDD825}"/>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5.0000000000000001E-3</c:v>
                </c:pt>
              </c:numCache>
            </c:numRef>
          </c:val>
          <c:extLst>
            <c:ext xmlns:c16="http://schemas.microsoft.com/office/drawing/2014/chart" uri="{C3380CC4-5D6E-409C-BE32-E72D297353CC}">
              <c16:uniqueId val="{00000003-9ABC-4300-9382-BD1BBBCDD825}"/>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5.8955275383031297E-3"/>
                  <c:y val="-1.2695597579848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ABC-4300-9382-BD1BBBCDD825}"/>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0.05</c:v>
                </c:pt>
              </c:numCache>
            </c:numRef>
          </c:val>
          <c:extLst>
            <c:ext xmlns:c16="http://schemas.microsoft.com/office/drawing/2014/chart" uri="{C3380CC4-5D6E-409C-BE32-E72D297353CC}">
              <c16:uniqueId val="{00000005-9ABC-4300-9382-BD1BBBCDD825}"/>
            </c:ext>
          </c:extLst>
        </c:ser>
        <c:ser>
          <c:idx val="1"/>
          <c:order val="3"/>
          <c:tx>
            <c:strRef>
              <c:f>Sheet1!$C$1</c:f>
              <c:strCache>
                <c:ptCount val="1"/>
                <c:pt idx="0">
                  <c:v>سهل</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ABC-4300-9382-BD1BBBCDD82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0.14699999999999999</c:v>
                </c:pt>
              </c:numCache>
            </c:numRef>
          </c:val>
          <c:extLst>
            <c:ext xmlns:c16="http://schemas.microsoft.com/office/drawing/2014/chart" uri="{C3380CC4-5D6E-409C-BE32-E72D297353CC}">
              <c16:uniqueId val="{00000008-9ABC-4300-9382-BD1BBBCDD825}"/>
            </c:ext>
          </c:extLst>
        </c:ser>
        <c:ser>
          <c:idx val="0"/>
          <c:order val="4"/>
          <c:tx>
            <c:strRef>
              <c:f>Sheet1!$B$1</c:f>
              <c:strCache>
                <c:ptCount val="1"/>
                <c:pt idx="0">
                  <c:v>سهل جدًا</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0.78500000000000003</c:v>
                </c:pt>
              </c:numCache>
            </c:numRef>
          </c:val>
          <c:extLst>
            <c:ext xmlns:c16="http://schemas.microsoft.com/office/drawing/2014/chart" uri="{C3380CC4-5D6E-409C-BE32-E72D297353CC}">
              <c16:uniqueId val="{00000009-9ABC-4300-9382-BD1BBBCDD825}"/>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68592917098217676"/>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GB" sz="1600" b="1" i="0" u="none" strike="noStrike" kern="1200" spc="0" baseline="0" dirty="0">
                <a:solidFill>
                  <a:srgbClr val="35AA6E"/>
                </a:solidFill>
                <a:latin typeface="Arial" panose="020B0604020202020204" pitchFamily="34" charset="0"/>
                <a:cs typeface="Arial" panose="020B0604020202020204" pitchFamily="34" charset="0"/>
              </a:rPr>
              <a:t>9</a:t>
            </a:r>
            <a:r>
              <a:rPr lang="en-US" sz="1600" b="1" i="0" u="none" strike="noStrike" kern="1200" spc="0" baseline="0" dirty="0">
                <a:solidFill>
                  <a:srgbClr val="35AA6E"/>
                </a:solidFill>
                <a:latin typeface="Arial" panose="020B0604020202020204" pitchFamily="34" charset="0"/>
                <a:cs typeface="Arial" panose="020B0604020202020204" pitchFamily="34" charset="0"/>
              </a:rPr>
              <a:t>3</a:t>
            </a:r>
            <a:r>
              <a:rPr lang="en-GB"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798875728538"/>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464-4B5B-8F08-CB3E3CEFB08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464-4B5B-8F08-CB3E3CEFB08C}"/>
              </c:ext>
            </c:extLst>
          </c:dPt>
          <c:cat>
            <c:numRef>
              <c:f>Sheet1!$A$2:$A$3</c:f>
              <c:numCache>
                <c:formatCode>General</c:formatCode>
                <c:ptCount val="2"/>
              </c:numCache>
            </c:num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F464-4B5B-8F08-CB3E3CEFB08C}"/>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34D8-478A-9065-420D633DB2B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34D8-478A-9065-420D633DB2B2}"/>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34D8-478A-9065-420D633DB2B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c:v>0.9</c:v>
                </c:pt>
                <c:pt idx="1">
                  <c:v>9.9999999999999978E-2</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159A-475F-A9EC-98E6D45F6CA3}"/>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59A-475F-A9EC-98E6D45F6CA3}"/>
              </c:ext>
            </c:extLst>
          </c:dPt>
          <c:cat>
            <c:strRef>
              <c:f>Sheet1!$A$2:$A$3</c:f>
              <c:strCache>
                <c:ptCount val="2"/>
                <c:pt idx="0">
                  <c:v>1st Qtr</c:v>
                </c:pt>
                <c:pt idx="1">
                  <c:v>2nd Qtr</c:v>
                </c:pt>
              </c:strCache>
            </c:strRef>
          </c:cat>
          <c:val>
            <c:numRef>
              <c:f>Sheet1!$B$2:$B$3</c:f>
              <c:numCache>
                <c:formatCode>0%</c:formatCode>
                <c:ptCount val="2"/>
                <c:pt idx="0">
                  <c:v>0.95</c:v>
                </c:pt>
                <c:pt idx="1">
                  <c:v>5.0000000000000044E-2</c:v>
                </c:pt>
              </c:numCache>
            </c:numRef>
          </c:val>
          <c:extLst>
            <c:ext xmlns:c16="http://schemas.microsoft.com/office/drawing/2014/chart" uri="{C3380CC4-5D6E-409C-BE32-E72D297353CC}">
              <c16:uniqueId val="{00000004-159A-475F-A9EC-98E6D45F6CA3}"/>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C5-443A-9ED3-D785AFBAFD1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C5-443A-9ED3-D785AFBAFD1D}"/>
              </c:ext>
            </c:extLst>
          </c:dPt>
          <c:cat>
            <c:strRef>
              <c:f>Sheet1!$A$2:$A$3</c:f>
              <c:strCache>
                <c:ptCount val="2"/>
                <c:pt idx="0">
                  <c:v>1st Qtr</c:v>
                </c:pt>
                <c:pt idx="1">
                  <c:v>2nd Qtr</c:v>
                </c:pt>
              </c:strCache>
            </c:strRef>
          </c:cat>
          <c:val>
            <c:numRef>
              <c:f>Sheet1!$B$2:$B$3</c:f>
              <c:numCache>
                <c:formatCode>0.00%</c:formatCode>
                <c:ptCount val="2"/>
                <c:pt idx="0" formatCode="0%">
                  <c:v>0.92</c:v>
                </c:pt>
                <c:pt idx="1">
                  <c:v>7.999999999999996E-2</c:v>
                </c:pt>
              </c:numCache>
            </c:numRef>
          </c:val>
          <c:extLst>
            <c:ext xmlns:c16="http://schemas.microsoft.com/office/drawing/2014/chart" uri="{C3380CC4-5D6E-409C-BE32-E72D297353CC}">
              <c16:uniqueId val="{00000004-79C5-443A-9ED3-D785AFBAFD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AF76-4C9A-8D32-0955DF2EC7F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F76-4C9A-8D32-0955DF2EC7FB}"/>
              </c:ext>
            </c:extLst>
          </c:dPt>
          <c:cat>
            <c:strRef>
              <c:f>Sheet1!$A$2:$A$3</c:f>
              <c:strCache>
                <c:ptCount val="2"/>
                <c:pt idx="0">
                  <c:v>1st Qtr</c:v>
                </c:pt>
                <c:pt idx="1">
                  <c:v>2nd Qtr</c:v>
                </c:pt>
              </c:strCache>
            </c:strRef>
          </c:cat>
          <c:val>
            <c:numRef>
              <c:f>Sheet1!$B$2:$B$3</c:f>
              <c:numCache>
                <c:formatCode>0%</c:formatCode>
                <c:ptCount val="2"/>
                <c:pt idx="0">
                  <c:v>0.98</c:v>
                </c:pt>
                <c:pt idx="1">
                  <c:v>2.0000000000000018E-2</c:v>
                </c:pt>
              </c:numCache>
            </c:numRef>
          </c:val>
          <c:extLst>
            <c:ext xmlns:c16="http://schemas.microsoft.com/office/drawing/2014/chart" uri="{C3380CC4-5D6E-409C-BE32-E72D297353CC}">
              <c16:uniqueId val="{00000004-AF76-4C9A-8D32-0955DF2EC7F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C5-443A-9ED3-D785AFBAFD1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C5-443A-9ED3-D785AFBAFD1D}"/>
              </c:ext>
            </c:extLst>
          </c:dPt>
          <c:cat>
            <c:strRef>
              <c:f>Sheet1!$A$2:$A$3</c:f>
              <c:strCache>
                <c:ptCount val="2"/>
                <c:pt idx="0">
                  <c:v>1st Qtr</c:v>
                </c:pt>
                <c:pt idx="1">
                  <c:v>2nd Qtr</c:v>
                </c:pt>
              </c:strCache>
            </c:strRef>
          </c:cat>
          <c:val>
            <c:numRef>
              <c:f>Sheet1!$B$2:$B$3</c:f>
              <c:numCache>
                <c:formatCode>0%</c:formatCode>
                <c:ptCount val="2"/>
                <c:pt idx="0">
                  <c:v>0.94</c:v>
                </c:pt>
                <c:pt idx="1">
                  <c:v>6.0000000000000053E-2</c:v>
                </c:pt>
              </c:numCache>
            </c:numRef>
          </c:val>
          <c:extLst>
            <c:ext xmlns:c16="http://schemas.microsoft.com/office/drawing/2014/chart" uri="{C3380CC4-5D6E-409C-BE32-E72D297353CC}">
              <c16:uniqueId val="{00000004-79C5-443A-9ED3-D785AFBAFD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554534229181233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0.67</c:v>
                </c:pt>
                <c:pt idx="1">
                  <c:v>0.78200000000000003</c:v>
                </c:pt>
                <c:pt idx="2">
                  <c:v>0.78600000000000003</c:v>
                </c:pt>
              </c:numCache>
            </c:numRef>
          </c:val>
          <c:extLst>
            <c:ext xmlns:c16="http://schemas.microsoft.com/office/drawing/2014/chart" uri="{C3380CC4-5D6E-409C-BE32-E72D297353CC}">
              <c16:uniqueId val="{00000000-E6E3-4107-BA6F-DE250289906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E6E3-4107-BA6F-DE250289906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0.184</c:v>
                </c:pt>
                <c:pt idx="1">
                  <c:v>0.13400000000000001</c:v>
                </c:pt>
                <c:pt idx="2">
                  <c:v>0.13500000000000001</c:v>
                </c:pt>
              </c:numCache>
            </c:numRef>
          </c:val>
          <c:extLst>
            <c:ext xmlns:c16="http://schemas.microsoft.com/office/drawing/2014/chart" uri="{C3380CC4-5D6E-409C-BE32-E72D297353CC}">
              <c16:uniqueId val="{00000003-E6E3-4107-BA6F-DE250289906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0.10199999999999999</c:v>
                </c:pt>
                <c:pt idx="1">
                  <c:v>0.06</c:v>
                </c:pt>
                <c:pt idx="2">
                  <c:v>5.7000000000000002E-2</c:v>
                </c:pt>
              </c:numCache>
            </c:numRef>
          </c:val>
          <c:extLst>
            <c:ext xmlns:c16="http://schemas.microsoft.com/office/drawing/2014/chart" uri="{C3380CC4-5D6E-409C-BE32-E72D297353CC}">
              <c16:uniqueId val="{00000004-E6E3-4107-BA6F-DE2502899065}"/>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3297589983262586E-2"/>
                  <c:y val="2.418392891775725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552817493986374E-2"/>
                    </c:manualLayout>
                  </c15:layout>
                  <c15:dlblFieldTable/>
                  <c15:showDataLabelsRange val="0"/>
                </c:ext>
                <c:ext xmlns:c16="http://schemas.microsoft.com/office/drawing/2014/chart" uri="{C3380CC4-5D6E-409C-BE32-E72D297353CC}">
                  <c16:uniqueId val="{00000005-E6E3-4107-BA6F-DE2502899065}"/>
                </c:ext>
              </c:extLst>
            </c:dLbl>
            <c:dLbl>
              <c:idx val="1"/>
              <c:layout>
                <c:manualLayout>
                  <c:x val="4.7203167315353995E-3"/>
                  <c:y val="2.6742871709107538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79E-2"/>
                      <c:h val="3.1616766560159382E-2"/>
                    </c:manualLayout>
                  </c15:layout>
                  <c15:dlblFieldTable/>
                  <c15:showDataLabelsRange val="0"/>
                </c:ext>
                <c:ext xmlns:c16="http://schemas.microsoft.com/office/drawing/2014/chart" uri="{C3380CC4-5D6E-409C-BE32-E72D297353CC}">
                  <c16:uniqueId val="{00000006-E6E3-4107-BA6F-DE2502899065}"/>
                </c:ext>
              </c:extLst>
            </c:dLbl>
            <c:dLbl>
              <c:idx val="2"/>
              <c:layout>
                <c:manualLayout>
                  <c:x val="2.6598111580146085E-3"/>
                  <c:y val="1.5101983864943427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E6E3-4107-BA6F-DE250289906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2.4E-2</c:v>
                </c:pt>
                <c:pt idx="1">
                  <c:v>0.01</c:v>
                </c:pt>
                <c:pt idx="2">
                  <c:v>1.2E-2</c:v>
                </c:pt>
              </c:numCache>
            </c:numRef>
          </c:val>
          <c:extLst>
            <c:ext xmlns:c16="http://schemas.microsoft.com/office/drawing/2014/chart" uri="{C3380CC4-5D6E-409C-BE32-E72D297353CC}">
              <c16:uniqueId val="{0000000A-E6E3-4107-BA6F-DE2502899065}"/>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4993030088616E-2"/>
                  <c:y val="-1.948107724064647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2.6680715626332393E-2"/>
                    </c:manualLayout>
                  </c15:layout>
                  <c15:dlblFieldTable/>
                  <c15:showDataLabelsRange val="0"/>
                </c:ext>
                <c:ext xmlns:c16="http://schemas.microsoft.com/office/drawing/2014/chart" uri="{C3380CC4-5D6E-409C-BE32-E72D297353CC}">
                  <c16:uniqueId val="{0000000B-E6E3-4107-BA6F-DE2502899065}"/>
                </c:ext>
              </c:extLst>
            </c:dLbl>
            <c:dLbl>
              <c:idx val="1"/>
              <c:layout>
                <c:manualLayout>
                  <c:x val="-1.5957296440790723E-2"/>
                  <c:y val="-2.00135488768151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66E-2"/>
                      <c:h val="3.6552817493986374E-2"/>
                    </c:manualLayout>
                  </c15:layout>
                  <c15:dlblFieldTable/>
                  <c15:showDataLabelsRange val="0"/>
                </c:ext>
                <c:ext xmlns:c16="http://schemas.microsoft.com/office/drawing/2014/chart" uri="{C3380CC4-5D6E-409C-BE32-E72D297353CC}">
                  <c16:uniqueId val="{0000000C-E6E3-4107-BA6F-DE2502899065}"/>
                </c:ext>
              </c:extLst>
            </c:dLbl>
            <c:dLbl>
              <c:idx val="2"/>
              <c:layout>
                <c:manualLayout>
                  <c:x val="-1.8615327690535508E-2"/>
                  <c:y val="-1.8119970912279199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E6E3-4107-BA6F-DE250289906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Sheet1!$F$2:$F$4</c:f>
              <c:numCache>
                <c:formatCode>0%</c:formatCode>
                <c:ptCount val="3"/>
                <c:pt idx="0">
                  <c:v>0.02</c:v>
                </c:pt>
                <c:pt idx="1">
                  <c:v>1.4E-2</c:v>
                </c:pt>
                <c:pt idx="2">
                  <c:v>0.01</c:v>
                </c:pt>
              </c:numCache>
            </c:numRef>
          </c:val>
          <c:extLst>
            <c:ext xmlns:c16="http://schemas.microsoft.com/office/drawing/2014/chart" uri="{C3380CC4-5D6E-409C-BE32-E72D297353CC}">
              <c16:uniqueId val="{00000010-E6E3-4107-BA6F-DE250289906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9.26485100316490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9557-48C2-8A16-18E3EBA3800B}"/>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9557-48C2-8A16-18E3EBA3800B}"/>
              </c:ext>
            </c:extLst>
          </c:dPt>
          <c:cat>
            <c:strRef>
              <c:f>Sheet1!$A$2:$A$3</c:f>
              <c:strCache>
                <c:ptCount val="2"/>
                <c:pt idx="0">
                  <c:v>1st Qtr</c:v>
                </c:pt>
                <c:pt idx="1">
                  <c:v>2nd Qtr</c:v>
                </c:pt>
              </c:strCache>
            </c:strRef>
          </c:cat>
          <c:val>
            <c:numRef>
              <c:f>Sheet1!$B$2:$B$3</c:f>
              <c:numCache>
                <c:formatCode>0%</c:formatCode>
                <c:ptCount val="2"/>
                <c:pt idx="0">
                  <c:v>0.94299999999999995</c:v>
                </c:pt>
                <c:pt idx="1">
                  <c:v>5.7000000000000051E-2</c:v>
                </c:pt>
              </c:numCache>
            </c:numRef>
          </c:val>
          <c:extLst>
            <c:ext xmlns:c16="http://schemas.microsoft.com/office/drawing/2014/chart" uri="{C3380CC4-5D6E-409C-BE32-E72D297353CC}">
              <c16:uniqueId val="{00000004-9557-48C2-8A16-18E3EBA3800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0.85099999999999998</c:v>
                </c:pt>
              </c:numCache>
            </c:numRef>
          </c:val>
          <c:extLst>
            <c:ext xmlns:c16="http://schemas.microsoft.com/office/drawing/2014/chart" uri="{C3380CC4-5D6E-409C-BE32-E72D297353CC}">
              <c16:uniqueId val="{00000000-D580-4535-BDD3-C1A7FC2EB4C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D580-4535-BDD3-C1A7FC2EB4C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9.2999999999999999E-2</c:v>
                </c:pt>
              </c:numCache>
            </c:numRef>
          </c:val>
          <c:extLst>
            <c:ext xmlns:c16="http://schemas.microsoft.com/office/drawing/2014/chart" uri="{C3380CC4-5D6E-409C-BE32-E72D297353CC}">
              <c16:uniqueId val="{00000003-D580-4535-BDD3-C1A7FC2EB4C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3.3000000000000002E-2</c:v>
                </c:pt>
              </c:numCache>
            </c:numRef>
          </c:val>
          <c:extLst>
            <c:ext xmlns:c16="http://schemas.microsoft.com/office/drawing/2014/chart" uri="{C3380CC4-5D6E-409C-BE32-E72D297353CC}">
              <c16:uniqueId val="{00000004-D580-4535-BDD3-C1A7FC2EB4C5}"/>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1969150211065711E-2"/>
                  <c:y val="-5.64975709793814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r>
                      <a:rPr lang="en-US" sz="700" b="0" dirty="0">
                        <a:latin typeface="Arial" panose="020B0604020202020204" pitchFamily="34" charset="0"/>
                        <a:cs typeface="Arial" panose="020B0604020202020204" pitchFamily="34" charset="0"/>
                      </a:rPr>
                      <a:t>1%</a:t>
                    </a:r>
                  </a:p>
                  <a:p>
                    <a:pPr algn="r">
                      <a:defRPr lang="en-US" sz="700">
                        <a:solidFill>
                          <a:schemeClr val="bg1"/>
                        </a:solidFill>
                        <a:latin typeface="Arial" panose="020B0604020202020204" pitchFamily="34" charset="0"/>
                        <a:cs typeface="Arial" panose="020B0604020202020204" pitchFamily="34" charset="0"/>
                      </a:defRPr>
                    </a:pPr>
                    <a:endParaRPr lang="en-US" sz="700" dirty="0"/>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6.7389002302782497E-2"/>
                      <c:h val="0.1779362934783329"/>
                    </c:manualLayout>
                  </c15:layout>
                  <c15:showDataLabelsRange val="0"/>
                </c:ext>
                <c:ext xmlns:c16="http://schemas.microsoft.com/office/drawing/2014/chart" uri="{C3380CC4-5D6E-409C-BE32-E72D297353CC}">
                  <c16:uniqueId val="{00000005-D580-4535-BDD3-C1A7FC2EB4C5}"/>
                </c:ext>
              </c:extLst>
            </c:dLbl>
            <c:spPr>
              <a:noFill/>
              <a:ln>
                <a:noFill/>
              </a:ln>
              <a:effectLst/>
            </c:spPr>
            <c:txPr>
              <a:bodyPr rot="0" spcFirstLastPara="1" vertOverflow="ellipsis" vert="horz" wrap="square" lIns="38100" tIns="19050" rIns="38100" bIns="19050" anchor="ctr" anchorCtr="0">
                <a:spAutoFit/>
              </a:bodyPr>
              <a:lstStyle/>
              <a:p>
                <a:pPr algn="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1.0999999999999999E-2</c:v>
                </c:pt>
              </c:numCache>
            </c:numRef>
          </c:val>
          <c:extLst>
            <c:ext xmlns:c16="http://schemas.microsoft.com/office/drawing/2014/chart" uri="{C3380CC4-5D6E-409C-BE32-E72D297353CC}">
              <c16:uniqueId val="{00000006-D580-4535-BDD3-C1A7FC2EB4C5}"/>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6.6469103828750205E-3"/>
                  <c:y val="4.7370872771583118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sz="7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9424702237051525E-2"/>
                      <c:h val="0.14335056197434731"/>
                    </c:manualLayout>
                  </c15:layout>
                  <c15:dlblFieldTable/>
                  <c15:showDataLabelsRange val="0"/>
                </c:ext>
                <c:ext xmlns:c16="http://schemas.microsoft.com/office/drawing/2014/chart" uri="{C3380CC4-5D6E-409C-BE32-E72D297353CC}">
                  <c16:uniqueId val="{00000007-D580-4535-BDD3-C1A7FC2EB4C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1.2999999999999999E-2</c:v>
                </c:pt>
              </c:numCache>
            </c:numRef>
          </c:val>
          <c:extLst>
            <c:ext xmlns:c16="http://schemas.microsoft.com/office/drawing/2014/chart" uri="{C3380CC4-5D6E-409C-BE32-E72D297353CC}">
              <c16:uniqueId val="{00000008-D580-4535-BDD3-C1A7FC2EB4C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min val="0.30000000000000004"/>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DE2E-453D-BCC7-494F9630FE3B}"/>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DE2E-453D-BCC7-494F9630FE3B}"/>
              </c:ext>
            </c:extLst>
          </c:dPt>
          <c:cat>
            <c:strRef>
              <c:f>Sheet1!$A$2:$A$3</c:f>
              <c:strCache>
                <c:ptCount val="2"/>
                <c:pt idx="0">
                  <c:v>1st Qtr</c:v>
                </c:pt>
                <c:pt idx="1">
                  <c:v>2nd Qtr</c:v>
                </c:pt>
              </c:strCache>
            </c:strRef>
          </c:cat>
          <c:val>
            <c:numRef>
              <c:f>Sheet1!$B$2:$B$3</c:f>
              <c:numCache>
                <c:formatCode>0%</c:formatCode>
                <c:ptCount val="2"/>
                <c:pt idx="0">
                  <c:v>0.89666666666666661</c:v>
                </c:pt>
                <c:pt idx="1">
                  <c:v>0.10333333333333339</c:v>
                </c:pt>
              </c:numCache>
            </c:numRef>
          </c:val>
          <c:extLst>
            <c:ext xmlns:c16="http://schemas.microsoft.com/office/drawing/2014/chart" uri="{C3380CC4-5D6E-409C-BE32-E72D297353CC}">
              <c16:uniqueId val="{00000004-DE2E-453D-BCC7-494F9630FE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060931456421732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0.83899999999999997</c:v>
                </c:pt>
                <c:pt idx="1">
                  <c:v>0.82699999999999996</c:v>
                </c:pt>
                <c:pt idx="2">
                  <c:v>0.79700000000000004</c:v>
                </c:pt>
                <c:pt idx="3">
                  <c:v>0.77600000000000002</c:v>
                </c:pt>
                <c:pt idx="4">
                  <c:v>0.72</c:v>
                </c:pt>
              </c:numCache>
            </c:numRef>
          </c:val>
          <c:extLst>
            <c:ext xmlns:c16="http://schemas.microsoft.com/office/drawing/2014/chart" uri="{C3380CC4-5D6E-409C-BE32-E72D297353CC}">
              <c16:uniqueId val="{00000000-5C46-4DE1-A9C7-E9CED88DA3A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5C46-4DE1-A9C7-E9CED88DA3AF}"/>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0.10100000000000001</c:v>
                </c:pt>
                <c:pt idx="1">
                  <c:v>0.113</c:v>
                </c:pt>
                <c:pt idx="2">
                  <c:v>0.13800000000000001</c:v>
                </c:pt>
                <c:pt idx="3">
                  <c:v>0.13600000000000001</c:v>
                </c:pt>
                <c:pt idx="4">
                  <c:v>0.154</c:v>
                </c:pt>
              </c:numCache>
            </c:numRef>
          </c:val>
          <c:extLst>
            <c:ext xmlns:c16="http://schemas.microsoft.com/office/drawing/2014/chart" uri="{C3380CC4-5D6E-409C-BE32-E72D297353CC}">
              <c16:uniqueId val="{00000003-5C46-4DE1-A9C7-E9CED88DA3AF}"/>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2.6591829550958461E-3"/>
                  <c:y val="2.378044937915191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FA3-489B-A377-297D7AC861BE}"/>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3.5000000000000003E-2</c:v>
                </c:pt>
                <c:pt idx="1">
                  <c:v>3.7999999999999999E-2</c:v>
                </c:pt>
                <c:pt idx="2">
                  <c:v>4.3999999999999997E-2</c:v>
                </c:pt>
                <c:pt idx="3">
                  <c:v>5.8000000000000003E-2</c:v>
                </c:pt>
                <c:pt idx="4">
                  <c:v>0.08</c:v>
                </c:pt>
              </c:numCache>
            </c:numRef>
          </c:val>
          <c:extLst>
            <c:ext xmlns:c16="http://schemas.microsoft.com/office/drawing/2014/chart" uri="{C3380CC4-5D6E-409C-BE32-E72D297353CC}">
              <c16:uniqueId val="{00000004-5C46-4DE1-A9C7-E9CED88DA3A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2.171487954607878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5-5C46-4DE1-A9C7-E9CED88DA3AF}"/>
                </c:ext>
              </c:extLst>
            </c:dLbl>
            <c:dLbl>
              <c:idx val="1"/>
              <c:layout>
                <c:manualLayout>
                  <c:x val="4.720316731535403E-3"/>
                  <c:y val="2.180690988517610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86E-2"/>
                      <c:h val="2.1744842912296513E-2"/>
                    </c:manualLayout>
                  </c15:layout>
                  <c15:dlblFieldTable/>
                  <c15:showDataLabelsRange val="0"/>
                </c:ext>
                <c:ext xmlns:c16="http://schemas.microsoft.com/office/drawing/2014/chart" uri="{C3380CC4-5D6E-409C-BE32-E72D297353CC}">
                  <c16:uniqueId val="{00000006-5C46-4DE1-A9C7-E9CED88DA3AF}"/>
                </c:ext>
              </c:extLst>
            </c:dLbl>
            <c:dLbl>
              <c:idx val="2"/>
              <c:layout>
                <c:manualLayout>
                  <c:x val="0"/>
                  <c:y val="1.5101298769242842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5C46-4DE1-A9C7-E9CED88DA3AF}"/>
                </c:ext>
              </c:extLst>
            </c:dLbl>
            <c:dLbl>
              <c:idx val="3"/>
              <c:layout>
                <c:manualLayout>
                  <c:x val="-5.3179471082458541E-3"/>
                  <c:y val="-1.2079041457646425E-2"/>
                </c:manualLayout>
              </c:layout>
              <c:tx>
                <c:rich>
                  <a:bodyPr/>
                  <a:lstStyle/>
                  <a:p>
                    <a:fld id="{37B62034-1823-4DAD-B5F1-0D5B9C36C4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5C46-4DE1-A9C7-E9CED88DA3AF}"/>
                </c:ext>
              </c:extLst>
            </c:dLbl>
            <c:dLbl>
              <c:idx val="4"/>
              <c:layout>
                <c:manualLayout>
                  <c:x val="-5.9051074363101704E-4"/>
                  <c:y val="1.71861307663130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5EE1B1A-EB07-495F-AB0A-78C9B59AA259}"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4764959983448805E-2"/>
                    </c:manualLayout>
                  </c15:layout>
                  <c15:dlblFieldTable/>
                  <c15:showDataLabelsRange val="0"/>
                </c:ext>
                <c:ext xmlns:c16="http://schemas.microsoft.com/office/drawing/2014/chart" uri="{C3380CC4-5D6E-409C-BE32-E72D297353CC}">
                  <c16:uniqueId val="{00000009-5C46-4DE1-A9C7-E9CED88DA3A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1.2999999999999999E-2</c:v>
                </c:pt>
                <c:pt idx="1">
                  <c:v>8.0000000000000002E-3</c:v>
                </c:pt>
                <c:pt idx="2">
                  <c:v>1.0999999999999999E-2</c:v>
                </c:pt>
                <c:pt idx="3">
                  <c:v>1.6E-2</c:v>
                </c:pt>
                <c:pt idx="4">
                  <c:v>2.5000000000000001E-2</c:v>
                </c:pt>
              </c:numCache>
            </c:numRef>
          </c:val>
          <c:extLst>
            <c:ext xmlns:c16="http://schemas.microsoft.com/office/drawing/2014/chart" uri="{C3380CC4-5D6E-409C-BE32-E72D297353CC}">
              <c16:uniqueId val="{0000000A-5C46-4DE1-A9C7-E9CED88DA3A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0636941221356297E-2"/>
                  <c:y val="-1.811903779545722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71E-2"/>
                      <c:h val="2.1744842912296513E-2"/>
                    </c:manualLayout>
                  </c15:layout>
                  <c15:dlblFieldTable/>
                  <c15:showDataLabelsRange val="0"/>
                </c:ext>
                <c:ext xmlns:c16="http://schemas.microsoft.com/office/drawing/2014/chart" uri="{C3380CC4-5D6E-409C-BE32-E72D297353CC}">
                  <c16:uniqueId val="{0000000B-5C46-4DE1-A9C7-E9CED88DA3AF}"/>
                </c:ext>
              </c:extLst>
            </c:dLbl>
            <c:dLbl>
              <c:idx val="1"/>
              <c:layout>
                <c:manualLayout>
                  <c:x val="-5.3194129150562859E-3"/>
                  <c:y val="-1.754521555193823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73E-2"/>
                      <c:h val="2.1744842912296513E-2"/>
                    </c:manualLayout>
                  </c15:layout>
                  <c15:dlblFieldTable/>
                  <c15:showDataLabelsRange val="0"/>
                </c:ext>
                <c:ext xmlns:c16="http://schemas.microsoft.com/office/drawing/2014/chart" uri="{C3380CC4-5D6E-409C-BE32-E72D297353CC}">
                  <c16:uniqueId val="{0000000C-5C46-4DE1-A9C7-E9CED88DA3AF}"/>
                </c:ext>
              </c:extLst>
            </c:dLbl>
            <c:dLbl>
              <c:idx val="2"/>
              <c:layout>
                <c:manualLayout>
                  <c:x val="-1.0636941221356304E-2"/>
                  <c:y val="-1.8119751208938596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5C46-4DE1-A9C7-E9CED88DA3AF}"/>
                </c:ext>
              </c:extLst>
            </c:dLbl>
            <c:dLbl>
              <c:idx val="3"/>
              <c:layout>
                <c:manualLayout>
                  <c:x val="-1.0636941221356304E-2"/>
                  <c:y val="1.51012987692428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60-418B-9C47-07F3892C2A1A}"/>
                </c:ext>
              </c:extLst>
            </c:dLbl>
            <c:dLbl>
              <c:idx val="4"/>
              <c:layout>
                <c:manualLayout>
                  <c:x val="-7.9779676672333752E-3"/>
                  <c:y val="-1.754473994295081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B69E2E0-3B50-4B91-955D-D2E7EE7DD2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E-5C46-4DE1-A9C7-E9CED88DA3A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Sheet1!$F$2:$F$6</c:f>
              <c:numCache>
                <c:formatCode>0%</c:formatCode>
                <c:ptCount val="5"/>
                <c:pt idx="0">
                  <c:v>1.2999999999999999E-2</c:v>
                </c:pt>
                <c:pt idx="1">
                  <c:v>1.4E-2</c:v>
                </c:pt>
                <c:pt idx="2">
                  <c:v>0.01</c:v>
                </c:pt>
                <c:pt idx="3">
                  <c:v>1.4999999999999999E-2</c:v>
                </c:pt>
                <c:pt idx="4">
                  <c:v>0.02</c:v>
                </c:pt>
              </c:numCache>
            </c:numRef>
          </c:val>
          <c:extLst>
            <c:ext xmlns:c16="http://schemas.microsoft.com/office/drawing/2014/chart" uri="{C3380CC4-5D6E-409C-BE32-E72D297353CC}">
              <c16:uniqueId val="{0000000F-5C46-4DE1-A9C7-E9CED88DA3A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5.80961134422557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14D-4778-8A20-E24172698A42}"/>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14D-4778-8A20-E24172698A42}"/>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714D-4778-8A20-E24172698A4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E06-4AB8-9438-6F8292FE1BB8}"/>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FE06-4AB8-9438-6F8292FE1BB8}"/>
              </c:ext>
            </c:extLst>
          </c:dPt>
          <c:cat>
            <c:strRef>
              <c:f>Sheet1!$A$2:$A$3</c:f>
              <c:strCache>
                <c:ptCount val="2"/>
                <c:pt idx="0">
                  <c:v>1st Qtr</c:v>
                </c:pt>
                <c:pt idx="1">
                  <c:v>2nd Qtr</c:v>
                </c:pt>
              </c:strCache>
            </c:strRef>
          </c:cat>
          <c:val>
            <c:numRef>
              <c:f>Sheet1!$B$2:$B$3</c:f>
              <c:numCache>
                <c:formatCode>0%</c:formatCode>
                <c:ptCount val="2"/>
                <c:pt idx="0">
                  <c:v>0.98</c:v>
                </c:pt>
                <c:pt idx="1">
                  <c:v>2.0000000000000018E-2</c:v>
                </c:pt>
              </c:numCache>
            </c:numRef>
          </c:val>
          <c:extLst>
            <c:ext xmlns:c16="http://schemas.microsoft.com/office/drawing/2014/chart" uri="{C3380CC4-5D6E-409C-BE32-E72D297353CC}">
              <c16:uniqueId val="{00000004-FE06-4AB8-9438-6F8292FE1BB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0.91800000000000004</c:v>
                </c:pt>
              </c:numCache>
            </c:numRef>
          </c:val>
          <c:extLst>
            <c:ext xmlns:c16="http://schemas.microsoft.com/office/drawing/2014/chart" uri="{C3380CC4-5D6E-409C-BE32-E72D297353CC}">
              <c16:uniqueId val="{00000000-6B30-4353-AF72-36D1F7497CD9}"/>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6B30-4353-AF72-36D1F7497CD9}"/>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6.2E-2</c:v>
                </c:pt>
              </c:numCache>
            </c:numRef>
          </c:val>
          <c:extLst>
            <c:ext xmlns:c16="http://schemas.microsoft.com/office/drawing/2014/chart" uri="{C3380CC4-5D6E-409C-BE32-E72D297353CC}">
              <c16:uniqueId val="{00000003-6B30-4353-AF72-36D1F7497CD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0"/>
                  <c:y val="3.607315749957162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66-4C40-B780-2A01D580C424}"/>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1.2999999999999999E-2</c:v>
                </c:pt>
              </c:numCache>
            </c:numRef>
          </c:val>
          <c:extLst>
            <c:ext xmlns:c16="http://schemas.microsoft.com/office/drawing/2014/chart" uri="{C3380CC4-5D6E-409C-BE32-E72D297353CC}">
              <c16:uniqueId val="{00000004-6B30-4353-AF72-36D1F7497CD9}"/>
            </c:ext>
          </c:extLst>
        </c:ser>
        <c:ser>
          <c:idx val="1"/>
          <c:order val="3"/>
          <c:tx>
            <c:strRef>
              <c:f>Sheet1!$E$1</c:f>
              <c:strCache>
                <c:ptCount val="1"/>
                <c:pt idx="0">
                  <c:v>لا أتفق</c:v>
                </c:pt>
              </c:strCache>
            </c:strRef>
          </c:tx>
          <c:spPr>
            <a:solidFill>
              <a:srgbClr val="414141"/>
            </a:solidFill>
            <a:ln>
              <a:noFill/>
            </a:ln>
            <a:effectLst/>
          </c:spPr>
          <c:invertIfNegative val="0"/>
          <c:dLbls>
            <c:delete val="1"/>
          </c:dLbls>
          <c:val>
            <c:numRef>
              <c:f>Sheet1!$E$2:$E$2</c:f>
              <c:numCache>
                <c:formatCode>0%</c:formatCode>
                <c:ptCount val="1"/>
                <c:pt idx="0">
                  <c:v>2E-3</c:v>
                </c:pt>
              </c:numCache>
            </c:numRef>
          </c:val>
          <c:extLst>
            <c:ext xmlns:c16="http://schemas.microsoft.com/office/drawing/2014/chart" uri="{C3380CC4-5D6E-409C-BE32-E72D297353CC}">
              <c16:uniqueId val="{00000006-6B30-4353-AF72-36D1F7497CD9}"/>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7.9768159618823168E-3"/>
                  <c:y val="-7.287487916439028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6B30-4353-AF72-36D1F7497CD9}"/>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5.0000000000000001E-3</c:v>
                </c:pt>
              </c:numCache>
            </c:numRef>
          </c:val>
          <c:extLst>
            <c:ext xmlns:c16="http://schemas.microsoft.com/office/drawing/2014/chart" uri="{C3380CC4-5D6E-409C-BE32-E72D297353CC}">
              <c16:uniqueId val="{00000008-6B30-4353-AF72-36D1F7497CD9}"/>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min val="0.5"/>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068-4D8A-8E00-4A957B2650E6}"/>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068-4D8A-8E00-4A957B2650E6}"/>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A068-4D8A-8E00-4A957B2650E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0.77800000000000002</c:v>
                </c:pt>
              </c:numCache>
            </c:numRef>
          </c:val>
          <c:extLst>
            <c:ext xmlns:c16="http://schemas.microsoft.com/office/drawing/2014/chart" uri="{C3380CC4-5D6E-409C-BE32-E72D297353CC}">
              <c16:uniqueId val="{00000000-B1C1-49B5-A3F4-59A810FB5493}"/>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B1C1-49B5-A3F4-59A810FB5493}"/>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0.14399999999999999</c:v>
                </c:pt>
              </c:numCache>
            </c:numRef>
          </c:val>
          <c:extLst>
            <c:ext xmlns:c16="http://schemas.microsoft.com/office/drawing/2014/chart" uri="{C3380CC4-5D6E-409C-BE32-E72D297353CC}">
              <c16:uniqueId val="{00000003-B1C1-49B5-A3F4-59A810FB5493}"/>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4.9000000000000002E-2</c:v>
                </c:pt>
              </c:numCache>
            </c:numRef>
          </c:val>
          <c:extLst>
            <c:ext xmlns:c16="http://schemas.microsoft.com/office/drawing/2014/chart" uri="{C3380CC4-5D6E-409C-BE32-E72D297353CC}">
              <c16:uniqueId val="{00000004-B1C1-49B5-A3F4-59A810FB5493}"/>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7.9790146720979688E-3"/>
                  <c:y val="7.5765465774526725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B1C1-49B5-A3F4-59A810FB5493}"/>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1.2E-2</c:v>
                </c:pt>
              </c:numCache>
            </c:numRef>
          </c:val>
          <c:extLst>
            <c:ext xmlns:c16="http://schemas.microsoft.com/office/drawing/2014/chart" uri="{C3380CC4-5D6E-409C-BE32-E72D297353CC}">
              <c16:uniqueId val="{00000006-B1C1-49B5-A3F4-59A810FB5493}"/>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5.3178424077593945E-3"/>
                  <c:y val="-7.28767727684586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B1C1-49B5-A3F4-59A810FB5493}"/>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1.7000000000000001E-2</c:v>
                </c:pt>
              </c:numCache>
            </c:numRef>
          </c:val>
          <c:extLst>
            <c:ext xmlns:c16="http://schemas.microsoft.com/office/drawing/2014/chart" uri="{C3380CC4-5D6E-409C-BE32-E72D297353CC}">
              <c16:uniqueId val="{00000008-B1C1-49B5-A3F4-59A810FB5493}"/>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GB" sz="2000" b="1" baseline="0" dirty="0">
                <a:solidFill>
                  <a:srgbClr val="35AA6E"/>
                </a:solidFill>
                <a:latin typeface="Arial" panose="020B0604020202020204" pitchFamily="34" charset="0"/>
                <a:cs typeface="Arial" panose="020B0604020202020204" pitchFamily="34" charset="0"/>
              </a:rPr>
              <a:t>9</a:t>
            </a:r>
            <a:r>
              <a:rPr lang="en-US" sz="2000" b="1" baseline="0" dirty="0">
                <a:solidFill>
                  <a:srgbClr val="35AA6E"/>
                </a:solidFill>
                <a:latin typeface="Arial" panose="020B0604020202020204" pitchFamily="34" charset="0"/>
                <a:cs typeface="Arial" panose="020B0604020202020204" pitchFamily="34" charset="0"/>
              </a:rPr>
              <a:t>3</a:t>
            </a:r>
            <a:r>
              <a:rPr lang="en-GB" sz="2000" b="1" baseline="0" dirty="0">
                <a:solidFill>
                  <a:srgbClr val="35AA6E"/>
                </a:solidFill>
                <a:latin typeface="Arial" panose="020B0604020202020204" pitchFamily="34" charset="0"/>
                <a:cs typeface="Arial" panose="020B0604020202020204" pitchFamily="34" charset="0"/>
              </a:rPr>
              <a:t>%</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568489781331722"/>
          <c:y val="0.40121775797633769"/>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BAC1-41CC-9E7E-66FFD3A3EC4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BAC1-41CC-9E7E-66FFD3A3EC42}"/>
              </c:ext>
            </c:extLst>
          </c:dPt>
          <c:cat>
            <c:numRef>
              <c:f>Sheet1!$A$2:$A$3</c:f>
              <c:numCache>
                <c:formatCode>General</c:formatCode>
                <c:ptCount val="2"/>
              </c:numCache>
            </c:num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BAC1-41CC-9E7E-66FFD3A3EC42}"/>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99477851230308E-2"/>
          <c:y val="5.6649817848816515E-2"/>
          <c:w val="0.97577464291826443"/>
          <c:h val="0.94335050923044705"/>
        </c:manualLayout>
      </c:layout>
      <c:barChart>
        <c:barDir val="bar"/>
        <c:grouping val="percentStacked"/>
        <c:varyColors val="0"/>
        <c:ser>
          <c:idx val="4"/>
          <c:order val="0"/>
          <c:tx>
            <c:strRef>
              <c:f>Sheet1!$F$1</c:f>
              <c:strCache>
                <c:ptCount val="1"/>
                <c:pt idx="0">
                  <c:v>صعب جدًا</c:v>
                </c:pt>
              </c:strCache>
            </c:strRef>
          </c:tx>
          <c:spPr>
            <a:solidFill>
              <a:srgbClr val="000000"/>
            </a:solidFill>
            <a:ln>
              <a:noFill/>
            </a:ln>
            <a:effectLst/>
          </c:spPr>
          <c:invertIfNegative val="0"/>
          <c:dLbls>
            <c:dLbl>
              <c:idx val="0"/>
              <c:layout>
                <c:manualLayout>
                  <c:x val="1.3096891215602072E-2"/>
                  <c:y val="6.6190261010049309E-2"/>
                </c:manualLayout>
              </c:layout>
              <c:tx>
                <c:rich>
                  <a:bodyPr/>
                  <a:lstStyle/>
                  <a:p>
                    <a:fld id="{5D818C14-B9AA-4183-AD4F-F6EEA08819C1}" type="VALUE">
                      <a:rPr lang="en-US">
                        <a:latin typeface="Arial" panose="020B0604020202020204" pitchFamily="34" charset="0"/>
                        <a:cs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1F9C-4862-9BB9-BE6568BD2203}"/>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8.9999999999999993E-3</c:v>
                </c:pt>
              </c:numCache>
            </c:numRef>
          </c:val>
          <c:extLst>
            <c:ext xmlns:c16="http://schemas.microsoft.com/office/drawing/2014/chart" uri="{C3380CC4-5D6E-409C-BE32-E72D297353CC}">
              <c16:uniqueId val="{00000001-1F9C-4862-9BB9-BE6568BD2203}"/>
            </c:ext>
          </c:extLst>
        </c:ser>
        <c:ser>
          <c:idx val="3"/>
          <c:order val="1"/>
          <c:tx>
            <c:strRef>
              <c:f>Sheet1!$E$1</c:f>
              <c:strCache>
                <c:ptCount val="1"/>
                <c:pt idx="0">
                  <c:v>صعب</c:v>
                </c:pt>
              </c:strCache>
            </c:strRef>
          </c:tx>
          <c:spPr>
            <a:solidFill>
              <a:srgbClr val="414141"/>
            </a:solidFill>
            <a:ln>
              <a:noFill/>
            </a:ln>
            <a:effectLst/>
          </c:spPr>
          <c:invertIfNegative val="0"/>
          <c:dLbls>
            <c:dLbl>
              <c:idx val="0"/>
              <c:layout>
                <c:manualLayout>
                  <c:x val="3.8204875307271467E-3"/>
                  <c:y val="-9.0309796974410855E-2"/>
                </c:manualLayout>
              </c:layout>
              <c:tx>
                <c:rich>
                  <a:bodyPr/>
                  <a:lstStyle/>
                  <a:p>
                    <a:fld id="{ED4C48CA-7B87-4CAC-97F1-DFB764914A4C}" type="VALUE">
                      <a:rPr lang="en-US">
                        <a:latin typeface="Arial" panose="020B0604020202020204" pitchFamily="34" charset="0"/>
                        <a:cs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1F9C-4862-9BB9-BE6568BD2203}"/>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8.9999999999999993E-3</c:v>
                </c:pt>
              </c:numCache>
            </c:numRef>
          </c:val>
          <c:extLst>
            <c:ext xmlns:c16="http://schemas.microsoft.com/office/drawing/2014/chart" uri="{C3380CC4-5D6E-409C-BE32-E72D297353CC}">
              <c16:uniqueId val="{00000003-1F9C-4862-9BB9-BE6568BD2203}"/>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930351692202085E-3"/>
                  <c:y val="1.9994641436095128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AD9-4739-898E-B69D2E6A0B0F}"/>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4.7E-2</c:v>
                </c:pt>
              </c:numCache>
            </c:numRef>
          </c:val>
          <c:extLst>
            <c:ext xmlns:c16="http://schemas.microsoft.com/office/drawing/2014/chart" uri="{C3380CC4-5D6E-409C-BE32-E72D297353CC}">
              <c16:uniqueId val="{00000004-1F9C-4862-9BB9-BE6568BD2203}"/>
            </c:ext>
          </c:extLst>
        </c:ser>
        <c:ser>
          <c:idx val="1"/>
          <c:order val="3"/>
          <c:tx>
            <c:strRef>
              <c:f>Sheet1!$C$1</c:f>
              <c:strCache>
                <c:ptCount val="1"/>
                <c:pt idx="0">
                  <c:v>سهل</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6-1F9C-4862-9BB9-BE6568BD2203}"/>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0.186</c:v>
                </c:pt>
              </c:numCache>
            </c:numRef>
          </c:val>
          <c:extLst>
            <c:ext xmlns:c16="http://schemas.microsoft.com/office/drawing/2014/chart" uri="{C3380CC4-5D6E-409C-BE32-E72D297353CC}">
              <c16:uniqueId val="{00000007-1F9C-4862-9BB9-BE6568BD2203}"/>
            </c:ext>
          </c:extLst>
        </c:ser>
        <c:ser>
          <c:idx val="0"/>
          <c:order val="4"/>
          <c:tx>
            <c:strRef>
              <c:f>Sheet1!$B$1</c:f>
              <c:strCache>
                <c:ptCount val="1"/>
                <c:pt idx="0">
                  <c:v>سهل جدًا</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0.749</c:v>
                </c:pt>
              </c:numCache>
            </c:numRef>
          </c:val>
          <c:extLst>
            <c:ext xmlns:c16="http://schemas.microsoft.com/office/drawing/2014/chart" uri="{C3380CC4-5D6E-409C-BE32-E72D297353CC}">
              <c16:uniqueId val="{00000008-1F9C-4862-9BB9-BE6568BD2203}"/>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5973295196468991E-2"/>
          <c:y val="0.76210915493996301"/>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mj-lt"/>
                <a:ea typeface="+mn-ea"/>
                <a:cs typeface="Dubai" panose="020B0503030403030204" pitchFamily="34" charset="-78"/>
              </a:defRPr>
            </a:pPr>
            <a:r>
              <a:rPr lang="en-US" sz="1600" b="1" baseline="0" dirty="0">
                <a:solidFill>
                  <a:srgbClr val="35AA6E"/>
                </a:solidFill>
                <a:latin typeface="+mj-lt"/>
                <a:cs typeface="Arial" panose="020B0604020202020204" pitchFamily="34" charset="0"/>
              </a:rPr>
              <a:t>9</a:t>
            </a:r>
            <a:r>
              <a:rPr lang="ar-AE" sz="1600" b="1" baseline="0" dirty="0">
                <a:solidFill>
                  <a:srgbClr val="35AA6E"/>
                </a:solidFill>
                <a:latin typeface="+mj-lt"/>
                <a:cs typeface="Arial" panose="020B0604020202020204" pitchFamily="34" charset="0"/>
              </a:rPr>
              <a:t>4</a:t>
            </a:r>
            <a:r>
              <a:rPr lang="en-GB" sz="1600" b="1" baseline="0" dirty="0">
                <a:solidFill>
                  <a:srgbClr val="35AA6E"/>
                </a:solidFill>
                <a:latin typeface="+mj-lt"/>
                <a:cs typeface="Arial" panose="020B0604020202020204" pitchFamily="34" charset="0"/>
              </a:rPr>
              <a:t>%</a:t>
            </a:r>
            <a:endParaRPr lang="en-US" sz="1600" b="1" dirty="0">
              <a:solidFill>
                <a:srgbClr val="35AA6E"/>
              </a:solidFill>
              <a:latin typeface="+mj-lt"/>
              <a:cs typeface="Arial" panose="020B0604020202020204" pitchFamily="34" charset="0"/>
            </a:endParaRPr>
          </a:p>
        </c:rich>
      </c:tx>
      <c:layout>
        <c:manualLayout>
          <c:xMode val="edge"/>
          <c:yMode val="edge"/>
          <c:x val="0.45112798875728538"/>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mj-lt"/>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6AC-4676-805A-7B18B913757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6AC-4676-805A-7B18B9137578}"/>
              </c:ext>
            </c:extLst>
          </c:dPt>
          <c:cat>
            <c:numRef>
              <c:f>Sheet1!$A$2:$A$3</c:f>
              <c:numCache>
                <c:formatCode>General</c:formatCode>
                <c:ptCount val="2"/>
              </c:numCache>
            </c:numRef>
          </c:cat>
          <c:val>
            <c:numRef>
              <c:f>Sheet1!$B$2:$B$3</c:f>
              <c:numCache>
                <c:formatCode>0%</c:formatCode>
                <c:ptCount val="2"/>
                <c:pt idx="0">
                  <c:v>0.93500000000000005</c:v>
                </c:pt>
                <c:pt idx="1">
                  <c:v>6.4999999999999947E-2</c:v>
                </c:pt>
              </c:numCache>
            </c:numRef>
          </c:val>
          <c:extLst>
            <c:ext xmlns:c16="http://schemas.microsoft.com/office/drawing/2014/chart" uri="{C3380CC4-5D6E-409C-BE32-E72D297353CC}">
              <c16:uniqueId val="{00000004-E6AC-4676-805A-7B18B913757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FCFC-4886-8D9F-E371D01F5BBE}"/>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CFC-4886-8D9F-E371D01F5BBE}"/>
              </c:ext>
            </c:extLst>
          </c:dPt>
          <c:cat>
            <c:strRef>
              <c:f>Sheet1!$A$2:$A$3</c:f>
              <c:strCache>
                <c:ptCount val="2"/>
                <c:pt idx="0">
                  <c:v>1st Qtr</c:v>
                </c:pt>
                <c:pt idx="1">
                  <c:v>2nd Qtr</c:v>
                </c:pt>
              </c:strCache>
            </c:strRef>
          </c:cat>
          <c:val>
            <c:numRef>
              <c:f>Sheet1!$B$2:$B$3</c:f>
              <c:numCache>
                <c:formatCode>0%</c:formatCode>
                <c:ptCount val="2"/>
                <c:pt idx="0">
                  <c:v>0.92600000000000005</c:v>
                </c:pt>
                <c:pt idx="1">
                  <c:v>7.3999999999999955E-2</c:v>
                </c:pt>
              </c:numCache>
            </c:numRef>
          </c:val>
          <c:extLst>
            <c:ext xmlns:c16="http://schemas.microsoft.com/office/drawing/2014/chart" uri="{C3380CC4-5D6E-409C-BE32-E72D297353CC}">
              <c16:uniqueId val="{00000004-FCFC-4886-8D9F-E371D01F5BB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6C4-4295-9935-33246F78955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6C4-4295-9935-33246F78955C}"/>
              </c:ext>
            </c:extLst>
          </c:dPt>
          <c:cat>
            <c:strRef>
              <c:f>Sheet1!$A$2:$A$3</c:f>
              <c:strCache>
                <c:ptCount val="2"/>
                <c:pt idx="0">
                  <c:v>1st Qtr</c:v>
                </c:pt>
                <c:pt idx="1">
                  <c:v>2nd Qtr</c:v>
                </c:pt>
              </c:strCache>
            </c:strRef>
          </c:cat>
          <c:val>
            <c:numRef>
              <c:f>Sheet1!$B$2:$B$3</c:f>
              <c:numCache>
                <c:formatCode>0%</c:formatCode>
                <c:ptCount val="2"/>
                <c:pt idx="0">
                  <c:v>0.90100000000000002</c:v>
                </c:pt>
                <c:pt idx="1">
                  <c:v>9.8999999999999977E-2</c:v>
                </c:pt>
              </c:numCache>
            </c:numRef>
          </c:val>
          <c:extLst>
            <c:ext xmlns:c16="http://schemas.microsoft.com/office/drawing/2014/chart" uri="{C3380CC4-5D6E-409C-BE32-E72D297353CC}">
              <c16:uniqueId val="{00000004-56C4-4295-9935-33246F78955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C173-474B-83C0-F580B70730C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173-474B-83C0-F580B70730C0}"/>
              </c:ext>
            </c:extLst>
          </c:dPt>
          <c:cat>
            <c:strRef>
              <c:f>Sheet1!$A$2:$A$3</c:f>
              <c:strCache>
                <c:ptCount val="2"/>
                <c:pt idx="0">
                  <c:v>1st Qtr</c:v>
                </c:pt>
                <c:pt idx="1">
                  <c:v>2nd Qtr</c:v>
                </c:pt>
              </c:strCache>
            </c:strRef>
          </c:cat>
          <c:val>
            <c:numRef>
              <c:f>Sheet1!$B$2:$B$3</c:f>
              <c:numCache>
                <c:formatCode>0%</c:formatCode>
                <c:ptCount val="2"/>
                <c:pt idx="0">
                  <c:v>0.95099999999999996</c:v>
                </c:pt>
                <c:pt idx="1">
                  <c:v>4.9000000000000044E-2</c:v>
                </c:pt>
              </c:numCache>
            </c:numRef>
          </c:val>
          <c:extLst>
            <c:ext xmlns:c16="http://schemas.microsoft.com/office/drawing/2014/chart" uri="{C3380CC4-5D6E-409C-BE32-E72D297353CC}">
              <c16:uniqueId val="{00000004-C173-474B-83C0-F580B70730C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50F-4B1B-96F3-C9E0DE8BFF9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50F-4B1B-96F3-C9E0DE8BFF9B}"/>
              </c:ext>
            </c:extLst>
          </c:dPt>
          <c:cat>
            <c:strRef>
              <c:f>Sheet1!$A$2:$A$3</c:f>
              <c:strCache>
                <c:ptCount val="2"/>
                <c:pt idx="0">
                  <c:v>1st Qtr</c:v>
                </c:pt>
                <c:pt idx="1">
                  <c:v>2nd Qtr</c:v>
                </c:pt>
              </c:strCache>
            </c:strRef>
          </c:cat>
          <c:val>
            <c:numRef>
              <c:f>Sheet1!$B$2:$B$3</c:f>
              <c:numCache>
                <c:formatCode>0.00%</c:formatCode>
                <c:ptCount val="2"/>
                <c:pt idx="0" formatCode="0%">
                  <c:v>0.90720000000000012</c:v>
                </c:pt>
                <c:pt idx="1">
                  <c:v>9.2799999999999883E-2</c:v>
                </c:pt>
              </c:numCache>
            </c:numRef>
          </c:val>
          <c:extLst>
            <c:ext xmlns:c16="http://schemas.microsoft.com/office/drawing/2014/chart" uri="{C3380CC4-5D6E-409C-BE32-E72D297353CC}">
              <c16:uniqueId val="{00000004-550F-4B1B-96F3-C9E0DE8BFF9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AE0B-44AB-B105-924904078F6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E0B-44AB-B105-924904078F68}"/>
              </c:ext>
            </c:extLst>
          </c:dPt>
          <c:cat>
            <c:strRef>
              <c:f>Sheet1!$A$2:$A$3</c:f>
              <c:strCache>
                <c:ptCount val="2"/>
                <c:pt idx="0">
                  <c:v>1st Qtr</c:v>
                </c:pt>
                <c:pt idx="1">
                  <c:v>2nd Qtr</c:v>
                </c:pt>
              </c:strCache>
            </c:strRef>
          </c:cat>
          <c:val>
            <c:numRef>
              <c:f>Sheet1!$B$2:$B$3</c:f>
              <c:numCache>
                <c:formatCode>0%</c:formatCode>
                <c:ptCount val="2"/>
                <c:pt idx="0">
                  <c:v>0.98199999999999998</c:v>
                </c:pt>
                <c:pt idx="1">
                  <c:v>1.8000000000000016E-2</c:v>
                </c:pt>
              </c:numCache>
            </c:numRef>
          </c:val>
          <c:extLst>
            <c:ext xmlns:c16="http://schemas.microsoft.com/office/drawing/2014/chart" uri="{C3380CC4-5D6E-409C-BE32-E72D297353CC}">
              <c16:uniqueId val="{00000004-AE0B-44AB-B105-924904078F6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111D-4BFE-A34F-ACC15173B53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11D-4BFE-A34F-ACC15173B532}"/>
              </c:ext>
            </c:extLst>
          </c:dPt>
          <c:cat>
            <c:strRef>
              <c:f>Sheet1!$A$2:$A$3</c:f>
              <c:strCache>
                <c:ptCount val="2"/>
                <c:pt idx="0">
                  <c:v>1st Qtr</c:v>
                </c:pt>
                <c:pt idx="1">
                  <c:v>2nd Qtr</c:v>
                </c:pt>
              </c:strCache>
            </c:strRef>
          </c:cat>
          <c:val>
            <c:numRef>
              <c:f>Sheet1!$B$2:$B$3</c:f>
              <c:numCache>
                <c:formatCode>0%</c:formatCode>
                <c:ptCount val="2"/>
                <c:pt idx="0">
                  <c:v>0.94</c:v>
                </c:pt>
                <c:pt idx="1">
                  <c:v>6.0000000000000053E-2</c:v>
                </c:pt>
              </c:numCache>
            </c:numRef>
          </c:val>
          <c:extLst>
            <c:ext xmlns:c16="http://schemas.microsoft.com/office/drawing/2014/chart" uri="{C3380CC4-5D6E-409C-BE32-E72D297353CC}">
              <c16:uniqueId val="{00000004-111D-4BFE-A34F-ACC15173B53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554534229181233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0.66400000000000003</c:v>
                </c:pt>
                <c:pt idx="1">
                  <c:v>0.75600000000000001</c:v>
                </c:pt>
                <c:pt idx="2">
                  <c:v>0.75</c:v>
                </c:pt>
              </c:numCache>
            </c:numRef>
          </c:val>
          <c:extLst>
            <c:ext xmlns:c16="http://schemas.microsoft.com/office/drawing/2014/chart" uri="{C3380CC4-5D6E-409C-BE32-E72D297353CC}">
              <c16:uniqueId val="{00000000-8CE6-4F34-9BAE-AF6918E0AC2C}"/>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CE6-4F34-9BAE-AF6918E0AC2C}"/>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0.21</c:v>
                </c:pt>
                <c:pt idx="1">
                  <c:v>0.16400000000000001</c:v>
                </c:pt>
                <c:pt idx="2">
                  <c:v>0.16</c:v>
                </c:pt>
              </c:numCache>
            </c:numRef>
          </c:val>
          <c:extLst>
            <c:ext xmlns:c16="http://schemas.microsoft.com/office/drawing/2014/chart" uri="{C3380CC4-5D6E-409C-BE32-E72D297353CC}">
              <c16:uniqueId val="{00000003-8CE6-4F34-9BAE-AF6918E0AC2C}"/>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9.4E-2</c:v>
                </c:pt>
                <c:pt idx="1">
                  <c:v>5.8999999999999997E-2</c:v>
                </c:pt>
                <c:pt idx="2">
                  <c:v>6.6000000000000003E-2</c:v>
                </c:pt>
              </c:numCache>
            </c:numRef>
          </c:val>
          <c:extLst>
            <c:ext xmlns:c16="http://schemas.microsoft.com/office/drawing/2014/chart" uri="{C3380CC4-5D6E-409C-BE32-E72D297353CC}">
              <c16:uniqueId val="{00000004-8CE6-4F34-9BAE-AF6918E0AC2C}"/>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6600205589875211E-3"/>
                  <c:y val="2.911997985158424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552817493986374E-2"/>
                    </c:manualLayout>
                  </c15:layout>
                  <c15:dlblFieldTable/>
                  <c15:showDataLabelsRange val="0"/>
                </c:ext>
                <c:ext xmlns:c16="http://schemas.microsoft.com/office/drawing/2014/chart" uri="{C3380CC4-5D6E-409C-BE32-E72D297353CC}">
                  <c16:uniqueId val="{00000005-8CE6-4F34-9BAE-AF6918E0AC2C}"/>
                </c:ext>
              </c:extLst>
            </c:dLbl>
            <c:dLbl>
              <c:idx val="1"/>
              <c:layout>
                <c:manualLayout>
                  <c:x val="-5.9836328011547203E-4"/>
                  <c:y val="2.42752652933044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79E-2"/>
                      <c:h val="2.6680715626332393E-2"/>
                    </c:manualLayout>
                  </c15:layout>
                  <c15:dlblFieldTable/>
                  <c15:showDataLabelsRange val="0"/>
                </c:ext>
                <c:ext xmlns:c16="http://schemas.microsoft.com/office/drawing/2014/chart" uri="{C3380CC4-5D6E-409C-BE32-E72D297353CC}">
                  <c16:uniqueId val="{00000006-8CE6-4F34-9BAE-AF6918E0AC2C}"/>
                </c:ext>
              </c:extLst>
            </c:dLbl>
            <c:dLbl>
              <c:idx val="2"/>
              <c:layout>
                <c:manualLayout>
                  <c:x val="2.0940097291880037E-7"/>
                  <c:y val="2.0037646133342649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CE6-4F34-9BAE-AF6918E0AC2C}"/>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0.02</c:v>
                </c:pt>
                <c:pt idx="1">
                  <c:v>0.01</c:v>
                </c:pt>
                <c:pt idx="2">
                  <c:v>1.0999999999999999E-2</c:v>
                </c:pt>
              </c:numCache>
            </c:numRef>
          </c:val>
          <c:extLst>
            <c:ext xmlns:c16="http://schemas.microsoft.com/office/drawing/2014/chart" uri="{C3380CC4-5D6E-409C-BE32-E72D297353CC}">
              <c16:uniqueId val="{00000008-8CE6-4F34-9BAE-AF6918E0AC2C}"/>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0634951912113574E-2"/>
                  <c:y val="-1.947913391350717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3.6552817493986374E-2"/>
                    </c:manualLayout>
                  </c15:layout>
                  <c15:dlblFieldTable/>
                  <c15:showDataLabelsRange val="0"/>
                </c:ext>
                <c:ext xmlns:c16="http://schemas.microsoft.com/office/drawing/2014/chart" uri="{C3380CC4-5D6E-409C-BE32-E72D297353CC}">
                  <c16:uniqueId val="{00000009-8CE6-4F34-9BAE-AF6918E0AC2C}"/>
                </c:ext>
              </c:extLst>
            </c:dLbl>
            <c:dLbl>
              <c:idx val="1"/>
              <c:layout>
                <c:manualLayout>
                  <c:x val="-1.3297904084721958E-2"/>
                  <c:y val="-2.494959981064220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66E-2"/>
                      <c:h val="3.6552817493986374E-2"/>
                    </c:manualLayout>
                  </c15:layout>
                  <c15:dlblFieldTable/>
                  <c15:showDataLabelsRange val="0"/>
                </c:ext>
                <c:ext xmlns:c16="http://schemas.microsoft.com/office/drawing/2014/chart" uri="{C3380CC4-5D6E-409C-BE32-E72D297353CC}">
                  <c16:uniqueId val="{0000000A-8CE6-4F34-9BAE-AF6918E0AC2C}"/>
                </c:ext>
              </c:extLst>
            </c:dLbl>
            <c:dLbl>
              <c:idx val="2"/>
              <c:layout>
                <c:manualLayout>
                  <c:x val="-1.595593533446675E-2"/>
                  <c:y val="-2.3056021846106188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8CE6-4F34-9BAE-AF6918E0AC2C}"/>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Sheet1!$F$2:$F$4</c:f>
              <c:numCache>
                <c:formatCode>0%</c:formatCode>
                <c:ptCount val="3"/>
                <c:pt idx="0">
                  <c:v>1.2E-2</c:v>
                </c:pt>
                <c:pt idx="1">
                  <c:v>1.0999999999999999E-2</c:v>
                </c:pt>
                <c:pt idx="2">
                  <c:v>1.2999999999999999E-2</c:v>
                </c:pt>
              </c:numCache>
            </c:numRef>
          </c:val>
          <c:extLst>
            <c:ext xmlns:c16="http://schemas.microsoft.com/office/drawing/2014/chart" uri="{C3380CC4-5D6E-409C-BE32-E72D297353CC}">
              <c16:uniqueId val="{0000000C-8CE6-4F34-9BAE-AF6918E0AC2C}"/>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9.26485100316490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BBA-4E2D-B9C4-59B1476CC38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EBBA-4E2D-B9C4-59B1476CC384}"/>
              </c:ext>
            </c:extLst>
          </c:dPt>
          <c:cat>
            <c:strRef>
              <c:f>Sheet1!$A$2:$A$3</c:f>
              <c:strCache>
                <c:ptCount val="2"/>
                <c:pt idx="0">
                  <c:v>1st Qtr</c:v>
                </c:pt>
                <c:pt idx="1">
                  <c:v>2nd Qtr</c:v>
                </c:pt>
              </c:strCache>
            </c:strRef>
          </c:cat>
          <c:val>
            <c:numRef>
              <c:f>Sheet1!$B$2:$B$3</c:f>
              <c:numCache>
                <c:formatCode>0%</c:formatCode>
                <c:ptCount val="2"/>
                <c:pt idx="0">
                  <c:v>0.94</c:v>
                </c:pt>
                <c:pt idx="1">
                  <c:v>6.0000000000000053E-2</c:v>
                </c:pt>
              </c:numCache>
            </c:numRef>
          </c:val>
          <c:extLst>
            <c:ext xmlns:c16="http://schemas.microsoft.com/office/drawing/2014/chart" uri="{C3380CC4-5D6E-409C-BE32-E72D297353CC}">
              <c16:uniqueId val="{00000004-EBBA-4E2D-B9C4-59B1476CC38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0.82399999999999995</c:v>
                </c:pt>
              </c:numCache>
            </c:numRef>
          </c:val>
          <c:extLst>
            <c:ext xmlns:c16="http://schemas.microsoft.com/office/drawing/2014/chart" uri="{C3380CC4-5D6E-409C-BE32-E72D297353CC}">
              <c16:uniqueId val="{00000000-6095-4ADA-8679-D682F707FDC0}"/>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6095-4ADA-8679-D682F707FDC0}"/>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0.11600000000000001</c:v>
                </c:pt>
              </c:numCache>
            </c:numRef>
          </c:val>
          <c:extLst>
            <c:ext xmlns:c16="http://schemas.microsoft.com/office/drawing/2014/chart" uri="{C3380CC4-5D6E-409C-BE32-E72D297353CC}">
              <c16:uniqueId val="{00000003-6095-4ADA-8679-D682F707FDC0}"/>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0.04</c:v>
                </c:pt>
              </c:numCache>
            </c:numRef>
          </c:val>
          <c:extLst>
            <c:ext xmlns:c16="http://schemas.microsoft.com/office/drawing/2014/chart" uri="{C3380CC4-5D6E-409C-BE32-E72D297353CC}">
              <c16:uniqueId val="{00000004-6095-4ADA-8679-D682F707FDC0}"/>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6587641531500084E-3"/>
                  <c:y val="8.778890480568314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6095-4ADA-8679-D682F707FDC0}"/>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1.2999999999999999E-2</c:v>
                </c:pt>
              </c:numCache>
            </c:numRef>
          </c:val>
          <c:extLst>
            <c:ext xmlns:c16="http://schemas.microsoft.com/office/drawing/2014/chart" uri="{C3380CC4-5D6E-409C-BE32-E72D297353CC}">
              <c16:uniqueId val="{00000006-6095-4ADA-8679-D682F707FDC0}"/>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5621233007374E-2"/>
                  <c:y val="-9.692649123687377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6095-4ADA-8679-D682F707FDC0}"/>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7.0000000000000001E-3</c:v>
                </c:pt>
              </c:numCache>
            </c:numRef>
          </c:val>
          <c:extLst>
            <c:ext xmlns:c16="http://schemas.microsoft.com/office/drawing/2014/chart" uri="{C3380CC4-5D6E-409C-BE32-E72D297353CC}">
              <c16:uniqueId val="{00000008-6095-4ADA-8679-D682F707FDC0}"/>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EFA-46E5-9DA7-6520B4406C68}"/>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EEFA-46E5-9DA7-6520B4406C68}"/>
              </c:ext>
            </c:extLst>
          </c:dPt>
          <c:cat>
            <c:strRef>
              <c:f>Sheet1!$A$2:$A$3</c:f>
              <c:strCache>
                <c:ptCount val="2"/>
                <c:pt idx="0">
                  <c:v>1st Qtr</c:v>
                </c:pt>
                <c:pt idx="1">
                  <c:v>2nd Qtr</c:v>
                </c:pt>
              </c:strCache>
            </c:strRef>
          </c:cat>
          <c:val>
            <c:numRef>
              <c:f>Sheet1!$B$2:$B$3</c:f>
              <c:numCache>
                <c:formatCode>0%</c:formatCode>
                <c:ptCount val="2"/>
                <c:pt idx="0">
                  <c:v>0.90133333333333343</c:v>
                </c:pt>
                <c:pt idx="1">
                  <c:v>9.8666666666666569E-2</c:v>
                </c:pt>
              </c:numCache>
            </c:numRef>
          </c:val>
          <c:extLst>
            <c:ext xmlns:c16="http://schemas.microsoft.com/office/drawing/2014/chart" uri="{C3380CC4-5D6E-409C-BE32-E72D297353CC}">
              <c16:uniqueId val="{00000004-EEFA-46E5-9DA7-6520B4406C6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405-4285-9099-4337A65164D5}"/>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2405-4285-9099-4337A65164D5}"/>
              </c:ext>
            </c:extLst>
          </c:dPt>
          <c:cat>
            <c:strRef>
              <c:f>Sheet1!$A$2:$A$3</c:f>
              <c:strCache>
                <c:ptCount val="2"/>
                <c:pt idx="0">
                  <c:v>1st Qtr</c:v>
                </c:pt>
                <c:pt idx="1">
                  <c:v>2nd Qtr</c:v>
                </c:pt>
              </c:strCache>
            </c:strRef>
          </c:cat>
          <c:val>
            <c:numRef>
              <c:f>Sheet1!$B$2:$B$3</c:f>
              <c:numCache>
                <c:formatCode>0%</c:formatCode>
                <c:ptCount val="2"/>
                <c:pt idx="0">
                  <c:v>0.90720000000000012</c:v>
                </c:pt>
                <c:pt idx="1">
                  <c:v>9.2799999999999883E-2</c:v>
                </c:pt>
              </c:numCache>
            </c:numRef>
          </c:val>
          <c:extLst>
            <c:ext xmlns:c16="http://schemas.microsoft.com/office/drawing/2014/chart" uri="{C3380CC4-5D6E-409C-BE32-E72D297353CC}">
              <c16:uniqueId val="{00000004-2405-4285-9099-4337A65164D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060931456421732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0.84</c:v>
                </c:pt>
                <c:pt idx="1">
                  <c:v>0.81499999999999995</c:v>
                </c:pt>
                <c:pt idx="2">
                  <c:v>0.755</c:v>
                </c:pt>
                <c:pt idx="3">
                  <c:v>0.747</c:v>
                </c:pt>
                <c:pt idx="4">
                  <c:v>0.69399999999999995</c:v>
                </c:pt>
              </c:numCache>
            </c:numRef>
          </c:val>
          <c:extLst>
            <c:ext xmlns:c16="http://schemas.microsoft.com/office/drawing/2014/chart" uri="{C3380CC4-5D6E-409C-BE32-E72D297353CC}">
              <c16:uniqueId val="{00000000-25B7-4206-9EFF-718D6585C0F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25B7-4206-9EFF-718D6585C0FF}"/>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9.1999999999999998E-2</c:v>
                </c:pt>
                <c:pt idx="1">
                  <c:v>0.121</c:v>
                </c:pt>
                <c:pt idx="2">
                  <c:v>0.159</c:v>
                </c:pt>
                <c:pt idx="3">
                  <c:v>0.14399999999999999</c:v>
                </c:pt>
                <c:pt idx="4">
                  <c:v>0.17</c:v>
                </c:pt>
              </c:numCache>
            </c:numRef>
          </c:val>
          <c:extLst>
            <c:ext xmlns:c16="http://schemas.microsoft.com/office/drawing/2014/chart" uri="{C3380CC4-5D6E-409C-BE32-E72D297353CC}">
              <c16:uniqueId val="{00000003-25B7-4206-9EFF-718D6585C0FF}"/>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4.3999999999999997E-2</c:v>
                </c:pt>
                <c:pt idx="1">
                  <c:v>4.7E-2</c:v>
                </c:pt>
                <c:pt idx="2">
                  <c:v>5.8999999999999997E-2</c:v>
                </c:pt>
                <c:pt idx="3">
                  <c:v>7.0000000000000007E-2</c:v>
                </c:pt>
                <c:pt idx="4">
                  <c:v>7.8E-2</c:v>
                </c:pt>
              </c:numCache>
            </c:numRef>
          </c:val>
          <c:extLst>
            <c:ext xmlns:c16="http://schemas.microsoft.com/office/drawing/2014/chart" uri="{C3380CC4-5D6E-409C-BE32-E72D297353CC}">
              <c16:uniqueId val="{00000004-25B7-4206-9EFF-718D6585C0F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2.171487954607878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5-25B7-4206-9EFF-718D6585C0FF}"/>
                </c:ext>
              </c:extLst>
            </c:dLbl>
            <c:dLbl>
              <c:idx val="1"/>
              <c:layout>
                <c:manualLayout>
                  <c:x val="2.0615525783855928E-3"/>
                  <c:y val="1.576738915635288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sz="6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86E-2"/>
                      <c:h val="2.1744842912296513E-2"/>
                    </c:manualLayout>
                  </c15:layout>
                  <c15:dlblFieldTable/>
                  <c15:showDataLabelsRange val="0"/>
                </c:ext>
                <c:ext xmlns:c16="http://schemas.microsoft.com/office/drawing/2014/chart" uri="{C3380CC4-5D6E-409C-BE32-E72D297353CC}">
                  <c16:uniqueId val="{00000006-25B7-4206-9EFF-718D6585C0FF}"/>
                </c:ext>
              </c:extLst>
            </c:dLbl>
            <c:dLbl>
              <c:idx val="2"/>
              <c:layout>
                <c:manualLayout>
                  <c:x val="1.4658068104316026E-6"/>
                  <c:y val="1.359278596287634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3870239-BC7E-4789-BCAF-4C5AE3270AB0}" type="VALUE">
                      <a:rPr lang="en-US" sz="60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3.0352176565080543E-2"/>
                    </c:manualLayout>
                  </c15:layout>
                  <c15:dlblFieldTable/>
                  <c15:showDataLabelsRange val="0"/>
                </c:ext>
                <c:ext xmlns:c16="http://schemas.microsoft.com/office/drawing/2014/chart" uri="{C3380CC4-5D6E-409C-BE32-E72D297353CC}">
                  <c16:uniqueId val="{00000007-25B7-4206-9EFF-718D6585C0FF}"/>
                </c:ext>
              </c:extLst>
            </c:dLbl>
            <c:dLbl>
              <c:idx val="3"/>
              <c:layout>
                <c:manualLayout>
                  <c:x val="2.0940097291880037E-7"/>
                  <c:y val="-9.0596377999755066E-3"/>
                </c:manualLayout>
              </c:layout>
              <c:tx>
                <c:rich>
                  <a:bodyPr/>
                  <a:lstStyle/>
                  <a:p>
                    <a:fld id="{37B62034-1823-4DAD-B5F1-0D5B9C36C4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25B7-4206-9EFF-718D6585C0FF}"/>
                </c:ext>
              </c:extLst>
            </c:dLbl>
            <c:dLbl>
              <c:idx val="4"/>
              <c:layout>
                <c:manualLayout>
                  <c:x val="-5.9051074363101704E-4"/>
                  <c:y val="1.567607223073694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5EE1B1A-EB07-495F-AB0A-78C9B59AA259}"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9-25B7-4206-9EFF-718D6585C0F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1.4E-2</c:v>
                </c:pt>
                <c:pt idx="1">
                  <c:v>1.0999999999999999E-2</c:v>
                </c:pt>
                <c:pt idx="2">
                  <c:v>1.7000000000000001E-2</c:v>
                </c:pt>
                <c:pt idx="3">
                  <c:v>2.5999999999999999E-2</c:v>
                </c:pt>
                <c:pt idx="4">
                  <c:v>3.3000000000000002E-2</c:v>
                </c:pt>
              </c:numCache>
            </c:numRef>
          </c:val>
          <c:extLst>
            <c:ext xmlns:c16="http://schemas.microsoft.com/office/drawing/2014/chart" uri="{C3380CC4-5D6E-409C-BE32-E72D297353CC}">
              <c16:uniqueId val="{0000000A-25B7-4206-9EFF-718D6585C0F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3296752379370905E-2"/>
                  <c:y val="-1.207927926214021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71E-2"/>
                      <c:h val="2.1744842912296513E-2"/>
                    </c:manualLayout>
                  </c15:layout>
                  <c15:dlblFieldTable/>
                  <c15:showDataLabelsRange val="0"/>
                </c:ext>
                <c:ext xmlns:c16="http://schemas.microsoft.com/office/drawing/2014/chart" uri="{C3380CC4-5D6E-409C-BE32-E72D297353CC}">
                  <c16:uniqueId val="{0000000B-25B7-4206-9EFF-718D6585C0FF}"/>
                </c:ext>
              </c:extLst>
            </c:dLbl>
            <c:dLbl>
              <c:idx val="1"/>
              <c:layout>
                <c:manualLayout>
                  <c:x val="-1.3297589983262581E-2"/>
                  <c:y val="-1.754521555193823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sz="6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73E-2"/>
                      <c:h val="2.1744842912296513E-2"/>
                    </c:manualLayout>
                  </c15:layout>
                  <c15:dlblFieldTable/>
                  <c15:showDataLabelsRange val="0"/>
                </c:ext>
                <c:ext xmlns:c16="http://schemas.microsoft.com/office/drawing/2014/chart" uri="{C3380CC4-5D6E-409C-BE32-E72D297353CC}">
                  <c16:uniqueId val="{0000000C-25B7-4206-9EFF-718D6585C0FF}"/>
                </c:ext>
              </c:extLst>
            </c:dLbl>
            <c:dLbl>
              <c:idx val="2"/>
              <c:layout>
                <c:manualLayout>
                  <c:x val="-1.595593533446675E-2"/>
                  <c:y val="-1.8119989013432276E-2"/>
                </c:manualLayout>
              </c:layout>
              <c:tx>
                <c:rich>
                  <a:bodyPr/>
                  <a:lstStyle/>
                  <a:p>
                    <a:fld id="{DADEA9CA-8F31-40D6-A32A-6247171D5D3B}" type="VALUE">
                      <a:rPr lang="en-US" sz="6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25B7-4206-9EFF-718D6585C0FF}"/>
                </c:ext>
              </c:extLst>
            </c:dLbl>
            <c:dLbl>
              <c:idx val="3"/>
              <c:layout>
                <c:manualLayout>
                  <c:x val="-1.0636103617464627E-2"/>
                  <c:y val="1.51022499872180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5B7-4206-9EFF-718D6585C0FF}"/>
                </c:ext>
              </c:extLst>
            </c:dLbl>
            <c:dLbl>
              <c:idx val="4"/>
              <c:layout>
                <c:manualLayout>
                  <c:x val="-7.9777582662604561E-3"/>
                  <c:y val="-1.150426799615232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B69E2E0-3B50-4B91-955D-D2E7EE7DD2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F-25B7-4206-9EFF-718D6585C0F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Sheet1!$F$2:$F$6</c:f>
              <c:numCache>
                <c:formatCode>0%</c:formatCode>
                <c:ptCount val="5"/>
                <c:pt idx="0">
                  <c:v>0.01</c:v>
                </c:pt>
                <c:pt idx="1">
                  <c:v>6.0000000000000001E-3</c:v>
                </c:pt>
                <c:pt idx="2">
                  <c:v>0.01</c:v>
                </c:pt>
                <c:pt idx="3">
                  <c:v>1.4E-2</c:v>
                </c:pt>
                <c:pt idx="4">
                  <c:v>2.5000000000000001E-2</c:v>
                </c:pt>
              </c:numCache>
            </c:numRef>
          </c:val>
          <c:extLst>
            <c:ext xmlns:c16="http://schemas.microsoft.com/office/drawing/2014/chart" uri="{C3380CC4-5D6E-409C-BE32-E72D297353CC}">
              <c16:uniqueId val="{00000010-25B7-4206-9EFF-718D6585C0F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5.80961134422557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441-4660-8EF1-1E7FD17A1F0A}"/>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C441-4660-8EF1-1E7FD17A1F0A}"/>
              </c:ext>
            </c:extLst>
          </c:dPt>
          <c:cat>
            <c:strRef>
              <c:f>Sheet1!$A$2:$A$3</c:f>
              <c:strCache>
                <c:ptCount val="2"/>
                <c:pt idx="0">
                  <c:v>1st Qtr</c:v>
                </c:pt>
                <c:pt idx="1">
                  <c:v>2nd Qtr</c:v>
                </c:pt>
              </c:strCache>
            </c:strRef>
          </c:cat>
          <c:val>
            <c:numRef>
              <c:f>Sheet1!$B$2:$B$3</c:f>
              <c:numCache>
                <c:formatCode>0%</c:formatCode>
                <c:ptCount val="2"/>
                <c:pt idx="0">
                  <c:v>0.98</c:v>
                </c:pt>
                <c:pt idx="1">
                  <c:v>2.0000000000000018E-2</c:v>
                </c:pt>
              </c:numCache>
            </c:numRef>
          </c:val>
          <c:extLst>
            <c:ext xmlns:c16="http://schemas.microsoft.com/office/drawing/2014/chart" uri="{C3380CC4-5D6E-409C-BE32-E72D297353CC}">
              <c16:uniqueId val="{00000004-C441-4660-8EF1-1E7FD17A1F0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0.90800000000000003</c:v>
                </c:pt>
              </c:numCache>
            </c:numRef>
          </c:val>
          <c:extLst>
            <c:ext xmlns:c16="http://schemas.microsoft.com/office/drawing/2014/chart" uri="{C3380CC4-5D6E-409C-BE32-E72D297353CC}">
              <c16:uniqueId val="{00000000-D45F-4C1A-B2F0-6BE21B08B1C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D45F-4C1A-B2F0-6BE21B08B1C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7.3999999999999996E-2</c:v>
                </c:pt>
              </c:numCache>
            </c:numRef>
          </c:val>
          <c:extLst>
            <c:ext xmlns:c16="http://schemas.microsoft.com/office/drawing/2014/chart" uri="{C3380CC4-5D6E-409C-BE32-E72D297353CC}">
              <c16:uniqueId val="{00000003-D45F-4C1A-B2F0-6BE21B08B1C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1.2E-2</c:v>
                </c:pt>
              </c:numCache>
            </c:numRef>
          </c:val>
          <c:extLst>
            <c:ext xmlns:c16="http://schemas.microsoft.com/office/drawing/2014/chart" uri="{C3380CC4-5D6E-409C-BE32-E72D297353CC}">
              <c16:uniqueId val="{00000004-D45F-4C1A-B2F0-6BE21B08B1C5}"/>
            </c:ext>
          </c:extLst>
        </c:ser>
        <c:ser>
          <c:idx val="1"/>
          <c:order val="3"/>
          <c:tx>
            <c:strRef>
              <c:f>Sheet1!$E$1</c:f>
              <c:strCache>
                <c:ptCount val="1"/>
                <c:pt idx="0">
                  <c:v>لا أتفق</c:v>
                </c:pt>
              </c:strCache>
            </c:strRef>
          </c:tx>
          <c:spPr>
            <a:solidFill>
              <a:srgbClr val="414141"/>
            </a:solidFill>
            <a:ln>
              <a:noFill/>
            </a:ln>
            <a:effectLst/>
          </c:spPr>
          <c:invertIfNegative val="0"/>
          <c:dLbls>
            <c:delete val="1"/>
          </c:dLbls>
          <c:val>
            <c:numRef>
              <c:f>Sheet1!$E$2:$E$2</c:f>
              <c:numCache>
                <c:formatCode>0%</c:formatCode>
                <c:ptCount val="1"/>
                <c:pt idx="0">
                  <c:v>2E-3</c:v>
                </c:pt>
              </c:numCache>
            </c:numRef>
          </c:val>
          <c:extLst>
            <c:ext xmlns:c16="http://schemas.microsoft.com/office/drawing/2014/chart" uri="{C3380CC4-5D6E-409C-BE32-E72D297353CC}">
              <c16:uniqueId val="{00000006-D45F-4C1A-B2F0-6BE21B08B1C5}"/>
            </c:ext>
          </c:extLst>
        </c:ser>
        <c:ser>
          <c:idx val="0"/>
          <c:order val="4"/>
          <c:tx>
            <c:strRef>
              <c:f>Sheet1!$F$1</c:f>
              <c:strCache>
                <c:ptCount val="1"/>
                <c:pt idx="0">
                  <c:v>لا أتفق بشدة</c:v>
                </c:pt>
              </c:strCache>
            </c:strRef>
          </c:tx>
          <c:spPr>
            <a:solidFill>
              <a:srgbClr val="000000"/>
            </a:solidFill>
            <a:ln>
              <a:noFill/>
            </a:ln>
            <a:effectLst/>
          </c:spPr>
          <c:invertIfNegative val="0"/>
          <c:dLbls>
            <c:delete val="1"/>
          </c:dLbls>
          <c:val>
            <c:numRef>
              <c:f>Sheet1!$F$2:$F$2</c:f>
              <c:numCache>
                <c:formatCode>0%</c:formatCode>
                <c:ptCount val="1"/>
                <c:pt idx="0">
                  <c:v>4.0000000000000001E-3</c:v>
                </c:pt>
              </c:numCache>
            </c:numRef>
          </c:val>
          <c:extLst>
            <c:ext xmlns:c16="http://schemas.microsoft.com/office/drawing/2014/chart" uri="{C3380CC4-5D6E-409C-BE32-E72D297353CC}">
              <c16:uniqueId val="{00000008-D45F-4C1A-B2F0-6BE21B08B1C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0859-45A1-B136-DD054117B00E}"/>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0859-45A1-B136-DD054117B00E}"/>
              </c:ext>
            </c:extLst>
          </c:dPt>
          <c:cat>
            <c:strRef>
              <c:f>Sheet1!$A$2:$A$3</c:f>
              <c:strCache>
                <c:ptCount val="2"/>
                <c:pt idx="0">
                  <c:v>1st Qtr</c:v>
                </c:pt>
                <c:pt idx="1">
                  <c:v>2nd Qtr</c:v>
                </c:pt>
              </c:strCache>
            </c:str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0859-45A1-B136-DD054117B00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0.77</c:v>
                </c:pt>
              </c:numCache>
            </c:numRef>
          </c:val>
          <c:extLst>
            <c:ext xmlns:c16="http://schemas.microsoft.com/office/drawing/2014/chart" uri="{C3380CC4-5D6E-409C-BE32-E72D297353CC}">
              <c16:uniqueId val="{00000000-AD55-4248-96D6-03EF3A31068E}"/>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AD55-4248-96D6-03EF3A31068E}"/>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0.156</c:v>
                </c:pt>
              </c:numCache>
            </c:numRef>
          </c:val>
          <c:extLst>
            <c:ext xmlns:c16="http://schemas.microsoft.com/office/drawing/2014/chart" uri="{C3380CC4-5D6E-409C-BE32-E72D297353CC}">
              <c16:uniqueId val="{00000003-AD55-4248-96D6-03EF3A31068E}"/>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4.5999999999999999E-2</c:v>
                </c:pt>
              </c:numCache>
            </c:numRef>
          </c:val>
          <c:extLst>
            <c:ext xmlns:c16="http://schemas.microsoft.com/office/drawing/2014/chart" uri="{C3380CC4-5D6E-409C-BE32-E72D297353CC}">
              <c16:uniqueId val="{00000004-AD55-4248-96D6-03EF3A31068E}"/>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7.576179233680900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AD55-4248-96D6-03EF3A31068E}"/>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1.4E-2</c:v>
                </c:pt>
              </c:numCache>
            </c:numRef>
          </c:val>
          <c:extLst>
            <c:ext xmlns:c16="http://schemas.microsoft.com/office/drawing/2014/chart" uri="{C3380CC4-5D6E-409C-BE32-E72D297353CC}">
              <c16:uniqueId val="{00000006-AD55-4248-96D6-03EF3A31068E}"/>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6040034953212E-2"/>
                  <c:y val="-7.2880050386838147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AD55-4248-96D6-03EF3A31068E}"/>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1.4E-2</c:v>
                </c:pt>
              </c:numCache>
            </c:numRef>
          </c:val>
          <c:extLst>
            <c:ext xmlns:c16="http://schemas.microsoft.com/office/drawing/2014/chart" uri="{C3380CC4-5D6E-409C-BE32-E72D297353CC}">
              <c16:uniqueId val="{00000008-AD55-4248-96D6-03EF3A31068E}"/>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000" b="1" baseline="0" dirty="0">
                <a:solidFill>
                  <a:srgbClr val="35AA6E"/>
                </a:solidFill>
                <a:latin typeface="Arial" panose="020B0604020202020204" pitchFamily="34" charset="0"/>
                <a:cs typeface="Arial" panose="020B0604020202020204" pitchFamily="34" charset="0"/>
              </a:rPr>
              <a:t>93%</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4657117832857973"/>
          <c:y val="0.3939336932158400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1DDF-4B5A-BF74-2BADBD9FAAF9}"/>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DDF-4B5A-BF74-2BADBD9FAAF9}"/>
              </c:ext>
            </c:extLst>
          </c:dPt>
          <c:cat>
            <c:numRef>
              <c:f>Sheet1!$A$2:$A$3</c:f>
              <c:numCache>
                <c:formatCode>General</c:formatCode>
                <c:ptCount val="2"/>
              </c:numCache>
            </c:numRef>
          </c:cat>
          <c:val>
            <c:numRef>
              <c:f>Sheet1!$B$2:$B$3</c:f>
              <c:numCache>
                <c:formatCode>0%</c:formatCode>
                <c:ptCount val="2"/>
                <c:pt idx="0">
                  <c:v>0.92500000000000004</c:v>
                </c:pt>
                <c:pt idx="1">
                  <c:v>7.4999999999999956E-2</c:v>
                </c:pt>
              </c:numCache>
            </c:numRef>
          </c:val>
          <c:extLst>
            <c:ext xmlns:c16="http://schemas.microsoft.com/office/drawing/2014/chart" uri="{C3380CC4-5D6E-409C-BE32-E72D297353CC}">
              <c16:uniqueId val="{00000004-1DDF-4B5A-BF74-2BADBD9FAAF9}"/>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i="0" u="none" strike="noStrike" kern="1200" spc="0" baseline="0" dirty="0">
                <a:solidFill>
                  <a:srgbClr val="35AA6E"/>
                </a:solidFill>
                <a:latin typeface="Arial" panose="020B0604020202020204" pitchFamily="34" charset="0"/>
                <a:cs typeface="Arial" panose="020B0604020202020204" pitchFamily="34" charset="0"/>
              </a:rPr>
              <a:t>9</a:t>
            </a:r>
            <a:r>
              <a:rPr lang="ar-AE" sz="1600" b="1" i="0" u="none" strike="noStrike" kern="1200" spc="0" baseline="0" dirty="0">
                <a:solidFill>
                  <a:srgbClr val="35AA6E"/>
                </a:solidFill>
                <a:latin typeface="Arial" panose="020B0604020202020204" pitchFamily="34" charset="0"/>
                <a:cs typeface="Arial" panose="020B0604020202020204" pitchFamily="34" charset="0"/>
              </a:rPr>
              <a:t>2</a:t>
            </a:r>
            <a:r>
              <a:rPr lang="en-US" sz="1600" b="1" i="0" u="none" strike="noStrike" kern="1200" spc="0" baseline="0" dirty="0">
                <a:solidFill>
                  <a:srgbClr val="35AA6E"/>
                </a:solidFill>
                <a:latin typeface="Arial" panose="020B0604020202020204" pitchFamily="34" charset="0"/>
                <a:cs typeface="Arial" panose="020B0604020202020204" pitchFamily="34" charset="0"/>
              </a:rPr>
              <a:t>%</a:t>
            </a:r>
          </a:p>
        </c:rich>
      </c:tx>
      <c:layout>
        <c:manualLayout>
          <c:xMode val="edge"/>
          <c:yMode val="edge"/>
          <c:x val="0.45112798875728538"/>
          <c:y val="0.39772903976267199"/>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F95-475C-9456-F97D46701061}"/>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F95-475C-9456-F97D46701061}"/>
              </c:ext>
            </c:extLst>
          </c:dPt>
          <c:val>
            <c:numRef>
              <c:f>Sheet1!$B$2:$B$3</c:f>
              <c:numCache>
                <c:formatCode>0%</c:formatCode>
                <c:ptCount val="2"/>
                <c:pt idx="0">
                  <c:v>0.92100000000000004</c:v>
                </c:pt>
                <c:pt idx="1">
                  <c:v>7.8999999999999959E-2</c:v>
                </c:pt>
              </c:numCache>
            </c:numRef>
          </c:val>
          <c:extLst>
            <c:ext xmlns:c15="http://schemas.microsoft.com/office/drawing/2012/chart" uri="{02D57815-91ED-43cb-92C2-25804820EDAC}">
              <c15:filteredCategoryTitle>
                <c15:cat>
                  <c:numRef>
                    <c:extLst>
                      <c:ext uri="{02D57815-91ED-43cb-92C2-25804820EDAC}">
                        <c15:formulaRef>
                          <c15:sqref>Sheet1!$A$2:$A$3</c15:sqref>
                        </c15:formulaRef>
                      </c:ext>
                    </c:extLst>
                    <c:numCache>
                      <c:formatCode>General</c:formatCode>
                      <c:ptCount val="2"/>
                    </c:numCache>
                  </c:numRef>
                </c15:cat>
              </c15:filteredCategoryTitle>
            </c:ext>
            <c:ext xmlns:c16="http://schemas.microsoft.com/office/drawing/2014/chart" uri="{C3380CC4-5D6E-409C-BE32-E72D297353CC}">
              <c16:uniqueId val="{00000004-7F95-475C-9456-F97D46701061}"/>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469126159028218E-2"/>
          <c:y val="5.6649817848816515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88E-3"/>
                  <c:y val="-4.807611560101892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CD3-46B4-99AC-554C56BC1884}"/>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2.5999999999999999E-2</c:v>
                </c:pt>
              </c:numCache>
            </c:numRef>
          </c:val>
          <c:extLst>
            <c:ext xmlns:c16="http://schemas.microsoft.com/office/drawing/2014/chart" uri="{C3380CC4-5D6E-409C-BE32-E72D297353CC}">
              <c16:uniqueId val="{00000001-9CD3-46B4-99AC-554C56BC1884}"/>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5.7856633768281849E-3"/>
                  <c:y val="0.10649645894900167"/>
                </c:manualLayout>
              </c:layout>
              <c:spPr>
                <a:noFill/>
                <a:ln>
                  <a:noFill/>
                </a:ln>
                <a:effectLst/>
              </c:spPr>
              <c:txPr>
                <a:bodyPr rot="0" spcFirstLastPara="1" vertOverflow="ellipsis" vert="horz" wrap="square" lIns="38100" tIns="19050" rIns="38100" bIns="19050" anchor="ctr" anchorCtr="0">
                  <a:no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0187846052766367E-2"/>
                      <c:h val="6.9831285215562228E-2"/>
                    </c:manualLayout>
                  </c15:layout>
                </c:ext>
                <c:ext xmlns:c16="http://schemas.microsoft.com/office/drawing/2014/chart" uri="{C3380CC4-5D6E-409C-BE32-E72D297353CC}">
                  <c16:uniqueId val="{00000002-9CD3-46B4-99AC-554C56BC188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0</c:v>
                </c:pt>
              </c:numCache>
            </c:numRef>
          </c:val>
          <c:extLst>
            <c:ext xmlns:c16="http://schemas.microsoft.com/office/drawing/2014/chart" uri="{C3380CC4-5D6E-409C-BE32-E72D297353CC}">
              <c16:uniqueId val="{00000003-9CD3-46B4-99AC-554C56BC1884}"/>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9303516922020894E-3"/>
                  <c:y val="-1.2695597579848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CD3-46B4-99AC-554C56BC188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5.2999999999999999E-2</c:v>
                </c:pt>
              </c:numCache>
            </c:numRef>
          </c:val>
          <c:extLst>
            <c:ext xmlns:c16="http://schemas.microsoft.com/office/drawing/2014/chart" uri="{C3380CC4-5D6E-409C-BE32-E72D297353CC}">
              <c16:uniqueId val="{00000005-9CD3-46B4-99AC-554C56BC1884}"/>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CD3-46B4-99AC-554C56BC1884}"/>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0.158</c:v>
                </c:pt>
              </c:numCache>
            </c:numRef>
          </c:val>
          <c:extLst>
            <c:ext xmlns:c16="http://schemas.microsoft.com/office/drawing/2014/chart" uri="{C3380CC4-5D6E-409C-BE32-E72D297353CC}">
              <c16:uniqueId val="{00000008-9CD3-46B4-99AC-554C56BC1884}"/>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0.76300000000000001</c:v>
                </c:pt>
              </c:numCache>
            </c:numRef>
          </c:val>
          <c:extLst>
            <c:ext xmlns:c16="http://schemas.microsoft.com/office/drawing/2014/chart" uri="{C3380CC4-5D6E-409C-BE32-E72D297353CC}">
              <c16:uniqueId val="{00000009-9CD3-46B4-99AC-554C56BC1884}"/>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54870652190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0.78900000000000003</c:v>
                </c:pt>
                <c:pt idx="1">
                  <c:v>0.76300000000000001</c:v>
                </c:pt>
                <c:pt idx="2">
                  <c:v>0.71099999999999997</c:v>
                </c:pt>
                <c:pt idx="3">
                  <c:v>0.86799999999999999</c:v>
                </c:pt>
                <c:pt idx="4">
                  <c:v>0.81599999999999995</c:v>
                </c:pt>
              </c:numCache>
            </c:numRef>
          </c:val>
          <c:extLst>
            <c:ext xmlns:c16="http://schemas.microsoft.com/office/drawing/2014/chart" uri="{C3380CC4-5D6E-409C-BE32-E72D297353CC}">
              <c16:uniqueId val="{00000000-00A7-4D7A-97D1-D66CB6FD2CC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1-7217-4A1B-B101-76C4818D7ADA}"/>
              </c:ext>
            </c:extLst>
          </c:dPt>
          <c:dLbls>
            <c:dLbl>
              <c:idx val="2"/>
              <c:layout>
                <c:manualLayout>
                  <c:x val="2.6600205589875211E-3"/>
                  <c:y val="9.5121797516607667E-7"/>
                </c:manualLayout>
              </c:layout>
              <c:tx>
                <c:rich>
                  <a:bodyPr/>
                  <a:lstStyle/>
                  <a:p>
                    <a:fld id="{8D2F8F73-DEA4-4C64-951B-05CA7507A10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F8F-48F7-86FB-7EE7C74716B4}"/>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0.184</c:v>
                </c:pt>
                <c:pt idx="1">
                  <c:v>0.158</c:v>
                </c:pt>
                <c:pt idx="2">
                  <c:v>0.158</c:v>
                </c:pt>
                <c:pt idx="3">
                  <c:v>7.9000000000000001E-2</c:v>
                </c:pt>
                <c:pt idx="4">
                  <c:v>0.13200000000000001</c:v>
                </c:pt>
              </c:numCache>
            </c:numRef>
          </c:val>
          <c:extLst>
            <c:ext xmlns:c16="http://schemas.microsoft.com/office/drawing/2014/chart" uri="{C3380CC4-5D6E-409C-BE32-E72D297353CC}">
              <c16:uniqueId val="{00000001-00A7-4D7A-97D1-D66CB6FD2CCF}"/>
            </c:ext>
          </c:extLst>
        </c:ser>
        <c:ser>
          <c:idx val="2"/>
          <c:order val="2"/>
          <c:tx>
            <c:strRef>
              <c:f>Sheet1!$D$1</c:f>
              <c:strCache>
                <c:ptCount val="1"/>
                <c:pt idx="0">
                  <c:v>محايد</c:v>
                </c:pt>
              </c:strCache>
            </c:strRef>
          </c:tx>
          <c:spPr>
            <a:solidFill>
              <a:srgbClr val="90909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DF68-4478-87C3-B485BED7B028}"/>
                </c:ext>
              </c:extLst>
            </c:dLbl>
            <c:dLbl>
              <c:idx val="1"/>
              <c:layout>
                <c:manualLayout>
                  <c:x val="-7.977758266260444E-3"/>
                  <c:y val="-3.0194036576708634E-3"/>
                </c:manualLayout>
              </c:layout>
              <c:tx>
                <c:rich>
                  <a:bodyPr/>
                  <a:lstStyle/>
                  <a:p>
                    <a:fld id="{2DF27BF8-C4C3-4522-A8A6-F4C0855F29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F8F-48F7-86FB-7EE7C74716B4}"/>
                </c:ext>
              </c:extLst>
            </c:dLbl>
            <c:dLbl>
              <c:idx val="2"/>
              <c:layout>
                <c:manualLayout>
                  <c:x val="-5.3185753111645983E-3"/>
                  <c:y val="1.6646314565406343E-6"/>
                </c:manualLayout>
              </c:layout>
              <c:tx>
                <c:rich>
                  <a:bodyPr/>
                  <a:lstStyle/>
                  <a:p>
                    <a:fld id="{1E991AF3-CCD8-4059-9B78-F112B5C54E2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F5B-4E46-92B2-745EE9678DE2}"/>
                </c:ext>
              </c:extLst>
            </c:dLbl>
            <c:dLbl>
              <c:idx val="3"/>
              <c:delete val="1"/>
              <c:extLst>
                <c:ext xmlns:c15="http://schemas.microsoft.com/office/drawing/2012/chart" uri="{CE6537A1-D6FC-4f65-9D91-7224C49458BB}"/>
                <c:ext xmlns:c16="http://schemas.microsoft.com/office/drawing/2014/chart" uri="{C3380CC4-5D6E-409C-BE32-E72D297353CC}">
                  <c16:uniqueId val="{00000009-FF5B-4E46-92B2-745EE9678DE2}"/>
                </c:ext>
              </c:extLst>
            </c:dLbl>
            <c:dLbl>
              <c:idx val="4"/>
              <c:layout>
                <c:manualLayout>
                  <c:x val="-5.3181565092187731E-3"/>
                  <c:y val="1.5101298769242842E-2"/>
                </c:manualLayout>
              </c:layout>
              <c:tx>
                <c:rich>
                  <a:bodyPr/>
                  <a:lstStyle/>
                  <a:p>
                    <a:fld id="{6933641D-C299-4167-BC48-414DDC59F6E0}"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F68-4478-87C3-B485BED7B028}"/>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Sheet1!$D$2:$D$6</c:f>
              <c:numCache>
                <c:formatCode>0%</c:formatCode>
                <c:ptCount val="5"/>
                <c:pt idx="0">
                  <c:v>0</c:v>
                </c:pt>
                <c:pt idx="1">
                  <c:v>2.5999999999999999E-2</c:v>
                </c:pt>
                <c:pt idx="2">
                  <c:v>7.9000000000000001E-2</c:v>
                </c:pt>
                <c:pt idx="3">
                  <c:v>0</c:v>
                </c:pt>
                <c:pt idx="4">
                  <c:v>2.5999999999999999E-2</c:v>
                </c:pt>
              </c:numCache>
            </c:numRef>
          </c:val>
          <c:extLst>
            <c:ext xmlns:c16="http://schemas.microsoft.com/office/drawing/2014/chart" uri="{C3380CC4-5D6E-409C-BE32-E72D297353CC}">
              <c16:uniqueId val="{00000002-00A7-4D7A-97D1-D66CB6FD2CC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7.9769206623687746E-3"/>
                  <c:y val="3.0216628003619382E-3"/>
                </c:manualLayout>
              </c:layout>
              <c:tx>
                <c:rich>
                  <a:bodyPr/>
                  <a:lstStyle/>
                  <a:p>
                    <a:fld id="{1ECA9D55-D113-4C5C-BB13-CF5BDB1482C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5.7349900859109369E-2"/>
                      <c:h val="3.6830446584949106E-2"/>
                    </c:manualLayout>
                  </c15:layout>
                  <c15:dlblFieldTable/>
                  <c15:showDataLabelsRange val="0"/>
                </c:ext>
                <c:ext xmlns:c16="http://schemas.microsoft.com/office/drawing/2014/chart" uri="{C3380CC4-5D6E-409C-BE32-E72D297353CC}">
                  <c16:uniqueId val="{00000006-FF5B-4E46-92B2-745EE9678DE2}"/>
                </c:ext>
              </c:extLst>
            </c:dLbl>
            <c:dLbl>
              <c:idx val="1"/>
              <c:layout>
                <c:manualLayout>
                  <c:x val="2.0940097291880037E-7"/>
                  <c:y val="1.510082316025531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F68-4478-87C3-B485BED7B028}"/>
                </c:ext>
              </c:extLst>
            </c:dLbl>
            <c:dLbl>
              <c:idx val="2"/>
              <c:layout>
                <c:manualLayout>
                  <c:x val="-6.5458744134416389E-4"/>
                  <c:y val="1.2081657307078187E-2"/>
                </c:manualLayout>
              </c:layout>
              <c:tx>
                <c:rich>
                  <a:bodyPr/>
                  <a:lstStyle/>
                  <a:p>
                    <a:fld id="{D87529EA-11A2-411F-88A5-D8904BDEE16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F5B-4E46-92B2-745EE9678DE2}"/>
                </c:ext>
              </c:extLst>
            </c:dLbl>
            <c:dLbl>
              <c:idx val="3"/>
              <c:layout>
                <c:manualLayout>
                  <c:x val="-2.6591829550958461E-3"/>
                  <c:y val="1.2081181698090549E-2"/>
                </c:manualLayout>
              </c:layout>
              <c:tx>
                <c:rich>
                  <a:bodyPr/>
                  <a:lstStyle/>
                  <a:p>
                    <a:fld id="{DE18C8F5-4BB0-48BF-AE27-7CC583329A2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FF5B-4E46-92B2-745EE9678DE2}"/>
                </c:ext>
              </c:extLst>
            </c:dLbl>
            <c:dLbl>
              <c:idx val="4"/>
              <c:delete val="1"/>
              <c:extLst>
                <c:ext xmlns:c15="http://schemas.microsoft.com/office/drawing/2012/chart" uri="{CE6537A1-D6FC-4f65-9D91-7224C49458BB}"/>
                <c:ext xmlns:c16="http://schemas.microsoft.com/office/drawing/2014/chart" uri="{C3380CC4-5D6E-409C-BE32-E72D297353CC}">
                  <c16:uniqueId val="{0000000B-FF5B-4E46-92B2-745EE9678DE2}"/>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2.5999999999999999E-2</c:v>
                </c:pt>
                <c:pt idx="1">
                  <c:v>2.5999999999999999E-2</c:v>
                </c:pt>
                <c:pt idx="2">
                  <c:v>2.5999999999999999E-2</c:v>
                </c:pt>
                <c:pt idx="3">
                  <c:v>2.5999999999999999E-2</c:v>
                </c:pt>
                <c:pt idx="4">
                  <c:v>0</c:v>
                </c:pt>
              </c:numCache>
            </c:numRef>
          </c:val>
          <c:extLst>
            <c:ext xmlns:c16="http://schemas.microsoft.com/office/drawing/2014/chart" uri="{C3380CC4-5D6E-409C-BE32-E72D297353CC}">
              <c16:uniqueId val="{00000005-00A7-4D7A-97D1-D66CB6FD2CC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FF5B-4E46-92B2-745EE9678DE2}"/>
                </c:ext>
              </c:extLst>
            </c:dLbl>
            <c:dLbl>
              <c:idx val="1"/>
              <c:layout>
                <c:manualLayout>
                  <c:x val="-5.3183659101916862E-3"/>
                  <c:y val="-1.2080111577868431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3.6830446584949106E-2"/>
                    </c:manualLayout>
                  </c15:layout>
                </c:ext>
                <c:ext xmlns:c16="http://schemas.microsoft.com/office/drawing/2014/chart" uri="{C3380CC4-5D6E-409C-BE32-E72D297353CC}">
                  <c16:uniqueId val="{00000004-DF68-4478-87C3-B485BED7B028}"/>
                </c:ext>
              </c:extLst>
            </c:dLbl>
            <c:dLbl>
              <c:idx val="2"/>
              <c:layout>
                <c:manualLayout>
                  <c:x val="-2.6591829550958461E-3"/>
                  <c:y val="-1.2080230480115382E-2"/>
                </c:manualLayout>
              </c:layout>
              <c:tx>
                <c:rich>
                  <a:bodyPr/>
                  <a:lstStyle/>
                  <a:p>
                    <a:fld id="{CD1DA1A5-A3CE-42C5-A03C-6B3613EECBF4}"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FF5B-4E46-92B2-745EE9678DE2}"/>
                </c:ext>
              </c:extLst>
            </c:dLbl>
            <c:dLbl>
              <c:idx val="3"/>
              <c:layout>
                <c:manualLayout>
                  <c:x val="-7.97796766723337E-3"/>
                  <c:y val="-1.5100109746773773E-2"/>
                </c:manualLayout>
              </c:layout>
              <c:tx>
                <c:rich>
                  <a:bodyPr/>
                  <a:lstStyle/>
                  <a:p>
                    <a:fld id="{9C598FB5-50D8-4506-A785-A5B1B31DED3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FF5B-4E46-92B2-745EE9678DE2}"/>
                </c:ext>
              </c:extLst>
            </c:dLbl>
            <c:dLbl>
              <c:idx val="4"/>
              <c:layout>
                <c:manualLayout>
                  <c:x val="-7.97796766723337E-3"/>
                  <c:y val="-1.3589456699963146E-2"/>
                </c:manualLayout>
              </c:layout>
              <c:tx>
                <c:rich>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fld id="{F0A3BF72-34C0-468E-9A3A-22A2607224A0}" type="VALUE">
                      <a:rPr lang="en-US">
                        <a:latin typeface="Arial" panose="020B0604020202020204" pitchFamily="34" charset="0"/>
                        <a:cs typeface="Arial" panose="020B0604020202020204" pitchFamily="34" charset="0"/>
                      </a:rPr>
                      <a:pPr algn="r">
                        <a:defRPr lang="en-US" sz="8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4.0771580460555963E-2"/>
                    </c:manualLayout>
                  </c15:layout>
                  <c15:dlblFieldTable/>
                  <c15:showDataLabelsRange val="0"/>
                </c:ext>
                <c:ext xmlns:c16="http://schemas.microsoft.com/office/drawing/2014/chart" uri="{C3380CC4-5D6E-409C-BE32-E72D297353CC}">
                  <c16:uniqueId val="{0000000A-FF5B-4E46-92B2-745EE9678DE2}"/>
                </c:ext>
              </c:extLst>
            </c:dLbl>
            <c:spPr>
              <a:noFill/>
              <a:ln>
                <a:noFill/>
              </a:ln>
              <a:effectLst/>
            </c:spPr>
            <c:txPr>
              <a:bodyPr rot="0" spcFirstLastPara="1" vertOverflow="ellipsis" vert="horz" wrap="square" lIns="38100" tIns="19050" rIns="38100" bIns="19050" anchor="ctr" anchorCtr="0">
                <a:sp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Sheet1!$F$2:$F$6</c:f>
              <c:numCache>
                <c:formatCode>0%</c:formatCode>
                <c:ptCount val="5"/>
                <c:pt idx="0">
                  <c:v>0</c:v>
                </c:pt>
                <c:pt idx="1">
                  <c:v>2.5999999999999999E-2</c:v>
                </c:pt>
                <c:pt idx="2">
                  <c:v>2.5999999999999999E-2</c:v>
                </c:pt>
                <c:pt idx="3">
                  <c:v>2.5999999999999999E-2</c:v>
                </c:pt>
                <c:pt idx="4">
                  <c:v>2.5999999999999999E-2</c:v>
                </c:pt>
              </c:numCache>
            </c:numRef>
          </c:val>
          <c:extLst>
            <c:ext xmlns:c16="http://schemas.microsoft.com/office/drawing/2014/chart" uri="{C3380CC4-5D6E-409C-BE32-E72D297353CC}">
              <c16:uniqueId val="{00000006-00A7-4D7A-97D1-D66CB6FD2CC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043-46EF-84A3-5B76530004D1}"/>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043-46EF-84A3-5B76530004D1}"/>
              </c:ext>
            </c:extLst>
          </c:dPt>
          <c:cat>
            <c:strRef>
              <c:f>Sheet1!$A$2:$A$3</c:f>
              <c:strCache>
                <c:ptCount val="2"/>
                <c:pt idx="0">
                  <c:v>1st Qtr</c:v>
                </c:pt>
                <c:pt idx="1">
                  <c:v>2nd Qtr</c:v>
                </c:pt>
              </c:strCache>
            </c:strRef>
          </c:cat>
          <c:val>
            <c:numRef>
              <c:f>Sheet1!$B$2:$B$3</c:f>
              <c:numCache>
                <c:formatCode>0%</c:formatCode>
                <c:ptCount val="2"/>
                <c:pt idx="0">
                  <c:v>0.93140000000000001</c:v>
                </c:pt>
                <c:pt idx="1">
                  <c:v>6.8599999999999994E-2</c:v>
                </c:pt>
              </c:numCache>
            </c:numRef>
          </c:val>
          <c:extLst>
            <c:ext xmlns:c16="http://schemas.microsoft.com/office/drawing/2014/chart" uri="{C3380CC4-5D6E-409C-BE32-E72D297353CC}">
              <c16:uniqueId val="{00000004-A043-46EF-84A3-5B76530004D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39871035786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Sheet1!$B$2:$B$7</c:f>
              <c:numCache>
                <c:formatCode>0%</c:formatCode>
                <c:ptCount val="6"/>
                <c:pt idx="0">
                  <c:v>0.82899999999999996</c:v>
                </c:pt>
                <c:pt idx="1">
                  <c:v>0.76300000000000001</c:v>
                </c:pt>
                <c:pt idx="2">
                  <c:v>0.78900000000000003</c:v>
                </c:pt>
                <c:pt idx="3">
                  <c:v>0.73699999999999999</c:v>
                </c:pt>
                <c:pt idx="4">
                  <c:v>0.86499999999999999</c:v>
                </c:pt>
                <c:pt idx="5">
                  <c:v>0.91900000000000004</c:v>
                </c:pt>
              </c:numCache>
            </c:numRef>
          </c:val>
          <c:extLst>
            <c:ext xmlns:c16="http://schemas.microsoft.com/office/drawing/2014/chart" uri="{C3380CC4-5D6E-409C-BE32-E72D297353CC}">
              <c16:uniqueId val="{00000000-8281-4745-B6FC-C8CBDCC93E29}"/>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281-4745-B6FC-C8CBDCC93E29}"/>
              </c:ext>
            </c:extLst>
          </c:dPt>
          <c:dLbls>
            <c:dLbl>
              <c:idx val="5"/>
              <c:layout>
                <c:manualLayout>
                  <c:x val="-2.658973554122927E-3"/>
                  <c:y val="-5.3361546325175176E-3"/>
                </c:manualLayout>
              </c:layout>
              <c:tx>
                <c:rich>
                  <a:bodyPr/>
                  <a:lstStyle/>
                  <a:p>
                    <a:fld id="{D80341CA-7EDD-42E8-8B56-8BBE01C0DA0B}"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611-422A-A116-6B6C8F5ACF49}"/>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Sheet1!$C$2:$C$7</c:f>
              <c:numCache>
                <c:formatCode>0%</c:formatCode>
                <c:ptCount val="6"/>
                <c:pt idx="0">
                  <c:v>5.7000000000000002E-2</c:v>
                </c:pt>
                <c:pt idx="1">
                  <c:v>0.21099999999999999</c:v>
                </c:pt>
                <c:pt idx="2">
                  <c:v>0.105</c:v>
                </c:pt>
                <c:pt idx="3">
                  <c:v>7.9000000000000001E-2</c:v>
                </c:pt>
                <c:pt idx="4">
                  <c:v>5.3999999999999999E-2</c:v>
                </c:pt>
                <c:pt idx="5">
                  <c:v>2.7E-2</c:v>
                </c:pt>
              </c:numCache>
            </c:numRef>
          </c:val>
          <c:extLst>
            <c:ext xmlns:c16="http://schemas.microsoft.com/office/drawing/2014/chart" uri="{C3380CC4-5D6E-409C-BE32-E72D297353CC}">
              <c16:uniqueId val="{00000003-8281-4745-B6FC-C8CBDCC93E2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2.6593923560687648E-3"/>
                  <c:y val="1.0672309265035035E-2"/>
                </c:manualLayout>
              </c:layout>
              <c:tx>
                <c:rich>
                  <a:bodyPr/>
                  <a:lstStyle/>
                  <a:p>
                    <a:fld id="{8E0F8CC2-77C9-4C12-AB3D-7278A574E020}"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611-422A-A116-6B6C8F5ACF49}"/>
                </c:ext>
              </c:extLst>
            </c:dLbl>
            <c:dLbl>
              <c:idx val="1"/>
              <c:delete val="1"/>
              <c:extLst>
                <c:ext xmlns:c15="http://schemas.microsoft.com/office/drawing/2012/chart" uri="{CE6537A1-D6FC-4f65-9D91-7224C49458BB}"/>
                <c:ext xmlns:c16="http://schemas.microsoft.com/office/drawing/2014/chart" uri="{C3380CC4-5D6E-409C-BE32-E72D297353CC}">
                  <c16:uniqueId val="{00000002-D611-422A-A116-6B6C8F5ACF49}"/>
                </c:ext>
              </c:extLst>
            </c:dLbl>
            <c:dLbl>
              <c:idx val="4"/>
              <c:layout>
                <c:manualLayout>
                  <c:x val="-1.063756942427504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611-422A-A116-6B6C8F5ACF49}"/>
                </c:ext>
              </c:extLst>
            </c:dLbl>
            <c:dLbl>
              <c:idx val="5"/>
              <c:layout>
                <c:manualLayout>
                  <c:x val="-6.0943704133038517E-18"/>
                  <c:y val="1.3340386581293795E-2"/>
                </c:manualLayout>
              </c:layout>
              <c:tx>
                <c:rich>
                  <a:bodyPr/>
                  <a:lstStyle/>
                  <a:p>
                    <a:fld id="{B24B631E-906E-4A79-8DD8-041331F37BCA}"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11-422A-A116-6B6C8F5ACF49}"/>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Sheet1!$D$2:$D$7</c:f>
              <c:numCache>
                <c:formatCode>0%</c:formatCode>
                <c:ptCount val="6"/>
                <c:pt idx="0">
                  <c:v>2.9000000000000001E-2</c:v>
                </c:pt>
                <c:pt idx="1">
                  <c:v>0</c:v>
                </c:pt>
                <c:pt idx="2">
                  <c:v>7.9000000000000001E-2</c:v>
                </c:pt>
                <c:pt idx="3">
                  <c:v>0.13200000000000001</c:v>
                </c:pt>
                <c:pt idx="4">
                  <c:v>5.3999999999999999E-2</c:v>
                </c:pt>
                <c:pt idx="5">
                  <c:v>2.7E-2</c:v>
                </c:pt>
              </c:numCache>
            </c:numRef>
          </c:val>
          <c:extLst>
            <c:ext xmlns:c16="http://schemas.microsoft.com/office/drawing/2014/chart" uri="{C3380CC4-5D6E-409C-BE32-E72D297353CC}">
              <c16:uniqueId val="{00000004-8281-4745-B6FC-C8CBDCC93E29}"/>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0940097293098912E-7"/>
                  <c:y val="-8.0500304412915846E-3"/>
                </c:manualLayout>
              </c:layout>
              <c:tx>
                <c:rich>
                  <a:bodyPr/>
                  <a:lstStyle/>
                  <a:p>
                    <a:fld id="{ED51D13C-F8CC-472E-824F-C879558AEFDD}"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281-4745-B6FC-C8CBDCC93E29}"/>
                </c:ext>
              </c:extLst>
            </c:dLbl>
            <c:dLbl>
              <c:idx val="1"/>
              <c:delete val="1"/>
              <c:extLst>
                <c:ext xmlns:c15="http://schemas.microsoft.com/office/drawing/2012/chart" uri="{CE6537A1-D6FC-4f65-9D91-7224C49458BB}"/>
                <c:ext xmlns:c16="http://schemas.microsoft.com/office/drawing/2014/chart" uri="{C3380CC4-5D6E-409C-BE32-E72D297353CC}">
                  <c16:uniqueId val="{00000006-8281-4745-B6FC-C8CBDCC93E29}"/>
                </c:ext>
              </c:extLst>
            </c:dLbl>
            <c:dLbl>
              <c:idx val="2"/>
              <c:delete val="1"/>
              <c:extLst>
                <c:ext xmlns:c15="http://schemas.microsoft.com/office/drawing/2012/chart" uri="{CE6537A1-D6FC-4f65-9D91-7224C49458BB}">
                  <c15:layout>
                    <c:manualLayout>
                      <c:w val="4.3454471098163618E-2"/>
                      <c:h val="4.4987526046196803E-2"/>
                    </c:manualLayout>
                  </c15:layout>
                </c:ext>
                <c:ext xmlns:c16="http://schemas.microsoft.com/office/drawing/2014/chart" uri="{C3380CC4-5D6E-409C-BE32-E72D297353CC}">
                  <c16:uniqueId val="{00000007-8281-4745-B6FC-C8CBDCC93E29}"/>
                </c:ext>
              </c:extLst>
            </c:dLbl>
            <c:dLbl>
              <c:idx val="3"/>
              <c:layout>
                <c:manualLayout>
                  <c:x val="-2.658973554122927E-3"/>
                  <c:y val="-1.071768758789424E-2"/>
                </c:manualLayout>
              </c:layout>
              <c:tx>
                <c:rich>
                  <a:bodyPr/>
                  <a:lstStyle/>
                  <a:p>
                    <a:fld id="{A432D4BC-4E95-4235-9C8B-DE984B3CA495}"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281-4745-B6FC-C8CBDCC93E29}"/>
                </c:ext>
              </c:extLst>
            </c:dLbl>
            <c:dLbl>
              <c:idx val="4"/>
              <c:delete val="1"/>
              <c:extLst>
                <c:ext xmlns:c15="http://schemas.microsoft.com/office/drawing/2012/chart" uri="{CE6537A1-D6FC-4f65-9D91-7224C49458BB}"/>
                <c:ext xmlns:c16="http://schemas.microsoft.com/office/drawing/2014/chart" uri="{C3380CC4-5D6E-409C-BE32-E72D297353CC}">
                  <c16:uniqueId val="{00000009-8281-4745-B6FC-C8CBDCC93E29}"/>
                </c:ext>
              </c:extLst>
            </c:dLbl>
            <c:dLbl>
              <c:idx val="5"/>
              <c:layout>
                <c:manualLayout>
                  <c:x val="-5.3181565092187731E-3"/>
                  <c:y val="-5.381743040204774E-3"/>
                </c:manualLayout>
              </c:layout>
              <c:tx>
                <c:rich>
                  <a:bodyPr/>
                  <a:lstStyle/>
                  <a:p>
                    <a:fld id="{EA46E74D-718F-4810-B93F-48E34E999C47}"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8281-4745-B6FC-C8CBDCC93E29}"/>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Sheet1!$E$2:$E$7</c:f>
              <c:numCache>
                <c:formatCode>0%</c:formatCode>
                <c:ptCount val="6"/>
                <c:pt idx="0">
                  <c:v>2.9000000000000001E-2</c:v>
                </c:pt>
                <c:pt idx="1">
                  <c:v>0</c:v>
                </c:pt>
                <c:pt idx="2">
                  <c:v>0</c:v>
                </c:pt>
                <c:pt idx="3">
                  <c:v>2.5999999999999999E-2</c:v>
                </c:pt>
                <c:pt idx="4">
                  <c:v>0</c:v>
                </c:pt>
                <c:pt idx="5">
                  <c:v>2.7E-2</c:v>
                </c:pt>
              </c:numCache>
            </c:numRef>
          </c:val>
          <c:extLst>
            <c:ext xmlns:c16="http://schemas.microsoft.com/office/drawing/2014/chart" uri="{C3380CC4-5D6E-409C-BE32-E72D297353CC}">
              <c16:uniqueId val="{0000000B-8281-4745-B6FC-C8CBDCC93E29}"/>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2.6596017570416895E-3"/>
                  <c:y val="4.6638831827515312E-5"/>
                </c:manualLayout>
              </c:layout>
              <c:tx>
                <c:rich>
                  <a:bodyPr/>
                  <a:lstStyle/>
                  <a:p>
                    <a:fld id="{E4238CCB-F14C-47CD-A31F-983BDE4B784F}" type="VALUE">
                      <a:rPr lang="en-US" sz="10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8281-4745-B6FC-C8CBDCC93E29}"/>
                </c:ext>
              </c:extLst>
            </c:dLbl>
            <c:dLbl>
              <c:idx val="1"/>
              <c:layout>
                <c:manualLayout>
                  <c:x val="-5.3171095043541795E-3"/>
                  <c:y val="4.6218662171313743E-5"/>
                </c:manualLayout>
              </c:layout>
              <c:tx>
                <c:rich>
                  <a:bodyPr/>
                  <a:lstStyle/>
                  <a:p>
                    <a:fld id="{A71AD1D3-6B3A-468D-8D71-431FC6E87C0E}"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8281-4745-B6FC-C8CBDCC93E29}"/>
                </c:ext>
              </c:extLst>
            </c:dLbl>
            <c:dLbl>
              <c:idx val="2"/>
              <c:layout>
                <c:manualLayout>
                  <c:x val="-2.6583453512041646E-3"/>
                  <c:y val="4.6428746999463442E-5"/>
                </c:manualLayout>
              </c:layout>
              <c:tx>
                <c:rich>
                  <a:bodyPr/>
                  <a:lstStyle/>
                  <a:p>
                    <a:fld id="{15F53EFC-AFDB-4158-AC13-0FAD71DAAB50}" type="VALUE">
                      <a:rPr lang="en-US" sz="800" smtClean="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8281-4745-B6FC-C8CBDCC93E29}"/>
                </c:ext>
              </c:extLst>
            </c:dLbl>
            <c:dLbl>
              <c:idx val="3"/>
              <c:layout>
                <c:manualLayout>
                  <c:x val="-5.3177377072729359E-3"/>
                  <c:y val="1.3387235497949361E-2"/>
                </c:manualLayout>
              </c:layout>
              <c:tx>
                <c:rich>
                  <a:bodyPr/>
                  <a:lstStyle/>
                  <a:p>
                    <a:fld id="{E5896733-5A06-4555-BBF9-344BDA602743}"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8281-4745-B6FC-C8CBDCC93E29}"/>
                </c:ext>
              </c:extLst>
            </c:dLbl>
            <c:dLbl>
              <c:idx val="4"/>
              <c:layout>
                <c:manualLayout>
                  <c:x val="-5.3175283063000168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11-422A-A116-6B6C8F5ACF49}"/>
                </c:ext>
              </c:extLst>
            </c:dLbl>
            <c:dLbl>
              <c:idx val="5"/>
              <c:delete val="1"/>
              <c:extLst>
                <c:ext xmlns:c15="http://schemas.microsoft.com/office/drawing/2012/chart" uri="{CE6537A1-D6FC-4f65-9D91-7224C49458BB}"/>
                <c:ext xmlns:c16="http://schemas.microsoft.com/office/drawing/2014/chart" uri="{C3380CC4-5D6E-409C-BE32-E72D297353CC}">
                  <c16:uniqueId val="{00000010-8281-4745-B6FC-C8CBDCC93E29}"/>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Sheet1!$F$2:$F$7</c:f>
              <c:numCache>
                <c:formatCode>0%</c:formatCode>
                <c:ptCount val="6"/>
                <c:pt idx="0">
                  <c:v>5.7000000000000002E-2</c:v>
                </c:pt>
                <c:pt idx="1">
                  <c:v>2.5999999999999999E-2</c:v>
                </c:pt>
                <c:pt idx="2">
                  <c:v>2.5999999999999999E-2</c:v>
                </c:pt>
                <c:pt idx="3">
                  <c:v>2.5999999999999999E-2</c:v>
                </c:pt>
                <c:pt idx="4">
                  <c:v>2.7E-2</c:v>
                </c:pt>
                <c:pt idx="5">
                  <c:v>0</c:v>
                </c:pt>
              </c:numCache>
            </c:numRef>
          </c:val>
          <c:extLst>
            <c:ext xmlns:c16="http://schemas.microsoft.com/office/drawing/2014/chart" uri="{C3380CC4-5D6E-409C-BE32-E72D297353CC}">
              <c16:uniqueId val="{00000011-8281-4745-B6FC-C8CBDCC93E29}"/>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inMax"/>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b"/>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3DAC-41D2-A824-30AD0598D20D}"/>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3DAC-41D2-A824-30AD0598D20D}"/>
              </c:ext>
            </c:extLst>
          </c:dPt>
          <c:cat>
            <c:strRef>
              <c:f>Sheet1!$A$2:$A$3</c:f>
              <c:strCache>
                <c:ptCount val="2"/>
                <c:pt idx="0">
                  <c:v>1st Qtr</c:v>
                </c:pt>
                <c:pt idx="1">
                  <c:v>2nd Qtr</c:v>
                </c:pt>
              </c:strCache>
            </c:strRef>
          </c:cat>
          <c:val>
            <c:numRef>
              <c:f>Sheet1!$B$2:$B$3</c:f>
              <c:numCache>
                <c:formatCode>0%</c:formatCode>
                <c:ptCount val="2"/>
                <c:pt idx="0">
                  <c:v>0.89</c:v>
                </c:pt>
                <c:pt idx="1">
                  <c:v>0.10999999999999999</c:v>
                </c:pt>
              </c:numCache>
            </c:numRef>
          </c:val>
          <c:extLst>
            <c:ext xmlns:c16="http://schemas.microsoft.com/office/drawing/2014/chart" uri="{C3380CC4-5D6E-409C-BE32-E72D297353CC}">
              <c16:uniqueId val="{00000004-3DAC-41D2-A824-30AD0598D20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3.852884627960814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0.75</c:v>
                </c:pt>
                <c:pt idx="1">
                  <c:v>0.93899999999999995</c:v>
                </c:pt>
                <c:pt idx="2">
                  <c:v>0.88900000000000001</c:v>
                </c:pt>
                <c:pt idx="3">
                  <c:v>0.84799999999999998</c:v>
                </c:pt>
                <c:pt idx="4">
                  <c:v>0.78400000000000003</c:v>
                </c:pt>
              </c:numCache>
            </c:numRef>
          </c:val>
          <c:extLst>
            <c:ext xmlns:c16="http://schemas.microsoft.com/office/drawing/2014/chart" uri="{C3380CC4-5D6E-409C-BE32-E72D297353CC}">
              <c16:uniqueId val="{00000000-858E-4F09-BC11-1BA7F6286DFA}"/>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58E-4F09-BC11-1BA7F6286DFA}"/>
              </c:ext>
            </c:extLst>
          </c:dPt>
          <c:dLbls>
            <c:dLbl>
              <c:idx val="1"/>
              <c:delete val="1"/>
              <c:extLst>
                <c:ext xmlns:c15="http://schemas.microsoft.com/office/drawing/2012/chart" uri="{CE6537A1-D6FC-4f65-9D91-7224C49458BB}"/>
                <c:ext xmlns:c16="http://schemas.microsoft.com/office/drawing/2014/chart" uri="{C3380CC4-5D6E-409C-BE32-E72D297353CC}">
                  <c16:uniqueId val="{00000002-7D8E-49B5-BF3A-F2A3267E7C72}"/>
                </c:ext>
              </c:extLst>
            </c:dLbl>
            <c:dLbl>
              <c:idx val="3"/>
              <c:layout>
                <c:manualLayout>
                  <c:x val="-2.658973554122927E-3"/>
                  <c:y val="2.3780449373615101E-7"/>
                </c:manualLayout>
              </c:layout>
              <c:tx>
                <c:rich>
                  <a:bodyPr/>
                  <a:lstStyle/>
                  <a:p>
                    <a:fld id="{57DC16BE-EE63-46B5-B253-9AB73C0F22E6}"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58E-4F09-BC11-1BA7F6286DFA}"/>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0.222</c:v>
                </c:pt>
                <c:pt idx="1">
                  <c:v>0</c:v>
                </c:pt>
                <c:pt idx="2">
                  <c:v>8.3000000000000004E-2</c:v>
                </c:pt>
                <c:pt idx="3">
                  <c:v>0.03</c:v>
                </c:pt>
                <c:pt idx="4">
                  <c:v>0.16200000000000001</c:v>
                </c:pt>
              </c:numCache>
            </c:numRef>
          </c:val>
          <c:extLst>
            <c:ext xmlns:c16="http://schemas.microsoft.com/office/drawing/2014/chart" uri="{C3380CC4-5D6E-409C-BE32-E72D297353CC}">
              <c16:uniqueId val="{00000004-858E-4F09-BC11-1BA7F6286DFA}"/>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0"/>
                </c:manualLayout>
              </c:layout>
              <c:tx>
                <c:rich>
                  <a:bodyPr/>
                  <a:lstStyle/>
                  <a:p>
                    <a:fld id="{364AB587-98B5-4551-A837-B26BFC096C3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58E-4F09-BC11-1BA7F6286DFA}"/>
                </c:ext>
              </c:extLst>
            </c:dLbl>
            <c:dLbl>
              <c:idx val="1"/>
              <c:layout>
                <c:manualLayout>
                  <c:x val="-2.6587641531500084E-3"/>
                  <c:y val="1.2080706089102966E-2"/>
                </c:manualLayout>
              </c:layout>
              <c:tx>
                <c:rich>
                  <a:bodyPr/>
                  <a:lstStyle/>
                  <a:p>
                    <a:fld id="{5AF1DE07-EE3C-4991-BCCA-DDB5D33789D8}"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858E-4F09-BC11-1BA7F6286DFA}"/>
                </c:ext>
              </c:extLst>
            </c:dLbl>
            <c:dLbl>
              <c:idx val="2"/>
              <c:layout>
                <c:manualLayout>
                  <c:x val="-7.9777582662604509E-3"/>
                  <c:y val="7.1341348126382123E-7"/>
                </c:manualLayout>
              </c:layout>
              <c:tx>
                <c:rich>
                  <a:bodyPr/>
                  <a:lstStyle/>
                  <a:p>
                    <a:fld id="{481919B1-A846-4A2E-A60D-6B8B95D2F9EF}"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58E-4F09-BC11-1BA7F6286DFA}"/>
                </c:ext>
              </c:extLst>
            </c:dLbl>
            <c:dLbl>
              <c:idx val="3"/>
              <c:layout>
                <c:manualLayout>
                  <c:x val="-7.9777582662604561E-3"/>
                  <c:y val="4.756089875830383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59-4946-A96F-7BCCD6917838}"/>
                </c:ext>
              </c:extLst>
            </c:dLbl>
            <c:dLbl>
              <c:idx val="4"/>
              <c:layout>
                <c:manualLayout>
                  <c:x val="-2.6591829550958461E-3"/>
                  <c:y val="2.3780449377767714E-7"/>
                </c:manualLayout>
              </c:layout>
              <c:tx>
                <c:rich>
                  <a:bodyPr/>
                  <a:lstStyle/>
                  <a:p>
                    <a:fld id="{390E6D10-7110-4B0C-A6DB-2779FE8D22E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58E-4F09-BC11-1BA7F6286DFA}"/>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2.8000000000000001E-2</c:v>
                </c:pt>
                <c:pt idx="1">
                  <c:v>0.03</c:v>
                </c:pt>
                <c:pt idx="2">
                  <c:v>2.8000000000000001E-2</c:v>
                </c:pt>
                <c:pt idx="3">
                  <c:v>9.0999999999999998E-2</c:v>
                </c:pt>
                <c:pt idx="4">
                  <c:v>5.3999999999999999E-2</c:v>
                </c:pt>
              </c:numCache>
            </c:numRef>
          </c:val>
          <c:extLst>
            <c:ext xmlns:c16="http://schemas.microsoft.com/office/drawing/2014/chart" uri="{C3380CC4-5D6E-409C-BE32-E72D297353CC}">
              <c16:uniqueId val="{00000009-858E-4F09-BC11-1BA7F6286DFA}"/>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A-858E-4F09-BC11-1BA7F6286DFA}"/>
                </c:ext>
              </c:extLst>
            </c:dLbl>
            <c:dLbl>
              <c:idx val="1"/>
              <c:layout>
                <c:manualLayout>
                  <c:x val="-7.9771300633416937E-3"/>
                  <c:y val="-9.059875604469297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58E-4F09-BC11-1BA7F6286DFA}"/>
                </c:ext>
              </c:extLst>
            </c:dLbl>
            <c:dLbl>
              <c:idx val="2"/>
              <c:delete val="1"/>
              <c:extLst>
                <c:ext xmlns:c15="http://schemas.microsoft.com/office/drawing/2012/chart" uri="{CE6537A1-D6FC-4f65-9D91-7224C49458BB}"/>
                <c:ext xmlns:c16="http://schemas.microsoft.com/office/drawing/2014/chart" uri="{C3380CC4-5D6E-409C-BE32-E72D297353CC}">
                  <c16:uniqueId val="{0000000C-858E-4F09-BC11-1BA7F6286DFA}"/>
                </c:ext>
              </c:extLst>
            </c:dLbl>
            <c:dLbl>
              <c:idx val="3"/>
              <c:layout>
                <c:manualLayout>
                  <c:x val="-7.9773394643146128E-3"/>
                  <c:y val="4.756089875276701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58E-4F09-BC11-1BA7F6286DFA}"/>
                </c:ext>
              </c:extLst>
            </c:dLbl>
            <c:dLbl>
              <c:idx val="4"/>
              <c:delete val="1"/>
              <c:extLst>
                <c:ext xmlns:c15="http://schemas.microsoft.com/office/drawing/2012/chart" uri="{CE6537A1-D6FC-4f65-9D91-7224C49458BB}"/>
                <c:ext xmlns:c16="http://schemas.microsoft.com/office/drawing/2014/chart" uri="{C3380CC4-5D6E-409C-BE32-E72D297353CC}">
                  <c16:uniqueId val="{0000000E-858E-4F09-BC11-1BA7F6286DFA}"/>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0</c:v>
                </c:pt>
                <c:pt idx="1">
                  <c:v>0.03</c:v>
                </c:pt>
                <c:pt idx="2">
                  <c:v>0</c:v>
                </c:pt>
                <c:pt idx="3">
                  <c:v>0.03</c:v>
                </c:pt>
                <c:pt idx="4">
                  <c:v>0</c:v>
                </c:pt>
              </c:numCache>
            </c:numRef>
          </c:val>
          <c:extLst>
            <c:ext xmlns:c16="http://schemas.microsoft.com/office/drawing/2014/chart" uri="{C3380CC4-5D6E-409C-BE32-E72D297353CC}">
              <c16:uniqueId val="{0000000F-858E-4F09-BC11-1BA7F6286DFA}"/>
            </c:ext>
          </c:extLst>
        </c:ser>
        <c:ser>
          <c:idx val="0"/>
          <c:order val="4"/>
          <c:tx>
            <c:strRef>
              <c:f>Sheet1!$F$1</c:f>
              <c:strCache>
                <c:ptCount val="1"/>
                <c:pt idx="0">
                  <c:v>لا أتفق بشدة</c:v>
                </c:pt>
              </c:strCache>
            </c:strRef>
          </c:tx>
          <c:spPr>
            <a:solidFill>
              <a:srgbClr val="000000"/>
            </a:solidFill>
            <a:ln>
              <a:noFill/>
            </a:ln>
            <a:effectLst/>
          </c:spPr>
          <c:invertIfNegative val="0"/>
          <c:dLbls>
            <c:delete val="1"/>
          </c:dLbls>
          <c:val>
            <c:numRef>
              <c:f>Sheet1!$F$2:$F$6</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15-858E-4F09-BC11-1BA7F6286DFA}"/>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inMax"/>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b"/>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781-4C97-B971-BC2D142AA01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781-4C97-B971-BC2D142AA014}"/>
              </c:ext>
            </c:extLst>
          </c:dPt>
          <c:cat>
            <c:strRef>
              <c:f>Sheet1!$A$2:$A$3</c:f>
              <c:strCache>
                <c:ptCount val="2"/>
                <c:pt idx="0">
                  <c:v>1st Qtr</c:v>
                </c:pt>
                <c:pt idx="1">
                  <c:v>2nd Qtr</c:v>
                </c:pt>
              </c:strCache>
            </c:strRef>
          </c:cat>
          <c:val>
            <c:numRef>
              <c:f>Sheet1!$B$2:$B$3</c:f>
              <c:numCache>
                <c:formatCode>0%</c:formatCode>
                <c:ptCount val="2"/>
                <c:pt idx="0">
                  <c:v>0.94159999999999999</c:v>
                </c:pt>
                <c:pt idx="1">
                  <c:v>5.8400000000000007E-2</c:v>
                </c:pt>
              </c:numCache>
            </c:numRef>
          </c:val>
          <c:extLst>
            <c:ext xmlns:c16="http://schemas.microsoft.com/office/drawing/2014/chart" uri="{C3380CC4-5D6E-409C-BE32-E72D297353CC}">
              <c16:uniqueId val="{00000004-7781-4C97-B971-BC2D142AA01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000" b="1" baseline="0" dirty="0">
                <a:solidFill>
                  <a:srgbClr val="35AA6E"/>
                </a:solidFill>
                <a:latin typeface="Arial" panose="020B0604020202020204" pitchFamily="34" charset="0"/>
                <a:cs typeface="Arial" panose="020B0604020202020204" pitchFamily="34" charset="0"/>
              </a:rPr>
              <a:t>92</a:t>
            </a:r>
            <a:r>
              <a:rPr lang="en-GB" sz="2000" b="1" baseline="0" dirty="0">
                <a:solidFill>
                  <a:srgbClr val="35AA6E"/>
                </a:solidFill>
                <a:latin typeface="Arial" panose="020B0604020202020204" pitchFamily="34" charset="0"/>
                <a:cs typeface="Arial" panose="020B0604020202020204" pitchFamily="34" charset="0"/>
              </a:rPr>
              <a:t>%</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803807094853"/>
          <c:y val="0.3939336932158400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3EF6-4E76-BBFC-A64BEF8E49D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3EF6-4E76-BBFC-A64BEF8E49D8}"/>
              </c:ext>
            </c:extLst>
          </c:dPt>
          <c:cat>
            <c:numRef>
              <c:f>Sheet1!$A$2:$A$3</c:f>
              <c:numCache>
                <c:formatCode>General</c:formatCode>
                <c:ptCount val="2"/>
              </c:numCache>
            </c:num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3EF6-4E76-BBFC-A64BEF8E49D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91</a:t>
            </a:r>
            <a:r>
              <a:rPr lang="en-GB"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798875728538"/>
          <c:y val="0.39772903976267199"/>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EC1-40B9-AFE2-D6695DD195A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EC1-40B9-AFE2-D6695DD195A8}"/>
              </c:ext>
            </c:extLst>
          </c:dPt>
          <c:val>
            <c:numRef>
              <c:f>Sheet1!$B$2:$B$3</c:f>
              <c:numCache>
                <c:formatCode>0%</c:formatCode>
                <c:ptCount val="2"/>
                <c:pt idx="0">
                  <c:v>0.91</c:v>
                </c:pt>
                <c:pt idx="1">
                  <c:v>8.9999999999999969E-2</c:v>
                </c:pt>
              </c:numCache>
            </c:numRef>
          </c:val>
          <c:extLst>
            <c:ext xmlns:c15="http://schemas.microsoft.com/office/drawing/2012/chart" uri="{02D57815-91ED-43cb-92C2-25804820EDAC}">
              <c15:filteredCategoryTitle>
                <c15:cat>
                  <c:numRef>
                    <c:extLst>
                      <c:ext uri="{02D57815-91ED-43cb-92C2-25804820EDAC}">
                        <c15:formulaRef>
                          <c15:sqref>Sheet1!$A$2:$A$3</c15:sqref>
                        </c15:formulaRef>
                      </c:ext>
                    </c:extLst>
                    <c:numCache>
                      <c:formatCode>General</c:formatCode>
                      <c:ptCount val="2"/>
                    </c:numCache>
                  </c:numRef>
                </c15:cat>
              </c15:filteredCategoryTitle>
            </c:ext>
            <c:ext xmlns:c16="http://schemas.microsoft.com/office/drawing/2014/chart" uri="{C3380CC4-5D6E-409C-BE32-E72D297353CC}">
              <c16:uniqueId val="{00000004-CEC1-40B9-AFE2-D6695DD195A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88E-3"/>
                  <c:y val="-6.0772712912939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2E1-4FCE-8C92-2FAF5E16C5B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1.6E-2</c:v>
                </c:pt>
              </c:numCache>
            </c:numRef>
          </c:val>
          <c:extLst>
            <c:ext xmlns:c16="http://schemas.microsoft.com/office/drawing/2014/chart" uri="{C3380CC4-5D6E-409C-BE32-E72D297353CC}">
              <c16:uniqueId val="{00000001-92E1-4FCE-8C92-2FAF5E16C5B9}"/>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1.8553116846260998E-3"/>
                  <c:y val="7.47499670088416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2E1-4FCE-8C92-2FAF5E16C5B9}"/>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2.1000000000000001E-2</c:v>
                </c:pt>
              </c:numCache>
            </c:numRef>
          </c:val>
          <c:extLst>
            <c:ext xmlns:c16="http://schemas.microsoft.com/office/drawing/2014/chart" uri="{C3380CC4-5D6E-409C-BE32-E72D297353CC}">
              <c16:uniqueId val="{00000003-92E1-4FCE-8C92-2FAF5E16C5B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9.8258792305052235E-3"/>
                  <c:y val="2.9991962154142689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2E1-4FCE-8C92-2FAF5E16C5B9}"/>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5.3999999999999999E-2</c:v>
                </c:pt>
              </c:numCache>
            </c:numRef>
          </c:val>
          <c:extLst>
            <c:ext xmlns:c16="http://schemas.microsoft.com/office/drawing/2014/chart" uri="{C3380CC4-5D6E-409C-BE32-E72D297353CC}">
              <c16:uniqueId val="{00000005-92E1-4FCE-8C92-2FAF5E16C5B9}"/>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2E1-4FCE-8C92-2FAF5E16C5B9}"/>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0.14199999999999999</c:v>
                </c:pt>
              </c:numCache>
            </c:numRef>
          </c:val>
          <c:extLst>
            <c:ext xmlns:c16="http://schemas.microsoft.com/office/drawing/2014/chart" uri="{C3380CC4-5D6E-409C-BE32-E72D297353CC}">
              <c16:uniqueId val="{00000008-92E1-4FCE-8C92-2FAF5E16C5B9}"/>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0.76700000000000002</c:v>
                </c:pt>
              </c:numCache>
            </c:numRef>
          </c:val>
          <c:extLst>
            <c:ext xmlns:c16="http://schemas.microsoft.com/office/drawing/2014/chart" uri="{C3380CC4-5D6E-409C-BE32-E72D297353CC}">
              <c16:uniqueId val="{00000009-92E1-4FCE-8C92-2FAF5E16C5B9}"/>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54870652190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0.81699999999999995</c:v>
                </c:pt>
                <c:pt idx="1">
                  <c:v>0.75700000000000001</c:v>
                </c:pt>
                <c:pt idx="2">
                  <c:v>0.66600000000000004</c:v>
                </c:pt>
                <c:pt idx="3">
                  <c:v>0.92600000000000005</c:v>
                </c:pt>
                <c:pt idx="4">
                  <c:v>0.82299999999999995</c:v>
                </c:pt>
              </c:numCache>
            </c:numRef>
          </c:val>
          <c:extLst>
            <c:ext xmlns:c16="http://schemas.microsoft.com/office/drawing/2014/chart" uri="{C3380CC4-5D6E-409C-BE32-E72D297353CC}">
              <c16:uniqueId val="{00000000-FAA0-49FF-B7C4-942777E15377}"/>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FAA0-49FF-B7C4-942777E15377}"/>
              </c:ext>
            </c:extLst>
          </c:dPt>
          <c:dLbls>
            <c:dLbl>
              <c:idx val="2"/>
              <c:layout>
                <c:manualLayout>
                  <c:x val="2.0940097291880037E-7"/>
                  <c:y val="2.3780449379151917E-7"/>
                </c:manualLayout>
              </c:layout>
              <c:tx>
                <c:rich>
                  <a:bodyPr/>
                  <a:lstStyle/>
                  <a:p>
                    <a:fld id="{8D2F8F73-DEA4-4C64-951B-05CA7507A10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AA0-49FF-B7C4-942777E15377}"/>
                </c:ext>
              </c:extLst>
            </c:dLbl>
            <c:dLbl>
              <c:idx val="3"/>
              <c:layout>
                <c:manualLayout>
                  <c:x val="-7.9779676672333752E-3"/>
                  <c:y val="-3.019879266658391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713-4183-AD7F-B5BEA22AB1C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0.13</c:v>
                </c:pt>
                <c:pt idx="1">
                  <c:v>0.13</c:v>
                </c:pt>
                <c:pt idx="2">
                  <c:v>0.159</c:v>
                </c:pt>
                <c:pt idx="3">
                  <c:v>5.1999999999999998E-2</c:v>
                </c:pt>
                <c:pt idx="4">
                  <c:v>0.115</c:v>
                </c:pt>
              </c:numCache>
            </c:numRef>
          </c:val>
          <c:extLst>
            <c:ext xmlns:c16="http://schemas.microsoft.com/office/drawing/2014/chart" uri="{C3380CC4-5D6E-409C-BE32-E72D297353CC}">
              <c16:uniqueId val="{00000004-FAA0-49FF-B7C4-942777E15377}"/>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6.0402341423046145E-3"/>
                </c:manualLayout>
              </c:layout>
              <c:tx>
                <c:rich>
                  <a:bodyPr/>
                  <a:lstStyle/>
                  <a:p>
                    <a:fld id="{9EE78BF9-065E-4632-A10A-1CB425CDF600}" type="VALUE">
                      <a:rPr lang="en-US" sz="9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713-4183-AD7F-B5BEA22AB1CB}"/>
                </c:ext>
              </c:extLst>
            </c:dLbl>
            <c:dLbl>
              <c:idx val="1"/>
              <c:layout>
                <c:manualLayout>
                  <c:x val="-5.3185753111646104E-3"/>
                  <c:y val="2.3780449379151917E-7"/>
                </c:manualLayout>
              </c:layout>
              <c:tx>
                <c:rich>
                  <a:bodyPr/>
                  <a:lstStyle/>
                  <a:p>
                    <a:fld id="{2DF27BF8-C4C3-4522-A8A6-F4C0855F29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AA0-49FF-B7C4-942777E15377}"/>
                </c:ext>
              </c:extLst>
            </c:dLbl>
            <c:dLbl>
              <c:idx val="2"/>
              <c:layout>
                <c:manualLayout>
                  <c:x val="2.0940097294317785E-7"/>
                  <c:y val="1.4268269627491151E-6"/>
                </c:manualLayout>
              </c:layout>
              <c:tx>
                <c:rich>
                  <a:bodyPr/>
                  <a:lstStyle/>
                  <a:p>
                    <a:fld id="{1E991AF3-CCD8-4059-9B78-F112B5C54E2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FAA0-49FF-B7C4-942777E15377}"/>
                </c:ext>
              </c:extLst>
            </c:dLbl>
            <c:dLbl>
              <c:idx val="3"/>
              <c:layout>
                <c:manualLayout>
                  <c:x val="-5.3173189053270977E-3"/>
                  <c:y val="-3.0192847554239123E-3"/>
                </c:manualLayout>
              </c:layout>
              <c:tx>
                <c:rich>
                  <a:bodyPr rot="0" spcFirstLastPara="1" vertOverflow="ellipsis" vert="horz" wrap="square" lIns="38100" tIns="19050" rIns="38100" bIns="19050" anchor="ctr" anchorCtr="0">
                    <a:no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fld id="{27EE3E68-F9D4-4D26-8187-B9E2413E1C68}" type="VALUE">
                      <a:rPr lang="en-US" sz="700">
                        <a:latin typeface="Arial" panose="020B0604020202020204" pitchFamily="34" charset="0"/>
                        <a:cs typeface="Arial" panose="020B0604020202020204" pitchFamily="34" charset="0"/>
                      </a:rPr>
                      <a:pPr algn="ctr">
                        <a:defRPr lang="en-US" sz="10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4.5452761920842008E-2"/>
                    </c:manualLayout>
                  </c15:layout>
                  <c15:dlblFieldTable/>
                  <c15:showDataLabelsRange val="0"/>
                </c:ext>
                <c:ext xmlns:c16="http://schemas.microsoft.com/office/drawing/2014/chart" uri="{C3380CC4-5D6E-409C-BE32-E72D297353CC}">
                  <c16:uniqueId val="{00000007-FAA0-49FF-B7C4-942777E15377}"/>
                </c:ext>
              </c:extLst>
            </c:dLbl>
            <c:dLbl>
              <c:idx val="4"/>
              <c:layout>
                <c:manualLayout>
                  <c:x val="-1.329696178034381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713-4183-AD7F-B5BEA22AB1C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Sheet1!$D$2:$D$6</c:f>
              <c:numCache>
                <c:formatCode>0%</c:formatCode>
                <c:ptCount val="5"/>
                <c:pt idx="0">
                  <c:v>3.3000000000000002E-2</c:v>
                </c:pt>
                <c:pt idx="1">
                  <c:v>5.3999999999999999E-2</c:v>
                </c:pt>
                <c:pt idx="2">
                  <c:v>9.7000000000000003E-2</c:v>
                </c:pt>
                <c:pt idx="3">
                  <c:v>1.4E-2</c:v>
                </c:pt>
                <c:pt idx="4">
                  <c:v>3.9E-2</c:v>
                </c:pt>
              </c:numCache>
            </c:numRef>
          </c:val>
          <c:extLst>
            <c:ext xmlns:c16="http://schemas.microsoft.com/office/drawing/2014/chart" uri="{C3380CC4-5D6E-409C-BE32-E72D297353CC}">
              <c16:uniqueId val="{00000008-FAA0-49FF-B7C4-942777E15377}"/>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0470048645940019E-6"/>
                  <c:y val="1.2081895111571924E-2"/>
                </c:manualLayout>
              </c:layout>
              <c:tx>
                <c:rich>
                  <a:bodyPr/>
                  <a:lstStyle/>
                  <a:p>
                    <a:fld id="{1ECA9D55-D113-4C5C-BB13-CF5BDB1482CA}" type="VALUE">
                      <a:rPr lang="en-US" sz="7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AA0-49FF-B7C4-942777E15377}"/>
                </c:ext>
              </c:extLst>
            </c:dLbl>
            <c:dLbl>
              <c:idx val="1"/>
              <c:layout>
                <c:manualLayout>
                  <c:x val="-2.6593923560687648E-3"/>
                  <c:y val="0"/>
                </c:manualLayout>
              </c:layout>
              <c:tx>
                <c:rich>
                  <a:bodyPr/>
                  <a:lstStyle/>
                  <a:p>
                    <a:fld id="{CF5CBCEB-3709-4C2A-AF3D-FEB9A20B2461}" type="VALUE">
                      <a:rPr lang="en-US" sz="7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713-4183-AD7F-B5BEA22AB1CB}"/>
                </c:ext>
              </c:extLst>
            </c:dLbl>
            <c:dLbl>
              <c:idx val="2"/>
              <c:layout>
                <c:manualLayout>
                  <c:x val="2.0048049147245949E-3"/>
                  <c:y val="2.3780449368078284E-7"/>
                </c:manualLayout>
              </c:layout>
              <c:tx>
                <c:rich>
                  <a:bodyPr/>
                  <a:lstStyle/>
                  <a:p>
                    <a:fld id="{D87529EA-11A2-411F-88A5-D8904BDEE16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FAA0-49FF-B7C4-942777E15377}"/>
                </c:ext>
              </c:extLst>
            </c:dLbl>
            <c:dLbl>
              <c:idx val="3"/>
              <c:delete val="1"/>
              <c:extLst>
                <c:ext xmlns:c15="http://schemas.microsoft.com/office/drawing/2012/chart" uri="{CE6537A1-D6FC-4f65-9D91-7224C49458BB}"/>
                <c:ext xmlns:c16="http://schemas.microsoft.com/office/drawing/2014/chart" uri="{C3380CC4-5D6E-409C-BE32-E72D297353CC}">
                  <c16:uniqueId val="{0000000B-FAA0-49FF-B7C4-942777E15377}"/>
                </c:ext>
              </c:extLst>
            </c:dLbl>
            <c:dLbl>
              <c:idx val="4"/>
              <c:layout>
                <c:manualLayout>
                  <c:x val="-2.6583453512041707E-3"/>
                  <c:y val="-1.2079041457646425E-2"/>
                </c:manualLayout>
              </c:layout>
              <c:tx>
                <c:rich>
                  <a:bodyPr/>
                  <a:lstStyle/>
                  <a:p>
                    <a:r>
                      <a:rPr lang="en-US" dirty="0">
                        <a:latin typeface="Arial" panose="020B0604020202020204" pitchFamily="34" charset="0"/>
                        <a:cs typeface="Arial" panose="020B0604020202020204" pitchFamily="34" charset="0"/>
                      </a:rPr>
                      <a:t>2%</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FAA0-49FF-B7C4-942777E15377}"/>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6.0000000000000001E-3</c:v>
                </c:pt>
                <c:pt idx="1">
                  <c:v>3.3000000000000002E-2</c:v>
                </c:pt>
                <c:pt idx="2">
                  <c:v>3.3000000000000002E-2</c:v>
                </c:pt>
                <c:pt idx="3">
                  <c:v>0</c:v>
                </c:pt>
                <c:pt idx="4">
                  <c:v>6.0000000000000001E-3</c:v>
                </c:pt>
              </c:numCache>
            </c:numRef>
          </c:val>
          <c:extLst>
            <c:ext xmlns:c16="http://schemas.microsoft.com/office/drawing/2014/chart" uri="{C3380CC4-5D6E-409C-BE32-E72D297353CC}">
              <c16:uniqueId val="{0000000D-FAA0-49FF-B7C4-942777E15377}"/>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5935334466743E-2"/>
                  <c:y val="-1.8120464622419969E-2"/>
                </c:manualLayout>
              </c:layout>
              <c:tx>
                <c:rich>
                  <a:bodyPr/>
                  <a:lstStyle/>
                  <a:p>
                    <a:fld id="{61579708-FD99-4142-86E9-BACF0C2F6E53}" type="VALUE">
                      <a:rPr lang="en-US" sz="7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FAA0-49FF-B7C4-942777E15377}"/>
                </c:ext>
              </c:extLst>
            </c:dLbl>
            <c:dLbl>
              <c:idx val="1"/>
              <c:layout>
                <c:manualLayout>
                  <c:x val="-2.6593923560687648E-3"/>
                  <c:y val="0"/>
                </c:manualLayout>
              </c:layout>
              <c:tx>
                <c:rich>
                  <a:bodyPr/>
                  <a:lstStyle/>
                  <a:p>
                    <a:fld id="{9E4B2EF4-EC4A-4F94-B737-9CC6504E964D}" type="VALUE">
                      <a:rPr lang="en-US" sz="7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E713-4183-AD7F-B5BEA22AB1CB}"/>
                </c:ext>
              </c:extLst>
            </c:dLbl>
            <c:dLbl>
              <c:idx val="2"/>
              <c:layout>
                <c:manualLayout>
                  <c:x val="6.2820291875640113E-7"/>
                  <c:y val="0"/>
                </c:manualLayout>
              </c:layout>
              <c:tx>
                <c:rich>
                  <a:bodyPr/>
                  <a:lstStyle/>
                  <a:p>
                    <a:fld id="{CD1DA1A5-A3CE-42C5-A03C-6B3613EECBF4}"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FAA0-49FF-B7C4-942777E15377}"/>
                </c:ext>
              </c:extLst>
            </c:dLbl>
            <c:dLbl>
              <c:idx val="3"/>
              <c:delete val="1"/>
              <c:extLst>
                <c:ext xmlns:c15="http://schemas.microsoft.com/office/drawing/2012/chart" uri="{CE6537A1-D6FC-4f65-9D91-7224C49458BB}"/>
                <c:ext xmlns:c16="http://schemas.microsoft.com/office/drawing/2014/chart" uri="{C3380CC4-5D6E-409C-BE32-E72D297353CC}">
                  <c16:uniqueId val="{00000010-FAA0-49FF-B7C4-942777E15377}"/>
                </c:ext>
              </c:extLst>
            </c:dLbl>
            <c:dLbl>
              <c:idx val="4"/>
              <c:layout>
                <c:manualLayout>
                  <c:x val="-1.5954050725710482E-2"/>
                  <c:y val="1.5101655475983529E-2"/>
                </c:manualLayout>
              </c:layout>
              <c:tx>
                <c:rich>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r>
                      <a:rPr lang="en-US" dirty="0">
                        <a:latin typeface="Arial" panose="020B0604020202020204" pitchFamily="34" charset="0"/>
                        <a:cs typeface="Arial" panose="020B0604020202020204" pitchFamily="34" charset="0"/>
                      </a:rPr>
                      <a:t>1%</a:t>
                    </a:r>
                    <a:endParaRPr lang="en-US" dirty="0"/>
                  </a:p>
                </c:rich>
              </c:tx>
              <c:spPr>
                <a:noFill/>
                <a:ln>
                  <a:noFill/>
                </a:ln>
                <a:effectLst/>
              </c:spPr>
              <c:txPr>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5.5872165816317425E-2"/>
                    </c:manualLayout>
                  </c15:layout>
                  <c15:showDataLabelsRange val="0"/>
                </c:ext>
                <c:ext xmlns:c16="http://schemas.microsoft.com/office/drawing/2014/chart" uri="{C3380CC4-5D6E-409C-BE32-E72D297353CC}">
                  <c16:uniqueId val="{00000011-FAA0-49FF-B7C4-942777E15377}"/>
                </c:ext>
              </c:extLst>
            </c:dLbl>
            <c:spPr>
              <a:noFill/>
              <a:ln>
                <a:noFill/>
              </a:ln>
              <a:effectLst/>
            </c:spPr>
            <c:txPr>
              <a:bodyPr rot="0" spcFirstLastPara="1" vertOverflow="ellipsis" vert="horz" wrap="square" lIns="38100" tIns="19050" rIns="38100" bIns="19050" anchor="ctr" anchorCtr="0">
                <a:sp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Sheet1!$F$2:$F$6</c:f>
              <c:numCache>
                <c:formatCode>0%</c:formatCode>
                <c:ptCount val="5"/>
                <c:pt idx="0">
                  <c:v>1.4E-2</c:v>
                </c:pt>
                <c:pt idx="1">
                  <c:v>2.5000000000000001E-2</c:v>
                </c:pt>
                <c:pt idx="2">
                  <c:v>4.4999999999999998E-2</c:v>
                </c:pt>
                <c:pt idx="3">
                  <c:v>0</c:v>
                </c:pt>
                <c:pt idx="4">
                  <c:v>1.7000000000000001E-2</c:v>
                </c:pt>
              </c:numCache>
            </c:numRef>
          </c:val>
          <c:extLst>
            <c:ext xmlns:c16="http://schemas.microsoft.com/office/drawing/2014/chart" uri="{C3380CC4-5D6E-409C-BE32-E72D297353CC}">
              <c16:uniqueId val="{00000012-FAA0-49FF-B7C4-942777E15377}"/>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At val="0"/>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95D-4357-A6FD-669F92D65CB2}"/>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C95D-4357-A6FD-669F92D65CB2}"/>
              </c:ext>
            </c:extLst>
          </c:dPt>
          <c:cat>
            <c:strRef>
              <c:f>Sheet1!$A$2:$A$3</c:f>
              <c:strCache>
                <c:ptCount val="2"/>
                <c:pt idx="0">
                  <c:v>1st Qtr</c:v>
                </c:pt>
                <c:pt idx="1">
                  <c:v>2nd Qtr</c:v>
                </c:pt>
              </c:strCache>
            </c:strRef>
          </c:cat>
          <c:val>
            <c:numRef>
              <c:f>Sheet1!$B$2:$B$3</c:f>
              <c:numCache>
                <c:formatCode>0%</c:formatCode>
                <c:ptCount val="2"/>
                <c:pt idx="0">
                  <c:v>0.91539999999999999</c:v>
                </c:pt>
                <c:pt idx="1">
                  <c:v>8.4600000000000009E-2</c:v>
                </c:pt>
              </c:numCache>
            </c:numRef>
          </c:val>
          <c:extLst>
            <c:ext xmlns:c16="http://schemas.microsoft.com/office/drawing/2014/chart" uri="{C3380CC4-5D6E-409C-BE32-E72D297353CC}">
              <c16:uniqueId val="{00000004-C95D-4357-A6FD-669F92D65CB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55B-4967-8D7E-12DCC607EF50}"/>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55B-4967-8D7E-12DCC607EF50}"/>
              </c:ext>
            </c:extLst>
          </c:dPt>
          <c:cat>
            <c:strRef>
              <c:f>Sheet1!$A$2:$A$3</c:f>
              <c:strCache>
                <c:ptCount val="2"/>
                <c:pt idx="0">
                  <c:v>1st Qtr</c:v>
                </c:pt>
                <c:pt idx="1">
                  <c:v>2nd Qtr</c:v>
                </c:pt>
              </c:strCache>
            </c:strRef>
          </c:cat>
          <c:val>
            <c:numRef>
              <c:f>Sheet1!$B$2:$B$3</c:f>
              <c:numCache>
                <c:formatCode>0%</c:formatCode>
                <c:ptCount val="2"/>
                <c:pt idx="0">
                  <c:v>0.92683333333333329</c:v>
                </c:pt>
                <c:pt idx="1">
                  <c:v>7.3166666666666713E-2</c:v>
                </c:pt>
              </c:numCache>
            </c:numRef>
          </c:val>
          <c:extLst>
            <c:ext xmlns:c16="http://schemas.microsoft.com/office/drawing/2014/chart" uri="{C3380CC4-5D6E-409C-BE32-E72D297353CC}">
              <c16:uniqueId val="{00000004-A55B-4967-8D7E-12DCC607EF5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37388418695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Sheet1!$B$2:$B$7</c:f>
              <c:numCache>
                <c:formatCode>0%</c:formatCode>
                <c:ptCount val="6"/>
                <c:pt idx="0">
                  <c:v>0.89300000000000002</c:v>
                </c:pt>
                <c:pt idx="1">
                  <c:v>0.88200000000000001</c:v>
                </c:pt>
                <c:pt idx="2">
                  <c:v>0.73799999999999999</c:v>
                </c:pt>
                <c:pt idx="3">
                  <c:v>0.82799999999999996</c:v>
                </c:pt>
                <c:pt idx="4">
                  <c:v>0.76400000000000001</c:v>
                </c:pt>
                <c:pt idx="5">
                  <c:v>0.77100000000000002</c:v>
                </c:pt>
              </c:numCache>
            </c:numRef>
          </c:val>
          <c:extLst>
            <c:ext xmlns:c16="http://schemas.microsoft.com/office/drawing/2014/chart" uri="{C3380CC4-5D6E-409C-BE32-E72D297353CC}">
              <c16:uniqueId val="{00000000-A467-4387-81DB-9A6F097B3ACC}"/>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A467-4387-81DB-9A6F097B3ACC}"/>
              </c:ext>
            </c:extLst>
          </c:dPt>
          <c:dLbls>
            <c:dLbl>
              <c:idx val="0"/>
              <c:layout>
                <c:manualLayout>
                  <c:x val="-1.063756942427505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Sheet1!$C$2:$C$7</c:f>
              <c:numCache>
                <c:formatCode>0%</c:formatCode>
                <c:ptCount val="6"/>
                <c:pt idx="0">
                  <c:v>8.4000000000000005E-2</c:v>
                </c:pt>
                <c:pt idx="1">
                  <c:v>7.4999999999999997E-2</c:v>
                </c:pt>
                <c:pt idx="2">
                  <c:v>0.13200000000000001</c:v>
                </c:pt>
                <c:pt idx="3">
                  <c:v>0.11700000000000001</c:v>
                </c:pt>
                <c:pt idx="4">
                  <c:v>0.14399999999999999</c:v>
                </c:pt>
                <c:pt idx="5">
                  <c:v>0.13300000000000001</c:v>
                </c:pt>
              </c:numCache>
            </c:numRef>
          </c:val>
          <c:extLst>
            <c:ext xmlns:c16="http://schemas.microsoft.com/office/drawing/2014/chart" uri="{C3380CC4-5D6E-409C-BE32-E72D297353CC}">
              <c16:uniqueId val="{00000003-A467-4387-81DB-9A6F097B3ACC}"/>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6313018437546E-2"/>
                  <c:y val="2.669337825227070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467-4387-81DB-9A6F097B3ACC}"/>
                </c:ext>
              </c:extLst>
            </c:dLbl>
            <c:dLbl>
              <c:idx val="1"/>
              <c:layout>
                <c:manualLayout>
                  <c:x val="-7.9781770682062943E-3"/>
                  <c:y val="-5.336154632517517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467-4387-81DB-9A6F097B3ACC}"/>
                </c:ext>
              </c:extLst>
            </c:dLbl>
            <c:dLbl>
              <c:idx val="2"/>
              <c:layout>
                <c:manualLayout>
                  <c:x val="-5.3187847121375295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AFA-40F3-8391-A2A7E3C46DCD}"/>
                </c:ext>
              </c:extLst>
            </c:dLbl>
            <c:dLbl>
              <c:idx val="3"/>
              <c:layout>
                <c:manualLayout>
                  <c:x val="-1.595635413641258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Sheet1!$D$2:$D$7</c:f>
              <c:numCache>
                <c:formatCode>0%</c:formatCode>
                <c:ptCount val="6"/>
                <c:pt idx="0">
                  <c:v>1.6E-2</c:v>
                </c:pt>
                <c:pt idx="1">
                  <c:v>2.4E-2</c:v>
                </c:pt>
                <c:pt idx="2">
                  <c:v>7.2999999999999995E-2</c:v>
                </c:pt>
                <c:pt idx="3">
                  <c:v>3.1E-2</c:v>
                </c:pt>
                <c:pt idx="4">
                  <c:v>5.2999999999999999E-2</c:v>
                </c:pt>
                <c:pt idx="5">
                  <c:v>5.5E-2</c:v>
                </c:pt>
              </c:numCache>
            </c:numRef>
          </c:val>
          <c:extLst>
            <c:ext xmlns:c16="http://schemas.microsoft.com/office/drawing/2014/chart" uri="{C3380CC4-5D6E-409C-BE32-E72D297353CC}">
              <c16:uniqueId val="{00000004-A467-4387-81DB-9A6F097B3ACC}"/>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A467-4387-81DB-9A6F097B3ACC}"/>
                </c:ext>
              </c:extLst>
            </c:dLbl>
            <c:dLbl>
              <c:idx val="1"/>
              <c:delete val="1"/>
              <c:extLst>
                <c:ext xmlns:c15="http://schemas.microsoft.com/office/drawing/2012/chart" uri="{CE6537A1-D6FC-4f65-9D91-7224C49458BB}"/>
                <c:ext xmlns:c16="http://schemas.microsoft.com/office/drawing/2014/chart" uri="{C3380CC4-5D6E-409C-BE32-E72D297353CC}">
                  <c16:uniqueId val="{00000006-A467-4387-81DB-9A6F097B3ACC}"/>
                </c:ext>
              </c:extLst>
            </c:dLbl>
            <c:dLbl>
              <c:idx val="2"/>
              <c:layout>
                <c:manualLayout>
                  <c:x val="-1.0636313018437534E-2"/>
                  <c:y val="-1.3772110902940879E-3"/>
                </c:manualLayout>
              </c:layout>
              <c:tx>
                <c:rich>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fld id="{BF028820-2C63-4822-A5F2-B85E0BDCFE7B}" type="VALUE">
                      <a:rPr lang="en-US">
                        <a:latin typeface="Arial" panose="020B0604020202020204" pitchFamily="34" charset="0"/>
                        <a:cs typeface="Arial" panose="020B0604020202020204" pitchFamily="34" charset="0"/>
                      </a:rPr>
                      <a:pPr algn="ctr">
                        <a:defRPr lang="en-US" sz="7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983333130251324E-2"/>
                    </c:manualLayout>
                  </c15:layout>
                  <c15:dlblFieldTable/>
                  <c15:showDataLabelsRange val="0"/>
                </c:ext>
                <c:ext xmlns:c16="http://schemas.microsoft.com/office/drawing/2014/chart" uri="{C3380CC4-5D6E-409C-BE32-E72D297353CC}">
                  <c16:uniqueId val="{00000007-A467-4387-81DB-9A6F097B3ACC}"/>
                </c:ext>
              </c:extLst>
            </c:dLbl>
            <c:dLbl>
              <c:idx val="3"/>
              <c:layout>
                <c:manualLayout>
                  <c:x val="4.1880194583760074E-7"/>
                  <c:y val="-1.3385344734496797E-2"/>
                </c:manualLayout>
              </c:layout>
              <c:tx>
                <c:rich>
                  <a:bodyPr/>
                  <a:lstStyle/>
                  <a:p>
                    <a:fld id="{A432D4BC-4E95-4235-9C8B-DE984B3CA495}"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A467-4387-81DB-9A6F097B3ACC}"/>
                </c:ext>
              </c:extLst>
            </c:dLbl>
            <c:dLbl>
              <c:idx val="4"/>
              <c:layout>
                <c:manualLayout>
                  <c:x val="-5.3183659101916922E-3"/>
                  <c:y val="-1.0671889095378933E-2"/>
                </c:manualLayout>
              </c:layout>
              <c:tx>
                <c:rich>
                  <a:bodyPr/>
                  <a:lstStyle/>
                  <a:p>
                    <a:fld id="{2E8AC8C5-1C8C-4922-B26E-F8D043C9EC0C}"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A467-4387-81DB-9A6F097B3ACC}"/>
                </c:ext>
              </c:extLst>
            </c:dLbl>
            <c:dLbl>
              <c:idx val="5"/>
              <c:layout>
                <c:manualLayout>
                  <c:x val="5.3189941131104486E-3"/>
                  <c:y val="-1.071768758789424E-2"/>
                </c:manualLayout>
              </c:layout>
              <c:tx>
                <c:rich>
                  <a:bodyPr/>
                  <a:lstStyle/>
                  <a:p>
                    <a:fld id="{EA46E74D-718F-4810-B93F-48E34E999C47}"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Sheet1!$E$2:$E$7</c:f>
              <c:numCache>
                <c:formatCode>0%</c:formatCode>
                <c:ptCount val="6"/>
                <c:pt idx="0">
                  <c:v>0</c:v>
                </c:pt>
                <c:pt idx="1">
                  <c:v>4.0000000000000001E-3</c:v>
                </c:pt>
                <c:pt idx="2">
                  <c:v>1.4E-2</c:v>
                </c:pt>
                <c:pt idx="3">
                  <c:v>1.4E-2</c:v>
                </c:pt>
                <c:pt idx="4">
                  <c:v>2.1000000000000001E-2</c:v>
                </c:pt>
                <c:pt idx="5">
                  <c:v>2.1000000000000001E-2</c:v>
                </c:pt>
              </c:numCache>
            </c:numRef>
          </c:val>
          <c:extLst>
            <c:ext xmlns:c16="http://schemas.microsoft.com/office/drawing/2014/chart" uri="{C3380CC4-5D6E-409C-BE32-E72D297353CC}">
              <c16:uniqueId val="{0000000B-A467-4387-81DB-9A6F097B3ACC}"/>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C-A467-4387-81DB-9A6F097B3ACC}"/>
                </c:ext>
              </c:extLst>
            </c:dLbl>
            <c:dLbl>
              <c:idx val="1"/>
              <c:layout>
                <c:manualLayout>
                  <c:x val="-1.0636941221356304E-2"/>
                  <c:y val="1.605531281420812E-2"/>
                </c:manualLayout>
              </c:layout>
              <c:tx>
                <c:rich>
                  <a:bodyPr/>
                  <a:lstStyle/>
                  <a:p>
                    <a:fld id="{A71AD1D3-6B3A-468D-8D71-431FC6E87C0E}"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A467-4387-81DB-9A6F097B3ACC}"/>
                </c:ext>
              </c:extLst>
            </c:dLbl>
            <c:dLbl>
              <c:idx val="2"/>
              <c:layout>
                <c:manualLayout>
                  <c:x val="-2.658135950231252E-3"/>
                  <c:y val="4.7689255967774669E-5"/>
                </c:manualLayout>
              </c:layout>
              <c:tx>
                <c:rich>
                  <a:bodyPr/>
                  <a:lstStyle/>
                  <a:p>
                    <a:fld id="{15F53EFC-AFDB-4158-AC13-0FAD71DAAB50}" type="VALUE">
                      <a:rPr lang="en-US" sz="10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A467-4387-81DB-9A6F097B3ACC}"/>
                </c:ext>
              </c:extLst>
            </c:dLbl>
            <c:dLbl>
              <c:idx val="3"/>
              <c:layout>
                <c:manualLayout>
                  <c:x val="-1.5955516532520912E-2"/>
                  <c:y val="1.205403717913219E-2"/>
                </c:manualLayout>
              </c:layout>
              <c:tx>
                <c:rich>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fld id="{E5896733-5A06-4555-BBF9-344BDA602743}" type="VALUE">
                      <a:rPr lang="en-US">
                        <a:latin typeface="Arial" panose="020B0604020202020204" pitchFamily="34" charset="0"/>
                        <a:cs typeface="Arial" panose="020B0604020202020204" pitchFamily="34" charset="0"/>
                      </a:rPr>
                      <a:pPr algn="ctr">
                        <a:defRPr lang="en-US" sz="7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3.2150331660918047E-2"/>
                    </c:manualLayout>
                  </c15:layout>
                  <c15:dlblFieldTable/>
                  <c15:showDataLabelsRange val="0"/>
                </c:ext>
                <c:ext xmlns:c16="http://schemas.microsoft.com/office/drawing/2014/chart" uri="{C3380CC4-5D6E-409C-BE32-E72D297353CC}">
                  <c16:uniqueId val="{0000000F-A467-4387-81DB-9A6F097B3ACC}"/>
                </c:ext>
              </c:extLst>
            </c:dLbl>
            <c:dLbl>
              <c:idx val="4"/>
              <c:layout>
                <c:manualLayout>
                  <c:x val="-1.063736002330214E-2"/>
                  <c:y val="1.334059666612184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467-4387-81DB-9A6F097B3ACC}"/>
                </c:ext>
              </c:extLst>
            </c:dLbl>
            <c:dLbl>
              <c:idx val="5"/>
              <c:layout>
                <c:manualLayout>
                  <c:x val="-7.9777582662604561E-3"/>
                  <c:y val="1.605531281420812E-2"/>
                </c:manualLayout>
              </c:layout>
              <c:tx>
                <c:rich>
                  <a:bodyPr/>
                  <a:lstStyle/>
                  <a:p>
                    <a:fld id="{D9587A52-39BE-494F-ADFA-25B99079B4FD}"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0-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Sheet1!$F$2:$F$7</c:f>
              <c:numCache>
                <c:formatCode>0%</c:formatCode>
                <c:ptCount val="6"/>
                <c:pt idx="0">
                  <c:v>0</c:v>
                </c:pt>
                <c:pt idx="1">
                  <c:v>1.6E-2</c:v>
                </c:pt>
                <c:pt idx="2">
                  <c:v>4.2999999999999997E-2</c:v>
                </c:pt>
                <c:pt idx="3">
                  <c:v>0.01</c:v>
                </c:pt>
                <c:pt idx="4">
                  <c:v>1.7999999999999999E-2</c:v>
                </c:pt>
                <c:pt idx="5">
                  <c:v>2.1000000000000001E-2</c:v>
                </c:pt>
              </c:numCache>
            </c:numRef>
          </c:val>
          <c:extLst>
            <c:ext xmlns:c16="http://schemas.microsoft.com/office/drawing/2014/chart" uri="{C3380CC4-5D6E-409C-BE32-E72D297353CC}">
              <c16:uniqueId val="{00000011-A467-4387-81DB-9A6F097B3ACC}"/>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r>
              <a:rPr lang="en-US" sz="2000" b="1" baseline="0" dirty="0">
                <a:solidFill>
                  <a:srgbClr val="B68A35"/>
                </a:solidFill>
                <a:latin typeface="Arial" panose="020B0604020202020204" pitchFamily="34" charset="0"/>
                <a:cs typeface="Arial" panose="020B0604020202020204" pitchFamily="34" charset="0"/>
              </a:rPr>
              <a:t>87%</a:t>
            </a:r>
            <a:endParaRPr lang="en-US" sz="2000" b="1" dirty="0">
              <a:solidFill>
                <a:srgbClr val="B68A35"/>
              </a:solidFill>
              <a:latin typeface="Arial" panose="020B0604020202020204" pitchFamily="34" charset="0"/>
              <a:cs typeface="Arial" panose="020B0604020202020204" pitchFamily="34" charset="0"/>
            </a:endParaRPr>
          </a:p>
        </c:rich>
      </c:tx>
      <c:layout>
        <c:manualLayout>
          <c:xMode val="edge"/>
          <c:yMode val="edge"/>
          <c:x val="0.45112803807094853"/>
          <c:y val="0.40121775797633769"/>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C70D-4C80-8F87-9962F814C4E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70D-4C80-8F87-9962F814C4EC}"/>
              </c:ext>
            </c:extLst>
          </c:dPt>
          <c:cat>
            <c:numRef>
              <c:f>Sheet1!$A$2:$A$3</c:f>
              <c:numCache>
                <c:formatCode>General</c:formatCode>
                <c:ptCount val="2"/>
              </c:numCache>
            </c:numRef>
          </c:cat>
          <c:val>
            <c:numRef>
              <c:f>Sheet1!$B$2:$B$3</c:f>
              <c:numCache>
                <c:formatCode>0%</c:formatCode>
                <c:ptCount val="2"/>
                <c:pt idx="0">
                  <c:v>0.87062499999999998</c:v>
                </c:pt>
                <c:pt idx="1">
                  <c:v>0.12937500000000002</c:v>
                </c:pt>
              </c:numCache>
            </c:numRef>
          </c:val>
          <c:extLst>
            <c:ext xmlns:c16="http://schemas.microsoft.com/office/drawing/2014/chart" uri="{C3380CC4-5D6E-409C-BE32-E72D297353CC}">
              <c16:uniqueId val="{00000004-C70D-4C80-8F87-9962F814C4EC}"/>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E53935"/>
                </a:solidFill>
                <a:latin typeface="Arial" panose="020B0604020202020204" pitchFamily="34" charset="0"/>
                <a:cs typeface="Arial" panose="020B0604020202020204" pitchFamily="34" charset="0"/>
              </a:rPr>
              <a:t>82</a:t>
            </a:r>
            <a:r>
              <a:rPr lang="en-GB" sz="1600" b="1" baseline="0" dirty="0">
                <a:solidFill>
                  <a:srgbClr val="E53935"/>
                </a:solidFill>
                <a:latin typeface="Arial" panose="020B0604020202020204" pitchFamily="34" charset="0"/>
                <a:cs typeface="Arial" panose="020B0604020202020204" pitchFamily="34" charset="0"/>
              </a:rPr>
              <a:t>%</a:t>
            </a:r>
            <a:endParaRPr lang="en-US" sz="1600" b="1" dirty="0">
              <a:solidFill>
                <a:srgbClr val="E53935"/>
              </a:solidFill>
              <a:latin typeface="Arial" panose="020B0604020202020204" pitchFamily="34" charset="0"/>
              <a:cs typeface="Arial" panose="020B0604020202020204" pitchFamily="34" charset="0"/>
            </a:endParaRPr>
          </a:p>
        </c:rich>
      </c:tx>
      <c:layout>
        <c:manualLayout>
          <c:xMode val="edge"/>
          <c:yMode val="edge"/>
          <c:x val="0.45623173752103285"/>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C091-416F-9D25-8F12A7AB18B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091-416F-9D25-8F12A7AB18BA}"/>
              </c:ext>
            </c:extLst>
          </c:dPt>
          <c:cat>
            <c:numRef>
              <c:f>Sheet1!$A$2:$A$3</c:f>
              <c:numCache>
                <c:formatCode>General</c:formatCode>
                <c:ptCount val="2"/>
              </c:numCache>
            </c:numRef>
          </c:cat>
          <c:val>
            <c:numRef>
              <c:f>Sheet1!$B$2:$B$3</c:f>
              <c:numCache>
                <c:formatCode>0%</c:formatCode>
                <c:ptCount val="2"/>
                <c:pt idx="0">
                  <c:v>0.82</c:v>
                </c:pt>
                <c:pt idx="1">
                  <c:v>0.18000000000000005</c:v>
                </c:pt>
              </c:numCache>
            </c:numRef>
          </c:val>
          <c:extLst>
            <c:ext xmlns:c16="http://schemas.microsoft.com/office/drawing/2014/chart" uri="{C3380CC4-5D6E-409C-BE32-E72D297353CC}">
              <c16:uniqueId val="{00000004-C091-416F-9D25-8F12A7AB18BA}"/>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62E-3"/>
                  <c:y val="2.70927391459088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6EE-4140-BF71-6B6F6F85987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7.8E-2</c:v>
                </c:pt>
              </c:numCache>
            </c:numRef>
          </c:val>
          <c:extLst>
            <c:ext xmlns:c16="http://schemas.microsoft.com/office/drawing/2014/chart" uri="{C3380CC4-5D6E-409C-BE32-E72D297353CC}">
              <c16:uniqueId val="{00000001-F6EE-4140-BF71-6B6F6F859877}"/>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3.8204875307271311E-3"/>
                  <c:y val="-1.42861713060893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6EE-4140-BF71-6B6F6F859877}"/>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2.1000000000000001E-2</c:v>
                </c:pt>
              </c:numCache>
            </c:numRef>
          </c:val>
          <c:extLst>
            <c:ext xmlns:c16="http://schemas.microsoft.com/office/drawing/2014/chart" uri="{C3380CC4-5D6E-409C-BE32-E72D297353CC}">
              <c16:uniqueId val="{00000003-F6EE-4140-BF71-6B6F6F859877}"/>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9.8258792305052235E-3"/>
                  <c:y val="2.9991962154142689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6EE-4140-BF71-6B6F6F859877}"/>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8.2000000000000003E-2</c:v>
                </c:pt>
              </c:numCache>
            </c:numRef>
          </c:val>
          <c:extLst>
            <c:ext xmlns:c16="http://schemas.microsoft.com/office/drawing/2014/chart" uri="{C3380CC4-5D6E-409C-BE32-E72D297353CC}">
              <c16:uniqueId val="{00000005-F6EE-4140-BF71-6B6F6F859877}"/>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F6EE-4140-BF71-6B6F6F859877}"/>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0.14599999999999999</c:v>
                </c:pt>
              </c:numCache>
            </c:numRef>
          </c:val>
          <c:extLst>
            <c:ext xmlns:c16="http://schemas.microsoft.com/office/drawing/2014/chart" uri="{C3380CC4-5D6E-409C-BE32-E72D297353CC}">
              <c16:uniqueId val="{00000008-F6EE-4140-BF71-6B6F6F859877}"/>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0.67300000000000004</c:v>
                </c:pt>
              </c:numCache>
            </c:numRef>
          </c:val>
          <c:extLst>
            <c:ext xmlns:c16="http://schemas.microsoft.com/office/drawing/2014/chart" uri="{C3380CC4-5D6E-409C-BE32-E72D297353CC}">
              <c16:uniqueId val="{00000009-F6EE-4140-BF71-6B6F6F859877}"/>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B68A35"/>
            </a:solidFill>
            <a:ln w="33244">
              <a:noFill/>
            </a:ln>
          </c:spPr>
          <c:invertIfNegative val="0"/>
          <c:dPt>
            <c:idx val="1"/>
            <c:invertIfNegative val="0"/>
            <c:bubble3D val="0"/>
            <c:spPr>
              <a:solidFill>
                <a:srgbClr val="D9D9D9"/>
              </a:solidFill>
              <a:ln w="33244">
                <a:noFill/>
              </a:ln>
            </c:spPr>
            <c:extLst>
              <c:ext xmlns:c16="http://schemas.microsoft.com/office/drawing/2014/chart" uri="{C3380CC4-5D6E-409C-BE32-E72D297353CC}">
                <c16:uniqueId val="{00000000-2DF2-4A8F-8987-3C6C3AF4B26D}"/>
              </c:ext>
            </c:extLst>
          </c:dPt>
          <c:dLbls>
            <c:spPr>
              <a:noFill/>
              <a:ln w="33244">
                <a:noFill/>
              </a:ln>
            </c:spPr>
            <c:txPr>
              <a:bodyPr/>
              <a:lstStyle/>
              <a:p>
                <a:pPr algn="ctr">
                  <a:defRPr sz="1400" b="0">
                    <a:solidFill>
                      <a:schemeClr val="tx1">
                        <a:lumMod val="95000"/>
                        <a:lumOff val="5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0.91800000000000004</c:v>
                </c:pt>
                <c:pt idx="1">
                  <c:v>8.2000000000000003E-2</c:v>
                </c:pt>
              </c:numCache>
            </c:numRef>
          </c:val>
          <c:extLst>
            <c:ext xmlns:c16="http://schemas.microsoft.com/office/drawing/2014/chart" uri="{C3380CC4-5D6E-409C-BE32-E72D297353CC}">
              <c16:uniqueId val="{00000000-1BE2-41B8-98A3-E3B44BE784B8}"/>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B68A35"/>
            </a:solidFill>
            <a:ln w="33244">
              <a:noFill/>
            </a:ln>
          </c:spPr>
          <c:invertIfNegative val="0"/>
          <c:dPt>
            <c:idx val="1"/>
            <c:invertIfNegative val="0"/>
            <c:bubble3D val="0"/>
            <c:spPr>
              <a:solidFill>
                <a:srgbClr val="D9D9D9"/>
              </a:solidFill>
              <a:ln w="33244">
                <a:noFill/>
              </a:ln>
            </c:spPr>
            <c:extLst>
              <c:ext xmlns:c16="http://schemas.microsoft.com/office/drawing/2014/chart" uri="{C3380CC4-5D6E-409C-BE32-E72D297353CC}">
                <c16:uniqueId val="{00000000-4074-443E-B531-9C3DE760F4C0}"/>
              </c:ext>
            </c:extLst>
          </c:dPt>
          <c:dLbls>
            <c:spPr>
              <a:noFill/>
              <a:ln w="33244">
                <a:noFill/>
              </a:ln>
            </c:spPr>
            <c:txPr>
              <a:bodyPr anchorCtr="0"/>
              <a:lstStyle/>
              <a:p>
                <a:pPr algn="ctr">
                  <a:defRPr lang="en-US" sz="14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0.90400000000000003</c:v>
                </c:pt>
                <c:pt idx="1">
                  <c:v>9.6000000000000002E-2</c:v>
                </c:pt>
              </c:numCache>
            </c:numRef>
          </c:val>
          <c:extLst>
            <c:ext xmlns:c16="http://schemas.microsoft.com/office/drawing/2014/chart" uri="{C3380CC4-5D6E-409C-BE32-E72D297353CC}">
              <c16:uniqueId val="{00000000-1C99-475C-93ED-C5A72BA37D23}"/>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D9D9D9"/>
            </a:solidFill>
            <a:ln w="33244">
              <a:noFill/>
            </a:ln>
          </c:spPr>
          <c:invertIfNegative val="0"/>
          <c:dPt>
            <c:idx val="0"/>
            <c:invertIfNegative val="0"/>
            <c:bubble3D val="0"/>
            <c:spPr>
              <a:solidFill>
                <a:srgbClr val="B68A35"/>
              </a:solidFill>
              <a:ln w="33244">
                <a:noFill/>
              </a:ln>
            </c:spPr>
            <c:extLst>
              <c:ext xmlns:c16="http://schemas.microsoft.com/office/drawing/2014/chart" uri="{C3380CC4-5D6E-409C-BE32-E72D297353CC}">
                <c16:uniqueId val="{00000000-9D0C-428A-982B-AF245668E759}"/>
              </c:ext>
            </c:extLst>
          </c:dPt>
          <c:dLbls>
            <c:spPr>
              <a:noFill/>
              <a:ln w="33244">
                <a:noFill/>
              </a:ln>
            </c:spPr>
            <c:txPr>
              <a:bodyPr anchorCtr="0"/>
              <a:lstStyle/>
              <a:p>
                <a:pPr algn="ctr">
                  <a:defRPr lang="en-US" sz="14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0.91500000000000004</c:v>
                </c:pt>
                <c:pt idx="1">
                  <c:v>8.5000000000000006E-2</c:v>
                </c:pt>
              </c:numCache>
            </c:numRef>
          </c:val>
          <c:extLst>
            <c:ext xmlns:c16="http://schemas.microsoft.com/office/drawing/2014/chart" uri="{C3380CC4-5D6E-409C-BE32-E72D297353CC}">
              <c16:uniqueId val="{00000000-D0EA-42B7-87E4-0831BBDE91E3}"/>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781-4C97-B971-BC2D142AA01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781-4C97-B971-BC2D142AA014}"/>
              </c:ext>
            </c:extLst>
          </c:dPt>
          <c:cat>
            <c:strRef>
              <c:f>Sheet1!$A$2:$A$3</c:f>
              <c:strCache>
                <c:ptCount val="2"/>
                <c:pt idx="0">
                  <c:v>1st Qtr</c:v>
                </c:pt>
                <c:pt idx="1">
                  <c:v>2nd Qtr</c:v>
                </c:pt>
              </c:strCache>
            </c:strRef>
          </c:cat>
          <c:val>
            <c:numRef>
              <c:f>Sheet1!$B$2:$B$3</c:f>
              <c:numCache>
                <c:formatCode>0%</c:formatCode>
                <c:ptCount val="2"/>
                <c:pt idx="0">
                  <c:v>0.89</c:v>
                </c:pt>
                <c:pt idx="1">
                  <c:v>0.10999999999999999</c:v>
                </c:pt>
              </c:numCache>
            </c:numRef>
          </c:val>
          <c:extLst>
            <c:ext xmlns:c16="http://schemas.microsoft.com/office/drawing/2014/chart" uri="{C3380CC4-5D6E-409C-BE32-E72D297353CC}">
              <c16:uniqueId val="{00000004-7781-4C97-B971-BC2D142AA01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688589971326732E-3"/>
          <c:y val="3.0213205311814553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Sheet1!$B$2:$B$5</c:f>
              <c:numCache>
                <c:formatCode>0%</c:formatCode>
                <c:ptCount val="4"/>
                <c:pt idx="0">
                  <c:v>0.78600000000000003</c:v>
                </c:pt>
                <c:pt idx="1">
                  <c:v>0.73199999999999998</c:v>
                </c:pt>
                <c:pt idx="2">
                  <c:v>0.83699999999999997</c:v>
                </c:pt>
                <c:pt idx="3">
                  <c:v>0.86</c:v>
                </c:pt>
              </c:numCache>
            </c:numRef>
          </c:val>
          <c:extLst>
            <c:ext xmlns:c16="http://schemas.microsoft.com/office/drawing/2014/chart" uri="{C3380CC4-5D6E-409C-BE32-E72D297353CC}">
              <c16:uniqueId val="{00000000-4C6D-4891-B7DB-E7C2CA99CD06}"/>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4C6D-4891-B7DB-E7C2CA99CD06}"/>
              </c:ext>
            </c:extLst>
          </c:dPt>
          <c:dLbls>
            <c:dLbl>
              <c:idx val="3"/>
              <c:layout>
                <c:manualLayout>
                  <c:x val="-2.6591829550958461E-3"/>
                  <c:y val="5.9474813605934156E-7"/>
                </c:manualLayout>
              </c:layout>
              <c:tx>
                <c:rich>
                  <a:bodyPr/>
                  <a:lstStyle/>
                  <a:p>
                    <a:fld id="{57DC16BE-EE63-46B5-B253-9AB73C0F22E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c:f>
              <c:numCache>
                <c:formatCode>0%</c:formatCode>
                <c:ptCount val="4"/>
                <c:pt idx="0">
                  <c:v>0.14799999999999999</c:v>
                </c:pt>
                <c:pt idx="1">
                  <c:v>0.125</c:v>
                </c:pt>
                <c:pt idx="2">
                  <c:v>0.105</c:v>
                </c:pt>
                <c:pt idx="3">
                  <c:v>9.7000000000000003E-2</c:v>
                </c:pt>
              </c:numCache>
            </c:numRef>
          </c:val>
          <c:extLst>
            <c:ext xmlns:c16="http://schemas.microsoft.com/office/drawing/2014/chart" uri="{C3380CC4-5D6E-409C-BE32-E72D297353CC}">
              <c16:uniqueId val="{00000004-4C6D-4891-B7DB-E7C2CA99CD06}"/>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0"/>
                </c:manualLayout>
              </c:layout>
              <c:tx>
                <c:rich>
                  <a:bodyPr/>
                  <a:lstStyle/>
                  <a:p>
                    <a:fld id="{364AB587-98B5-4551-A837-B26BFC096C3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C6D-4891-B7DB-E7C2CA99CD06}"/>
                </c:ext>
              </c:extLst>
            </c:dLbl>
            <c:dLbl>
              <c:idx val="1"/>
              <c:layout>
                <c:manualLayout>
                  <c:x val="-2.6591829550958214E-3"/>
                  <c:y val="5.9474813605934156E-7"/>
                </c:manualLayout>
              </c:layout>
              <c:tx>
                <c:rich>
                  <a:bodyPr/>
                  <a:lstStyle/>
                  <a:p>
                    <a:fld id="{5AF1DE07-EE3C-4991-BCCA-DDB5D33789D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4C6D-4891-B7DB-E7C2CA99CD06}"/>
                </c:ext>
              </c:extLst>
            </c:dLbl>
            <c:dLbl>
              <c:idx val="2"/>
              <c:layout>
                <c:manualLayout>
                  <c:x val="-2.1275138848550118E-2"/>
                  <c:y val="7.1341348142992566E-7"/>
                </c:manualLayout>
              </c:layout>
              <c:tx>
                <c:rich>
                  <a:bodyPr/>
                  <a:lstStyle/>
                  <a:p>
                    <a:fld id="{481919B1-A846-4A2E-A60D-6B8B95D2F9EF}"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C6D-4891-B7DB-E7C2CA99CD06}"/>
                </c:ext>
              </c:extLst>
            </c:dLbl>
            <c:dLbl>
              <c:idx val="3"/>
              <c:layout>
                <c:manualLayout>
                  <c:x val="-5.3179471082458532E-3"/>
                  <c:y val="1.5108386900315454E-2"/>
                </c:manualLayout>
              </c:layout>
              <c:tx>
                <c:rich>
                  <a:bodyPr/>
                  <a:lstStyle/>
                  <a:p>
                    <a:fld id="{CEF9FC61-A3A1-4B15-B539-7C6C1536169C}"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Sheet1!$D$2:$D$5</c:f>
              <c:numCache>
                <c:formatCode>0%</c:formatCode>
                <c:ptCount val="4"/>
                <c:pt idx="0">
                  <c:v>4.7E-2</c:v>
                </c:pt>
                <c:pt idx="1">
                  <c:v>5.3999999999999999E-2</c:v>
                </c:pt>
                <c:pt idx="2">
                  <c:v>3.5000000000000003E-2</c:v>
                </c:pt>
                <c:pt idx="3">
                  <c:v>2.7E-2</c:v>
                </c:pt>
              </c:numCache>
            </c:numRef>
          </c:val>
          <c:extLst>
            <c:ext xmlns:c16="http://schemas.microsoft.com/office/drawing/2014/chart" uri="{C3380CC4-5D6E-409C-BE32-E72D297353CC}">
              <c16:uniqueId val="{00000009-4C6D-4891-B7DB-E7C2CA99CD06}"/>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0940097291880037E-7"/>
                  <c:y val="-1.132965461786242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C6D-4891-B7DB-E7C2CA99CD06}"/>
                </c:ext>
              </c:extLst>
            </c:dLbl>
            <c:dLbl>
              <c:idx val="2"/>
              <c:layout>
                <c:manualLayout>
                  <c:x val="0"/>
                  <c:y val="-1.1327572999386288E-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Arial" panose="020B0604020202020204" pitchFamily="34" charset="0"/>
                        <a:ea typeface="+mn-ea"/>
                        <a:cs typeface="Arial" panose="020B0604020202020204" pitchFamily="34" charset="0"/>
                      </a:defRPr>
                    </a:pPr>
                    <a:fld id="{75EF99B6-0B81-4FA0-8D0C-A24412FEAB8A}" type="VALUE">
                      <a:rPr lang="en-US" sz="800">
                        <a:latin typeface="Arial" panose="020B0604020202020204" pitchFamily="34" charset="0"/>
                        <a:cs typeface="Arial" panose="020B0604020202020204" pitchFamily="34" charset="0"/>
                      </a:rPr>
                      <a:pPr>
                        <a:defRPr sz="9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4C6D-4891-B7DB-E7C2CA99CD06}"/>
                </c:ext>
              </c:extLst>
            </c:dLbl>
            <c:dLbl>
              <c:idx val="3"/>
              <c:layout>
                <c:manualLayout>
                  <c:x val="0"/>
                  <c:y val="-1.5105710533703187E-2"/>
                </c:manualLayout>
              </c:layout>
              <c:tx>
                <c:rich>
                  <a:bodyPr/>
                  <a:lstStyle/>
                  <a:p>
                    <a:r>
                      <a:rPr lang="en-US" dirty="0"/>
                      <a:t>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4C6D-4891-B7DB-E7C2CA99CD0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Sheet1!$E$2:$E$5</c:f>
              <c:numCache>
                <c:formatCode>0%</c:formatCode>
                <c:ptCount val="4"/>
                <c:pt idx="0">
                  <c:v>8.0000000000000002E-3</c:v>
                </c:pt>
                <c:pt idx="1">
                  <c:v>3.1E-2</c:v>
                </c:pt>
                <c:pt idx="2">
                  <c:v>1.2E-2</c:v>
                </c:pt>
                <c:pt idx="3">
                  <c:v>0</c:v>
                </c:pt>
              </c:numCache>
            </c:numRef>
          </c:val>
          <c:extLst>
            <c:ext xmlns:c16="http://schemas.microsoft.com/office/drawing/2014/chart" uri="{C3380CC4-5D6E-409C-BE32-E72D297353CC}">
              <c16:uniqueId val="{0000000E-4C6D-4891-B7DB-E7C2CA99CD06}"/>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5.3183659101916914E-3"/>
                  <c:y val="2.2660498731996975E-2"/>
                </c:manualLayout>
              </c:layout>
              <c:tx>
                <c:rich>
                  <a:bodyPr/>
                  <a:lstStyle/>
                  <a:p>
                    <a:fld id="{EE2873D9-19AB-4D7D-9B75-C26BA5A03E14}" type="VALUE">
                      <a:rPr lang="en-US" sz="700" dirty="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4C6D-4891-B7DB-E7C2CA99CD06}"/>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6D-4891-B7DB-E7C2CA99CD06}"/>
                </c:ext>
              </c:extLst>
            </c:dLbl>
            <c:dLbl>
              <c:idx val="2"/>
              <c:layout>
                <c:manualLayout>
                  <c:x val="-7.9779676672333752E-3"/>
                  <c:y val="1.888355069395219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Sheet1!$F$2:$F$5</c:f>
              <c:numCache>
                <c:formatCode>0%</c:formatCode>
                <c:ptCount val="4"/>
                <c:pt idx="0">
                  <c:v>1.2E-2</c:v>
                </c:pt>
                <c:pt idx="1">
                  <c:v>5.8000000000000003E-2</c:v>
                </c:pt>
                <c:pt idx="2">
                  <c:v>1.2E-2</c:v>
                </c:pt>
                <c:pt idx="3">
                  <c:v>1.6E-2</c:v>
                </c:pt>
              </c:numCache>
            </c:numRef>
          </c:val>
          <c:extLst>
            <c:ext xmlns:c16="http://schemas.microsoft.com/office/drawing/2014/chart" uri="{C3380CC4-5D6E-409C-BE32-E72D297353CC}">
              <c16:uniqueId val="{00000011-4C6D-4891-B7DB-E7C2CA99CD06}"/>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4577846591590835"/>
          <c:y val="0"/>
          <c:w val="0.62334251277398289"/>
          <c:h val="6.444185266423374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3.4951881014873205E-3"/>
          <c:y val="6.8886501914385861E-2"/>
          <c:w val="0.74946616018765744"/>
          <c:h val="0.91913949484099611"/>
        </c:manualLayout>
      </c:layout>
      <c:barChart>
        <c:barDir val="bar"/>
        <c:grouping val="clustered"/>
        <c:varyColors val="0"/>
        <c:ser>
          <c:idx val="0"/>
          <c:order val="0"/>
          <c:tx>
            <c:strRef>
              <c:f>Sheet1!$B$1</c:f>
              <c:strCache>
                <c:ptCount val="1"/>
                <c:pt idx="0">
                  <c:v>%</c:v>
                </c:pt>
              </c:strCache>
            </c:strRef>
          </c:tx>
          <c:spPr>
            <a:solidFill>
              <a:srgbClr val="B68A35"/>
            </a:solidFill>
            <a:ln w="9525" cap="flat" cmpd="sng" algn="ctr">
              <a:noFill/>
              <a:prstDash val="solid"/>
              <a:round/>
            </a:ln>
            <a:effectLst>
              <a:outerShdw blurRad="40000" dist="20000" dir="5400000" rotWithShape="0">
                <a:srgbClr val="000000">
                  <a:alpha val="38000"/>
                </a:srgbClr>
              </a:outerShdw>
            </a:effectLst>
          </c:spPr>
          <c:invertIfNegative val="0"/>
          <c:dPt>
            <c:idx val="0"/>
            <c:invertIfNegative val="0"/>
            <c:bubble3D val="0"/>
            <c:explosion val="3"/>
            <c:spPr>
              <a:solidFill>
                <a:srgbClr val="B68A35"/>
              </a:solidFill>
              <a:ln w="9525" cap="flat" cmpd="sng" algn="ctr">
                <a:noFill/>
                <a:prstDash val="solid"/>
                <a:round/>
              </a:ln>
              <a:effectLst>
                <a:outerShdw blurRad="40000" dist="20000" dir="5400000" rotWithShape="0">
                  <a:srgbClr val="000000">
                    <a:alpha val="38000"/>
                  </a:srgbClr>
                </a:outerShdw>
              </a:effectLst>
            </c:spPr>
            <c:extLst>
              <c:ext xmlns:c16="http://schemas.microsoft.com/office/drawing/2014/chart" uri="{C3380CC4-5D6E-409C-BE32-E72D297353CC}">
                <c16:uniqueId val="{00000000-EA7D-42E0-B8E6-FE58CAF4115B}"/>
              </c:ext>
            </c:extLst>
          </c:dPt>
          <c:dPt>
            <c:idx val="1"/>
            <c:invertIfNegative val="0"/>
            <c:bubble3D val="0"/>
            <c:extLst>
              <c:ext xmlns:c16="http://schemas.microsoft.com/office/drawing/2014/chart" uri="{C3380CC4-5D6E-409C-BE32-E72D297353CC}">
                <c16:uniqueId val="{00000001-EA7D-42E0-B8E6-FE58CAF4115B}"/>
              </c:ext>
            </c:extLst>
          </c:dPt>
          <c:dPt>
            <c:idx val="2"/>
            <c:invertIfNegative val="0"/>
            <c:bubble3D val="0"/>
            <c:spPr>
              <a:solidFill>
                <a:srgbClr val="D9D9D9"/>
              </a:solidFill>
              <a:ln w="9525" cap="flat" cmpd="sng" algn="ctr">
                <a:noFill/>
                <a:prstDash val="solid"/>
                <a:round/>
              </a:ln>
              <a:effectLst>
                <a:outerShdw blurRad="40000" dist="20000" dir="5400000" rotWithShape="0">
                  <a:srgbClr val="000000">
                    <a:alpha val="38000"/>
                  </a:srgbClr>
                </a:outerShdw>
              </a:effectLst>
            </c:spPr>
            <c:extLst>
              <c:ext xmlns:c16="http://schemas.microsoft.com/office/drawing/2014/chart" uri="{C3380CC4-5D6E-409C-BE32-E72D297353CC}">
                <c16:uniqueId val="{00000004-2603-490F-9947-76855BB37D7F}"/>
              </c:ext>
            </c:extLst>
          </c:dPt>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نعم</c:v>
                </c:pt>
                <c:pt idx="1">
                  <c:v>لا، استغرق الأمر وقتًا طويلاً</c:v>
                </c:pt>
                <c:pt idx="2">
                  <c:v>لم يتم حل الشكوى</c:v>
                </c:pt>
              </c:strCache>
            </c:strRef>
          </c:cat>
          <c:val>
            <c:numRef>
              <c:f>Sheet1!$B$2:$B$4</c:f>
              <c:numCache>
                <c:formatCode>0%</c:formatCode>
                <c:ptCount val="3"/>
                <c:pt idx="0">
                  <c:v>0.23100000000000001</c:v>
                </c:pt>
                <c:pt idx="1">
                  <c:v>0.53800000000000003</c:v>
                </c:pt>
                <c:pt idx="2">
                  <c:v>0.23100000000000001</c:v>
                </c:pt>
              </c:numCache>
            </c:numRef>
          </c:val>
          <c:extLst>
            <c:ext xmlns:c16="http://schemas.microsoft.com/office/drawing/2014/chart" uri="{C3380CC4-5D6E-409C-BE32-E72D297353CC}">
              <c16:uniqueId val="{00000006-EA7D-42E0-B8E6-FE58CAF4115B}"/>
            </c:ext>
          </c:extLst>
        </c:ser>
        <c:dLbls>
          <c:showLegendKey val="0"/>
          <c:showVal val="0"/>
          <c:showCatName val="0"/>
          <c:showSerName val="0"/>
          <c:showPercent val="0"/>
          <c:showBubbleSize val="0"/>
        </c:dLbls>
        <c:gapWidth val="100"/>
        <c:axId val="93949440"/>
        <c:axId val="45206336"/>
      </c:barChart>
      <c:valAx>
        <c:axId val="45206336"/>
        <c:scaling>
          <c:orientation val="maxMin"/>
        </c:scaling>
        <c:delete val="1"/>
        <c:axPos val="t"/>
        <c:numFmt formatCode="0%" sourceLinked="1"/>
        <c:majorTickMark val="out"/>
        <c:minorTickMark val="none"/>
        <c:tickLblPos val="nextTo"/>
        <c:crossAx val="93949440"/>
        <c:crosses val="autoZero"/>
        <c:crossBetween val="between"/>
      </c:valAx>
      <c:catAx>
        <c:axId val="93949440"/>
        <c:scaling>
          <c:orientation val="maxMin"/>
        </c:scaling>
        <c:delete val="0"/>
        <c:axPos val="r"/>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j-lt"/>
                <a:ea typeface="+mn-ea"/>
                <a:cs typeface="Calibri" panose="020F0502020204030204" pitchFamily="34" charset="0"/>
              </a:defRPr>
            </a:pPr>
            <a:endParaRPr lang="en-US"/>
          </a:p>
        </c:txPr>
        <c:crossAx val="45206336"/>
        <c:crosses val="autoZero"/>
        <c:auto val="1"/>
        <c:lblAlgn val="ctr"/>
        <c:lblOffset val="100"/>
        <c:noMultiLvlLbl val="0"/>
      </c:catAx>
      <c:spPr>
        <a:noFill/>
        <a:ln>
          <a:noFill/>
        </a:ln>
        <a:effectLst/>
      </c:spPr>
    </c:plotArea>
    <c:plotVisOnly val="1"/>
    <c:dispBlanksAs val="zero"/>
    <c:showDLblsOverMax val="0"/>
  </c:chart>
  <c:spPr>
    <a:noFill/>
    <a:ln w="6350" cap="flat" cmpd="sng" algn="ctr">
      <a:noFill/>
      <a:prstDash val="solid"/>
      <a:miter lim="800000"/>
    </a:ln>
    <a:effectLst/>
  </c:spPr>
  <c:txPr>
    <a:bodyPr/>
    <a:lstStyle/>
    <a:p>
      <a:pPr rtl="0">
        <a:defRPr sz="800" b="0">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4EBD-403F-9B2F-70A47E203A6E}"/>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4EBD-403F-9B2F-70A47E203A6E}"/>
              </c:ext>
            </c:extLst>
          </c:dPt>
          <c:cat>
            <c:strRef>
              <c:f>Sheet1!$A$2:$A$3</c:f>
              <c:strCache>
                <c:ptCount val="2"/>
                <c:pt idx="0">
                  <c:v>1st Qtr</c:v>
                </c:pt>
                <c:pt idx="1">
                  <c:v>2nd Qtr</c:v>
                </c:pt>
              </c:strCache>
            </c:strRef>
          </c:cat>
          <c:val>
            <c:numRef>
              <c:f>Sheet1!$B$2:$B$3</c:f>
              <c:numCache>
                <c:formatCode>0%</c:formatCode>
                <c:ptCount val="2"/>
                <c:pt idx="0">
                  <c:v>0.79466666666666674</c:v>
                </c:pt>
                <c:pt idx="1">
                  <c:v>0.20533333333333326</c:v>
                </c:pt>
              </c:numCache>
            </c:numRef>
          </c:val>
          <c:extLst>
            <c:ext xmlns:c16="http://schemas.microsoft.com/office/drawing/2014/chart" uri="{C3380CC4-5D6E-409C-BE32-E72D297353CC}">
              <c16:uniqueId val="{00000004-4EBD-403F-9B2F-70A47E203A6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7625838057E-2"/>
          <c:y val="5.664969581068124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0.76900000000000002</c:v>
                </c:pt>
                <c:pt idx="1">
                  <c:v>0.53800000000000003</c:v>
                </c:pt>
                <c:pt idx="2">
                  <c:v>0.38500000000000001</c:v>
                </c:pt>
              </c:numCache>
            </c:numRef>
          </c:val>
          <c:extLst>
            <c:ext xmlns:c16="http://schemas.microsoft.com/office/drawing/2014/chart" uri="{C3380CC4-5D6E-409C-BE32-E72D297353CC}">
              <c16:uniqueId val="{00000000-016F-4A95-B7E2-1604A423AF61}"/>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016F-4A95-B7E2-1604A423AF61}"/>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0.154</c:v>
                </c:pt>
                <c:pt idx="1">
                  <c:v>0.308</c:v>
                </c:pt>
                <c:pt idx="2">
                  <c:v>0.23100000000000001</c:v>
                </c:pt>
              </c:numCache>
            </c:numRef>
          </c:val>
          <c:extLst>
            <c:ext xmlns:c16="http://schemas.microsoft.com/office/drawing/2014/chart" uri="{C3380CC4-5D6E-409C-BE32-E72D297353CC}">
              <c16:uniqueId val="{00000003-016F-4A95-B7E2-1604A423AF61}"/>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3136763440139313E-3"/>
                  <c:y val="4.052558440932137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FBD-468D-827E-8DB928B1D793}"/>
                </c:ext>
              </c:extLst>
            </c:dLbl>
            <c:dLbl>
              <c:idx val="1"/>
              <c:layout>
                <c:manualLayout>
                  <c:x val="3.3136763440139235E-3"/>
                  <c:y val="4.0525584409321373E-7"/>
                </c:manualLayout>
              </c:layout>
              <c:tx>
                <c:rich>
                  <a:bodyPr/>
                  <a:lstStyle/>
                  <a:p>
                    <a:fld id="{9A449E2D-7942-41D4-A908-AE85B3B4B26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16F-4A95-B7E2-1604A423AF61}"/>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7.6999999999999999E-2</c:v>
                </c:pt>
                <c:pt idx="1">
                  <c:v>7.6999999999999999E-2</c:v>
                </c:pt>
                <c:pt idx="2">
                  <c:v>7.6999999999999999E-2</c:v>
                </c:pt>
              </c:numCache>
            </c:numRef>
          </c:val>
          <c:extLst>
            <c:ext xmlns:c16="http://schemas.microsoft.com/office/drawing/2014/chart" uri="{C3380CC4-5D6E-409C-BE32-E72D297353CC}">
              <c16:uniqueId val="{00000004-016F-4A95-B7E2-1604A423AF61}"/>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E13B-479D-9ABB-A9B3DBA0E6DB}"/>
                </c:ext>
              </c:extLst>
            </c:dLbl>
            <c:dLbl>
              <c:idx val="1"/>
              <c:delete val="1"/>
              <c:extLst>
                <c:ext xmlns:c15="http://schemas.microsoft.com/office/drawing/2012/chart" uri="{CE6537A1-D6FC-4f65-9D91-7224C49458BB}"/>
                <c:ext xmlns:c16="http://schemas.microsoft.com/office/drawing/2014/chart" uri="{C3380CC4-5D6E-409C-BE32-E72D297353CC}">
                  <c16:uniqueId val="{00000002-BA2C-4250-B12C-C549F8E5E46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0</c:v>
                </c:pt>
                <c:pt idx="1">
                  <c:v>0</c:v>
                </c:pt>
                <c:pt idx="2">
                  <c:v>0.23100000000000001</c:v>
                </c:pt>
              </c:numCache>
            </c:numRef>
          </c:val>
          <c:extLst>
            <c:ext xmlns:c16="http://schemas.microsoft.com/office/drawing/2014/chart" uri="{C3380CC4-5D6E-409C-BE32-E72D297353CC}">
              <c16:uniqueId val="{00000005-016F-4A95-B7E2-1604A423AF61}"/>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3-E13B-479D-9ABB-A9B3DBA0E6D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Sheet1!$F$2:$F$4</c:f>
              <c:numCache>
                <c:formatCode>0%</c:formatCode>
                <c:ptCount val="3"/>
                <c:pt idx="0">
                  <c:v>0</c:v>
                </c:pt>
                <c:pt idx="1">
                  <c:v>7.6999999999999999E-2</c:v>
                </c:pt>
                <c:pt idx="2">
                  <c:v>7.6999999999999999E-2</c:v>
                </c:pt>
              </c:numCache>
            </c:numRef>
          </c:val>
          <c:extLst>
            <c:ext xmlns:c16="http://schemas.microsoft.com/office/drawing/2014/chart" uri="{C3380CC4-5D6E-409C-BE32-E72D297353CC}">
              <c16:uniqueId val="{00000006-016F-4A95-B7E2-1604A423AF61}"/>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Reversed" id="21">
  <a:schemeClr val="accent1"/>
</cs:colorStyle>
</file>

<file path=ppt/charts/colors9.xml><?xml version="1.0" encoding="utf-8"?>
<cs:colorStyle xmlns:cs="http://schemas.microsoft.com/office/drawing/2012/chartStyle" xmlns:a="http://schemas.openxmlformats.org/drawingml/2006/main" meth="withinLinearReversed" id="21">
  <a:schemeClr val="accent1"/>
</cs:colorStyle>
</file>

<file path=ppt/charts/colors10.xml><?xml version="1.0" encoding="utf-8"?>
<cs:colorStyle xmlns:cs="http://schemas.microsoft.com/office/drawing/2012/chartStyle" xmlns:a="http://schemas.openxmlformats.org/drawingml/2006/main" meth="withinLinearReversed" id="21">
  <a:schemeClr val="accent1"/>
</cs:colorStyle>
</file>

<file path=ppt/charts/colors11.xml><?xml version="1.0" encoding="utf-8"?>
<cs:colorStyle xmlns:cs="http://schemas.microsoft.com/office/drawing/2012/chartStyle" xmlns:a="http://schemas.openxmlformats.org/drawingml/2006/main" meth="withinLinearReversed" id="21">
  <a:schemeClr val="accent1"/>
</cs:colorStyle>
</file>

<file path=ppt/charts/colors12.xml><?xml version="1.0" encoding="utf-8"?>
<cs:colorStyle xmlns:cs="http://schemas.microsoft.com/office/drawing/2012/chartStyle" xmlns:a="http://schemas.openxmlformats.org/drawingml/2006/main" meth="withinLinearReversed" id="21">
  <a:schemeClr val="accent1"/>
</cs:colorStyle>
</file>

<file path=ppt/charts/colors13.xml><?xml version="1.0" encoding="utf-8"?>
<cs:colorStyle xmlns:cs="http://schemas.microsoft.com/office/drawing/2012/chartStyle" xmlns:a="http://schemas.openxmlformats.org/drawingml/2006/main" meth="withinLinear" id="15">
  <a:schemeClr val="accent2"/>
</cs:colorStyle>
</file>

<file path=ppt/charts/colors14.xml><?xml version="1.0" encoding="utf-8"?>
<cs:colorStyle xmlns:cs="http://schemas.microsoft.com/office/drawing/2012/chartStyle" xmlns:a="http://schemas.openxmlformats.org/drawingml/2006/main" meth="withinLinearReversed" id="21">
  <a:schemeClr val="accent1"/>
</cs:colorStyle>
</file>

<file path=ppt/charts/colors15.xml><?xml version="1.0" encoding="utf-8"?>
<cs:colorStyle xmlns:cs="http://schemas.microsoft.com/office/drawing/2012/chartStyle" xmlns:a="http://schemas.openxmlformats.org/drawingml/2006/main" meth="withinLinearReversed" id="21">
  <a:schemeClr val="accent1"/>
</cs:colorStyle>
</file>

<file path=ppt/charts/colors16.xml><?xml version="1.0" encoding="utf-8"?>
<cs:colorStyle xmlns:cs="http://schemas.microsoft.com/office/drawing/2012/chartStyle" xmlns:a="http://schemas.openxmlformats.org/drawingml/2006/main" meth="withinLinearReversed" id="21">
  <a:schemeClr val="accent1"/>
</cs:colorStyle>
</file>

<file path=ppt/charts/colors17.xml><?xml version="1.0" encoding="utf-8"?>
<cs:colorStyle xmlns:cs="http://schemas.microsoft.com/office/drawing/2012/chartStyle" xmlns:a="http://schemas.openxmlformats.org/drawingml/2006/main" meth="withinLinearReversed" id="21">
  <a:schemeClr val="accent1"/>
</cs:colorStyle>
</file>

<file path=ppt/charts/colors18.xml><?xml version="1.0" encoding="utf-8"?>
<cs:colorStyle xmlns:cs="http://schemas.microsoft.com/office/drawing/2012/chartStyle" xmlns:a="http://schemas.openxmlformats.org/drawingml/2006/main" meth="withinLinearReversed" id="21">
  <a:schemeClr val="accent1"/>
</cs:colorStyle>
</file>

<file path=ppt/charts/colors19.xml><?xml version="1.0" encoding="utf-8"?>
<cs:colorStyle xmlns:cs="http://schemas.microsoft.com/office/drawing/2012/chartStyle" xmlns:a="http://schemas.openxmlformats.org/drawingml/2006/main" meth="withinLinearReversed" id="21">
  <a:schemeClr val="accent1"/>
</cs:colorStyle>
</file>

<file path=ppt/charts/colors20.xml><?xml version="1.0" encoding="utf-8"?>
<cs:colorStyle xmlns:cs="http://schemas.microsoft.com/office/drawing/2012/chartStyle" xmlns:a="http://schemas.openxmlformats.org/drawingml/2006/main" meth="withinLinearReversed" id="21">
  <a:schemeClr val="accent1"/>
</cs:colorStyle>
</file>

<file path=ppt/charts/colors21.xml><?xml version="1.0" encoding="utf-8"?>
<cs:colorStyle xmlns:cs="http://schemas.microsoft.com/office/drawing/2012/chartStyle" xmlns:a="http://schemas.openxmlformats.org/drawingml/2006/main" meth="withinLinearReversed" id="21">
  <a:schemeClr val="accent1"/>
</cs:colorStyle>
</file>

<file path=ppt/charts/colors22.xml><?xml version="1.0" encoding="utf-8"?>
<cs:colorStyle xmlns:cs="http://schemas.microsoft.com/office/drawing/2012/chartStyle" xmlns:a="http://schemas.openxmlformats.org/drawingml/2006/main" meth="withinLinearReversed" id="21">
  <a:schemeClr val="accent1"/>
</cs:colorStyle>
</file>

<file path=ppt/charts/colors23.xml><?xml version="1.0" encoding="utf-8"?>
<cs:colorStyle xmlns:cs="http://schemas.microsoft.com/office/drawing/2012/chartStyle" xmlns:a="http://schemas.openxmlformats.org/drawingml/2006/main" meth="withinLinearReversed" id="21">
  <a:schemeClr val="accent1"/>
</cs:colorStyle>
</file>

<file path=ppt/charts/colors24.xml><?xml version="1.0" encoding="utf-8"?>
<cs:colorStyle xmlns:cs="http://schemas.microsoft.com/office/drawing/2012/chartStyle" xmlns:a="http://schemas.openxmlformats.org/drawingml/2006/main" meth="withinLinearReversed" id="21">
  <a:schemeClr val="accent1"/>
</cs:colorStyle>
</file>

<file path=ppt/charts/colors25.xml><?xml version="1.0" encoding="utf-8"?>
<cs:colorStyle xmlns:cs="http://schemas.microsoft.com/office/drawing/2012/chartStyle" xmlns:a="http://schemas.openxmlformats.org/drawingml/2006/main" meth="withinLinearReversed" id="21">
  <a:schemeClr val="accent1"/>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withinLinearReversed" id="21">
  <a:schemeClr val="accent1"/>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withinLinearReversed" id="21">
  <a:schemeClr val="accent1"/>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withinLinearReversed" id="21">
  <a:schemeClr val="accent1"/>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withinLinearReversed" id="21">
  <a:schemeClr val="accent1"/>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withinLinearReversed" id="21">
  <a:schemeClr val="accent1"/>
</cs:colorStyle>
</file>

<file path=ppt/charts/colors85.xml><?xml version="1.0" encoding="utf-8"?>
<cs:colorStyle xmlns:cs="http://schemas.microsoft.com/office/drawing/2012/chartStyle" xmlns:a="http://schemas.openxmlformats.org/drawingml/2006/main" meth="withinLinearReversed" id="21">
  <a:schemeClr val="accent1"/>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3.xml><?xml version="1.0" encoding="utf-8"?>
<cs:colorStyle xmlns:cs="http://schemas.microsoft.com/office/drawing/2012/chartStyle" xmlns:a="http://schemas.openxmlformats.org/drawingml/2006/main" meth="withinLinearReversed" id="21">
  <a:schemeClr val="accent1"/>
</cs:colorStyle>
</file>

<file path=ppt/charts/colors94.xml><?xml version="1.0" encoding="utf-8"?>
<cs:colorStyle xmlns:cs="http://schemas.microsoft.com/office/drawing/2012/chartStyle" xmlns:a="http://schemas.openxmlformats.org/drawingml/2006/main" meth="withinLinearReversed" id="21">
  <a:schemeClr val="accent1"/>
</cs:colorStyle>
</file>

<file path=ppt/charts/colors9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0.xml><?xml version="1.0" encoding="utf-8"?>
<cs:colorStyle xmlns:cs="http://schemas.microsoft.com/office/drawing/2012/chartStyle" xmlns:a="http://schemas.openxmlformats.org/drawingml/2006/main" meth="withinLinearReversed" id="21">
  <a:schemeClr val="accent1"/>
</cs:colorStyle>
</file>

<file path=ppt/charts/colors101.xml><?xml version="1.0" encoding="utf-8"?>
<cs:colorStyle xmlns:cs="http://schemas.microsoft.com/office/drawing/2012/chartStyle" xmlns:a="http://schemas.openxmlformats.org/drawingml/2006/main" meth="withinLinearReversed" id="21">
  <a:schemeClr val="accent1"/>
</cs:colorStyle>
</file>

<file path=ppt/charts/colors10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5.xml><?xml version="1.0" encoding="utf-8"?>
<cs:colorStyle xmlns:cs="http://schemas.microsoft.com/office/drawing/2012/chartStyle" xmlns:a="http://schemas.openxmlformats.org/drawingml/2006/main" meth="withinLinear" id="17">
  <a:schemeClr val="accent4"/>
</cs:colorStyle>
</file>

<file path=ppt/charts/colors10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5.xml><?xml version="1.0" encoding="utf-8"?>
<cs:chartStyle xmlns:cs="http://schemas.microsoft.com/office/drawing/2012/chartStyle" xmlns:a="http://schemas.openxmlformats.org/drawingml/2006/main" id="111">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1">
      <a:schemeClr val="lt1"/>
    </cs:lnRef>
    <cs:fillRef idx="1">
      <cs:styleClr val="auto"/>
    </cs:fillRef>
    <cs:effectRef idx="1">
      <a:schemeClr val="dk1"/>
    </cs:effectRef>
    <cs:fontRef idx="minor">
      <a:schemeClr val="tx1"/>
    </cs:fontRef>
    <cs:spPr>
      <a:ln>
        <a:round/>
      </a:ln>
    </cs:spPr>
  </cs:dataPoint>
  <cs:dataPoint3D>
    <cs:lnRef idx="1">
      <a:schemeClr val="lt1"/>
    </cs:lnRef>
    <cs:fillRef idx="1">
      <cs:styleClr val="auto"/>
    </cs:fillRef>
    <cs:effectRef idx="1">
      <a:schemeClr val="dk1"/>
    </cs:effectRef>
    <cs:fontRef idx="minor">
      <a:schemeClr val="tx1"/>
    </cs:fontRef>
    <cs:spPr>
      <a:ln>
        <a:round/>
      </a:ln>
    </cs:spPr>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1">
      <cs:styleClr val="auto"/>
    </cs:fillRef>
    <cs:effectRef idx="1">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1">
      <a:schemeClr val="dk1"/>
    </cs:effectRef>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1">
      <a:schemeClr val="dk1"/>
    </cs:effectRef>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472542" y="2895601"/>
            <a:ext cx="2971800" cy="458788"/>
          </a:xfrm>
          <a:prstGeom prst="rect">
            <a:avLst/>
          </a:prstGeom>
        </p:spPr>
        <p:txBody>
          <a:bodyPr vert="horz" lIns="91440" tIns="45720" rIns="91440" bIns="45720" rtlCol="1"/>
          <a:lstStyle>
            <a:lvl1pPr algn="r">
              <a:defRPr sz="1200"/>
            </a:lvl1pPr>
          </a:lstStyle>
          <a:p>
            <a:r>
              <a:rPr lang="ar-AE" sz="1400" b="1">
                <a:solidFill>
                  <a:schemeClr val="bg1">
                    <a:lumMod val="50000"/>
                  </a:schemeClr>
                </a:solidFill>
                <a:latin typeface="Arial" panose="020B0604020202020204" pitchFamily="34" charset="0"/>
              </a:rPr>
              <a:t>اسم القسم ابريل بولد 14</a:t>
            </a:r>
          </a:p>
        </p:txBody>
      </p:sp>
      <p:sp>
        <p:nvSpPr>
          <p:cNvPr id="5" name="Slide Number Placeholder 4"/>
          <p:cNvSpPr>
            <a:spLocks noGrp="1"/>
          </p:cNvSpPr>
          <p:nvPr>
            <p:ph type="sldNum" sz="quarter" idx="3"/>
          </p:nvPr>
        </p:nvSpPr>
        <p:spPr>
          <a:xfrm>
            <a:off x="3472542" y="5778729"/>
            <a:ext cx="2971800" cy="458787"/>
          </a:xfrm>
          <a:prstGeom prst="rect">
            <a:avLst/>
          </a:prstGeom>
        </p:spPr>
        <p:txBody>
          <a:bodyPr vert="horz" lIns="91440" tIns="45720" rIns="91440" bIns="45720" rtlCol="1" anchor="b"/>
          <a:lstStyle>
            <a:lvl1pPr algn="l">
              <a:defRPr sz="1200"/>
            </a:lvl1pPr>
          </a:lstStyle>
          <a:p>
            <a:pPr algn="r"/>
            <a:fld id="{33AA0FD6-7F3A-4CAC-8B4C-3A2AD9B484BE}" type="slidenum">
              <a:rPr lang="ar-AE" sz="1400" smtClean="0">
                <a:latin typeface="Arial" panose="020B0604020202020204" pitchFamily="34" charset="0"/>
              </a:rPr>
              <a:pPr algn="r"/>
              <a:t>‹#›</a:t>
            </a:fld>
            <a:endParaRPr lang="ar-AE" sz="1400">
              <a:latin typeface="Arial" panose="020B0604020202020204" pitchFamily="34" charset="0"/>
            </a:endParaRPr>
          </a:p>
        </p:txBody>
      </p:sp>
    </p:spTree>
    <p:extLst>
      <p:ext uri="{BB962C8B-B14F-4D97-AF65-F5344CB8AC3E}">
        <p14:creationId xmlns:p14="http://schemas.microsoft.com/office/powerpoint/2010/main" val="3967284296"/>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1"/>
            <a:ext cx="2971800" cy="458788"/>
          </a:xfrm>
          <a:prstGeom prst="rect">
            <a:avLst/>
          </a:prstGeom>
        </p:spPr>
        <p:txBody>
          <a:bodyPr vert="horz" lIns="91440" tIns="45720" rIns="91440" bIns="45720" rtlCol="1"/>
          <a:lstStyle>
            <a:lvl1pPr algn="r">
              <a:defRPr sz="1200">
                <a:latin typeface="Arial" panose="020B0604020202020204" pitchFamily="34" charset="0"/>
              </a:defRPr>
            </a:lvl1pPr>
          </a:lstStyle>
          <a:p>
            <a:r>
              <a:rPr lang="ar-AE"/>
              <a:t>اسم القسم ابريل بولد 14</a:t>
            </a:r>
          </a:p>
        </p:txBody>
      </p:sp>
      <p:sp>
        <p:nvSpPr>
          <p:cNvPr id="3" name="Date Placeholder 2"/>
          <p:cNvSpPr>
            <a:spLocks noGrp="1"/>
          </p:cNvSpPr>
          <p:nvPr>
            <p:ph type="dt" idx="1"/>
          </p:nvPr>
        </p:nvSpPr>
        <p:spPr>
          <a:xfrm>
            <a:off x="1588" y="1"/>
            <a:ext cx="2971800" cy="458788"/>
          </a:xfrm>
          <a:prstGeom prst="rect">
            <a:avLst/>
          </a:prstGeom>
        </p:spPr>
        <p:txBody>
          <a:bodyPr vert="horz" lIns="91440" tIns="45720" rIns="91440" bIns="45720" rtlCol="1"/>
          <a:lstStyle>
            <a:lvl1pPr algn="l">
              <a:defRPr sz="1200">
                <a:latin typeface="Arial" panose="020B0604020202020204" pitchFamily="34" charset="0"/>
              </a:defRPr>
            </a:lvl1pPr>
          </a:lstStyle>
          <a:p>
            <a:fld id="{48E455A2-5001-49B3-BF7C-652654BD6269}" type="datetimeFigureOut">
              <a:rPr lang="ar-AE" smtClean="0"/>
              <a:pPr/>
              <a:t>21‏/10‏/1447</a:t>
            </a:fld>
            <a:endParaRPr lang="ar-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A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AE"/>
          </a:p>
        </p:txBody>
      </p:sp>
      <p:sp>
        <p:nvSpPr>
          <p:cNvPr id="6" name="Footer Placeholder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atin typeface="Arial" panose="020B0604020202020204" pitchFamily="34" charset="0"/>
              </a:defRPr>
            </a:lvl1pPr>
          </a:lstStyle>
          <a:p>
            <a:endParaRPr lang="ar-AE"/>
          </a:p>
        </p:txBody>
      </p:sp>
      <p:sp>
        <p:nvSpPr>
          <p:cNvPr id="7" name="Slide Number Placeholder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atin typeface="Arial" panose="020B0604020202020204" pitchFamily="34" charset="0"/>
              </a:defRPr>
            </a:lvl1pPr>
          </a:lstStyle>
          <a:p>
            <a:fld id="{986D80E4-8387-47B8-990B-1525614A4DCC}" type="slidenum">
              <a:rPr lang="ar-AE" smtClean="0"/>
              <a:pPr/>
              <a:t>‹#›</a:t>
            </a:fld>
            <a:endParaRPr lang="ar-AE"/>
          </a:p>
        </p:txBody>
      </p:sp>
    </p:spTree>
    <p:extLst>
      <p:ext uri="{BB962C8B-B14F-4D97-AF65-F5344CB8AC3E}">
        <p14:creationId xmlns:p14="http://schemas.microsoft.com/office/powerpoint/2010/main" val="4182068840"/>
      </p:ext>
    </p:extLst>
  </p:cSld>
  <p:clrMap bg1="lt1" tx1="dk1" bg2="lt2" tx2="dk2" accent1="accent1" accent2="accent2" accent3="accent3" accent4="accent4" accent5="accent5" accent6="accent6" hlink="hlink" folHlink="folHlink"/>
  <p:hf dt="0"/>
  <p:notesStyle>
    <a:lvl1pPr marL="0" algn="r" defTabSz="914400" rtl="1" eaLnBrk="1" latinLnBrk="0" hangingPunct="1">
      <a:defRPr sz="1200" kern="1200">
        <a:solidFill>
          <a:schemeClr val="tx1"/>
        </a:solidFill>
        <a:latin typeface="Arial" panose="020B0604020202020204" pitchFamily="34" charset="0"/>
        <a:ea typeface="+mn-ea"/>
        <a:cs typeface="+mn-cs"/>
      </a:defRPr>
    </a:lvl1pPr>
    <a:lvl2pPr marL="457200" algn="r" defTabSz="914400" rtl="1" eaLnBrk="1" latinLnBrk="0" hangingPunct="1">
      <a:defRPr sz="1200" kern="1200">
        <a:solidFill>
          <a:schemeClr val="tx1"/>
        </a:solidFill>
        <a:latin typeface="Arial" panose="020B0604020202020204" pitchFamily="34" charset="0"/>
        <a:ea typeface="+mn-ea"/>
        <a:cs typeface="+mn-cs"/>
      </a:defRPr>
    </a:lvl2pPr>
    <a:lvl3pPr marL="914400" algn="r" defTabSz="914400" rtl="1" eaLnBrk="1" latinLnBrk="0" hangingPunct="1">
      <a:defRPr sz="1200" kern="1200">
        <a:solidFill>
          <a:schemeClr val="tx1"/>
        </a:solidFill>
        <a:latin typeface="Arial" panose="020B0604020202020204" pitchFamily="34" charset="0"/>
        <a:ea typeface="+mn-ea"/>
        <a:cs typeface="+mn-cs"/>
      </a:defRPr>
    </a:lvl3pPr>
    <a:lvl4pPr marL="1371600" algn="r" defTabSz="914400" rtl="1" eaLnBrk="1" latinLnBrk="0" hangingPunct="1">
      <a:defRPr sz="1200" kern="1200">
        <a:solidFill>
          <a:schemeClr val="tx1"/>
        </a:solidFill>
        <a:latin typeface="Arial" panose="020B0604020202020204" pitchFamily="34" charset="0"/>
        <a:ea typeface="+mn-ea"/>
        <a:cs typeface="+mn-cs"/>
      </a:defRPr>
    </a:lvl4pPr>
    <a:lvl5pPr marL="1828800" algn="r" defTabSz="914400" rtl="1" eaLnBrk="1" latinLnBrk="0" hangingPunct="1">
      <a:defRPr sz="1200" kern="1200">
        <a:solidFill>
          <a:schemeClr val="tx1"/>
        </a:solidFill>
        <a:latin typeface="Arial" panose="020B0604020202020204" pitchFamily="34"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1235075"/>
            <a:ext cx="5921375" cy="3332163"/>
          </a:xfrm>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75010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76DF3-C5D9-10C4-6259-18C543728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536DA-D2A6-A043-9DD6-6E693B1EF030}"/>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DF6ADFB0-4194-B5B7-A5EB-B121F71EE4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444F1C-93EC-68D3-FD2A-8EC2FA63276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48631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217F1-7501-9C2A-D058-DF6DE03CE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A97EB-D835-01D6-2B84-F6C7ECFE5701}"/>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C9C6FD5E-8D45-0916-1A12-F6CDBC7661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201ACE-9DC5-9BC9-3709-2F57B33C52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0038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F6BEA-1BB8-710E-E088-397A457ED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6C5E9-4158-2FFE-CA7D-81E786A1797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AC098AE2-2292-68E8-A7C6-DA3B17AA8B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A74F30-CA11-26B2-34C9-46672E75A79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2892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2F9BB-841C-9A33-46B6-C16F0685E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69742-9C68-7284-6AB8-92BBAF4165C1}"/>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17123A4-C7A1-A270-E40B-8678C45567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8E0DB1-6F31-13B4-C14A-06D297B7AD54}"/>
              </a:ext>
            </a:extLst>
          </p:cNvPr>
          <p:cNvSpPr>
            <a:spLocks noGrp="1"/>
          </p:cNvSpPr>
          <p:nvPr>
            <p:ph type="sldNum" sz="quarter" idx="5"/>
          </p:nvPr>
        </p:nvSpPr>
        <p:spPr/>
        <p:txBody>
          <a:bodyPr/>
          <a:lstStyle/>
          <a:p>
            <a:fld id="{55E8B165-FF0B-4F1F-924E-E1D248B07F8A}" type="slidenum">
              <a:rPr lang="en-GB" smtClean="0"/>
              <a:t>9</a:t>
            </a:fld>
            <a:endParaRPr lang="en-GB"/>
          </a:p>
        </p:txBody>
      </p:sp>
    </p:spTree>
    <p:extLst>
      <p:ext uri="{BB962C8B-B14F-4D97-AF65-F5344CB8AC3E}">
        <p14:creationId xmlns:p14="http://schemas.microsoft.com/office/powerpoint/2010/main" val="387018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3AF5-C82A-6E12-85A0-E028B8A3C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08BEB-FF88-1256-B382-37B69EB53174}"/>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706468A4-DBAA-3B5B-3D4E-1A944F54F8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2A124C-08EE-5DE0-0B74-5F1B6390D3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10013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C3C8-5CF0-2E1C-9B6C-9BE531693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EC32A-D7D5-B623-A731-ED0DD757EFE9}"/>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CB70D87C-A81A-9A9E-6A9F-3BAD5D8E759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BA41B30-B4FE-AC9C-B8C6-22684C1592B2}"/>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7C28AD92-1208-904D-87B9-E2440DCA5D61}"/>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D6FEC66D-0729-7843-6677-DBBE01BEAA73}"/>
              </a:ext>
            </a:extLst>
          </p:cNvPr>
          <p:cNvSpPr>
            <a:spLocks noGrp="1"/>
          </p:cNvSpPr>
          <p:nvPr>
            <p:ph type="sldNum" sz="quarter" idx="5"/>
          </p:nvPr>
        </p:nvSpPr>
        <p:spPr/>
        <p:txBody>
          <a:bodyPr/>
          <a:lstStyle/>
          <a:p>
            <a:fld id="{986D80E4-8387-47B8-990B-1525614A4DCC}" type="slidenum">
              <a:rPr lang="ar-AE" smtClean="0"/>
              <a:pPr/>
              <a:t>12</a:t>
            </a:fld>
            <a:endParaRPr lang="ar-AE"/>
          </a:p>
        </p:txBody>
      </p:sp>
    </p:spTree>
    <p:extLst>
      <p:ext uri="{BB962C8B-B14F-4D97-AF65-F5344CB8AC3E}">
        <p14:creationId xmlns:p14="http://schemas.microsoft.com/office/powerpoint/2010/main" val="356861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13</a:t>
            </a:fld>
            <a:endParaRPr lang="ar-AE"/>
          </a:p>
        </p:txBody>
      </p:sp>
    </p:spTree>
    <p:extLst>
      <p:ext uri="{BB962C8B-B14F-4D97-AF65-F5344CB8AC3E}">
        <p14:creationId xmlns:p14="http://schemas.microsoft.com/office/powerpoint/2010/main" val="1443503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8E59E-668A-EB28-33F3-B59697643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29894-1B0E-37C1-4344-9A44FA6A9DD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F91A79AD-CB0A-815E-1F0E-808782828C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CFEB46-B407-77D7-A82C-51D5652E76C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42815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FE88-2363-1284-1030-E056C620F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0EB61-AFDB-BDA6-C2C0-27E71B1768D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571648FD-824C-E48D-BF16-987D729024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8C8C98-05AE-94B0-DEF6-06324C5A8F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69300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AE"/>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25</a:t>
            </a:fld>
            <a:endParaRPr lang="ar-AE"/>
          </a:p>
        </p:txBody>
      </p:sp>
    </p:spTree>
    <p:extLst>
      <p:ext uri="{BB962C8B-B14F-4D97-AF65-F5344CB8AC3E}">
        <p14:creationId xmlns:p14="http://schemas.microsoft.com/office/powerpoint/2010/main" val="3787769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9DDFC-29C3-FCF3-BE4B-AA099C2CD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78894-E56E-32DD-B26C-73E84901AB6F}"/>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027DA27A-558A-EB84-1CDB-3F3FC7B078FA}"/>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9D8339E-8388-561E-4F66-D963C4601F2D}"/>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4F50573A-2FB9-4435-721E-A1F2780D04CC}"/>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1CEF4CD1-672F-E131-427F-DCF48B2F25E6}"/>
              </a:ext>
            </a:extLst>
          </p:cNvPr>
          <p:cNvSpPr>
            <a:spLocks noGrp="1"/>
          </p:cNvSpPr>
          <p:nvPr>
            <p:ph type="sldNum" sz="quarter" idx="5"/>
          </p:nvPr>
        </p:nvSpPr>
        <p:spPr/>
        <p:txBody>
          <a:bodyPr/>
          <a:lstStyle/>
          <a:p>
            <a:fld id="{986D80E4-8387-47B8-990B-1525614A4DCC}" type="slidenum">
              <a:rPr lang="ar-AE" smtClean="0"/>
              <a:t>26</a:t>
            </a:fld>
            <a:endParaRPr lang="ar-AE"/>
          </a:p>
        </p:txBody>
      </p:sp>
    </p:spTree>
    <p:extLst>
      <p:ext uri="{BB962C8B-B14F-4D97-AF65-F5344CB8AC3E}">
        <p14:creationId xmlns:p14="http://schemas.microsoft.com/office/powerpoint/2010/main" val="3467117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CC470-A551-61A3-3585-13857D6E2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5F2CE-FAF4-43D5-6AA5-D20197B19AC6}"/>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83D007FF-EE7C-19EA-0523-DAB4A444B3A1}"/>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80DFF360-A140-D50B-958F-008367EEB0D3}"/>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1CCB42E8-67CF-1D04-2D6F-3EF9F20231BE}"/>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DEFD8B37-775B-D10F-1224-8E4C987412F9}"/>
              </a:ext>
            </a:extLst>
          </p:cNvPr>
          <p:cNvSpPr>
            <a:spLocks noGrp="1"/>
          </p:cNvSpPr>
          <p:nvPr>
            <p:ph type="sldNum" sz="quarter" idx="5"/>
          </p:nvPr>
        </p:nvSpPr>
        <p:spPr/>
        <p:txBody>
          <a:bodyPr/>
          <a:lstStyle/>
          <a:p>
            <a:fld id="{986D80E4-8387-47B8-990B-1525614A4DCC}" type="slidenum">
              <a:rPr lang="ar-AE" smtClean="0"/>
              <a:t>27</a:t>
            </a:fld>
            <a:endParaRPr lang="ar-AE"/>
          </a:p>
        </p:txBody>
      </p:sp>
    </p:spTree>
    <p:extLst>
      <p:ext uri="{BB962C8B-B14F-4D97-AF65-F5344CB8AC3E}">
        <p14:creationId xmlns:p14="http://schemas.microsoft.com/office/powerpoint/2010/main" val="1723873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E12D-E30B-49AC-DA1C-C5060B18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4E816-9B7C-39D0-2F69-BE5C6FC2C111}"/>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1AC8DD6F-C55A-D5BB-16B1-74370AEAF4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BF14BF-ED1B-DEFD-31AE-006B304A458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30806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31</a:t>
            </a:fld>
            <a:endParaRPr lang="ar-AE"/>
          </a:p>
        </p:txBody>
      </p:sp>
    </p:spTree>
    <p:extLst>
      <p:ext uri="{BB962C8B-B14F-4D97-AF65-F5344CB8AC3E}">
        <p14:creationId xmlns:p14="http://schemas.microsoft.com/office/powerpoint/2010/main" val="2953779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8AC8-16D3-49C7-393A-277D026B1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4331A-5310-B00E-5689-3929258EF05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0B4197D-66FC-55EE-67D0-3F461800ACAE}"/>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86DCCD8-4226-B352-1202-A4D2D6FF30D2}"/>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17400FDF-9F58-1A52-9DA9-FBA94FE2FB10}"/>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15E4C215-E83E-E845-D09E-0877A1D3F95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32</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2503385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B3497-814B-AF5E-7F44-4BFD3573F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1A88-12DB-758B-50E7-6087C0FAD7EC}"/>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64CEED28-6532-84AA-0D86-8A6BBFA7A491}"/>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F6499987-8197-06DD-43D5-5456F7751905}"/>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B7FBB5D2-B40C-B364-56B2-17AF4178265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4A63FE96-1F1B-EFBD-4013-EBF59318F339}"/>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33</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250423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88EC-4695-715F-FE75-9C91CA49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D699E-934F-81C0-AB1C-446E33616E74}"/>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2AB901E6-4BB1-3098-8AB8-6B4B089F9279}"/>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A363C67-CAFB-DEFD-A2C2-7DCE9D86C720}"/>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7F9C1E92-D3EA-DE76-E4F7-E3EB1326AAE7}"/>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1266F815-7AA3-BF92-5CA9-C5F3A334AF21}"/>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34</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2039897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2EA0-D211-3677-1218-C1A4D4F90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4F705-0615-B319-C73D-3155B1B7361E}"/>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2021E2CF-E081-AB54-4930-765B1D2D5B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7BC6D5-89B7-D917-9106-A2C2A7F3AFD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17654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126DC-2D8E-6523-0BD4-5AE18A3CA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D12AE-9DBF-6E45-2D51-81A7496E9CD9}"/>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13F40D56-64D9-D78A-2B8E-069EAE18E251}"/>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D7EA7DE-44D5-B66B-1DD5-612349432FFE}"/>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29219AF3-2FAE-6637-8E7F-1929F230A454}"/>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BAF83BF4-8ACE-568E-4902-535565E225A8}"/>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38</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3479004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3E11C-4C72-D8D2-694C-E27B44838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DE631-53D9-E467-ED23-096200A8F9AC}"/>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3F107F0-AEB4-187C-A123-2A67156313BB}"/>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E6D73BCD-DD85-8698-A547-C436600DD40D}"/>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8BE1F8D2-13FF-8305-41C1-BAFCCF057A2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74A62DB8-C936-71B6-A8AE-93787F8E1636}"/>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39</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763066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147D-D729-D709-3FBE-A2C85D693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35C46-C005-A7AD-5D96-945F652E2CB5}"/>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B11E878-272C-BA9A-4BF4-C9AD9DBE7B19}"/>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35D4EA2-0EC3-9518-9F03-BC8851417A18}"/>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FC89C7B3-D9B7-7548-32CB-C6A2244C31C6}"/>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9DC8250F-0CA8-4B48-DCA6-84F98B244A20}"/>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40</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106367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946D-EA44-8327-BD46-2490B093F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0A8C4-B3F5-F714-23D0-E689780E3B38}"/>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10FC127C-E602-1176-4E42-7C490F17ED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CDED40-6C41-138F-EF5B-415FED7D15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54180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AFF49-75AF-07EC-D2FF-566BFC0C0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DE77A-39F7-2997-9AC6-4C4428655E72}"/>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8D8E5BC-C9F5-853C-59C5-76254032951C}"/>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8A37A884-44C1-6246-EEB0-280913EA0B74}"/>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D0194604-A038-1D0A-F6E6-3CA53BCBBBF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99FDB894-F38E-07A2-2F2F-269A2B1DC49D}"/>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44</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4066274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F680-A5FE-AF66-EBAC-DC4CCED2F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48DA9-2CE6-0366-346C-0C478623C833}"/>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9BEF0E2-54B8-EA33-58D2-ABDEB850F14C}"/>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98D5556-9007-071D-DF0E-407AE7A9F81C}"/>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09566693-B143-8BF1-11DC-FFC8FE2A9839}"/>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B6916C90-39E8-EE6A-A6CE-91871DA98E96}"/>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45</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984802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A318F-7C58-C88D-33D6-4FFE1785F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83D6F-67E4-6D40-B3C2-8A1B353B4718}"/>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52F3A776-C70C-866B-1B38-89470F67E8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8D1BC0-6E67-B39D-2D74-781BC334C3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98042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48</a:t>
            </a:fld>
            <a:endParaRPr lang="ar-AE"/>
          </a:p>
        </p:txBody>
      </p:sp>
    </p:spTree>
    <p:extLst>
      <p:ext uri="{BB962C8B-B14F-4D97-AF65-F5344CB8AC3E}">
        <p14:creationId xmlns:p14="http://schemas.microsoft.com/office/powerpoint/2010/main" val="1836492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4E6A0-1A98-EEA1-371D-5CA4884C5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21E51-AFF5-72C3-5D1A-9D7CB99221B2}"/>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6624EAEA-4F81-24C4-DB5F-63B8B612FEC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C4DF1A5-A811-C68D-5042-DC27365E96F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5E8B165-FF0B-4F1F-924E-E1D248B07F8A}" type="slidenum">
              <a:rPr kumimoji="0" lang="en-GB" sz="1200" b="0" i="0" u="none" strike="noStrike" kern="1200" cap="none" spc="0" normalizeH="0" baseline="0" noProof="0" smtClean="0">
                <a:ln>
                  <a:noFill/>
                </a:ln>
                <a:solidFill>
                  <a:prstClr val="black"/>
                </a:solidFill>
                <a:effectLst/>
                <a:uLnTx/>
                <a:uFillTx/>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117935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1B02-A732-659F-6B11-7571A30BF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C832-E64A-333A-0914-824441B4D46E}"/>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E511479D-3D23-97AF-BC2E-D8F408F47A1A}"/>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C363AF3-DA70-5F1C-421A-9A47C9D77CD9}"/>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9F20604B-C115-52D5-9374-DC6A7D59D64B}"/>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D3D8B522-44C1-91F7-5491-97083CF5AE3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50</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3877472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BF8-84AE-2214-09F4-84C638EBA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C47D0-4AA7-F433-B901-D45772DF7B90}"/>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63601205-90F4-95B0-C4A7-C938B8B3FE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5CC8B8-1266-9B23-93F5-F214CE4BDE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25876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6003A-F915-8E9F-7535-0717BC2A2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50665-D96D-FACA-97EE-06A38557299F}"/>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0550581-FEC7-0602-F377-A138A05043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80838-DFB4-B1B1-9BB0-FCE8418397DE}"/>
              </a:ext>
            </a:extLst>
          </p:cNvPr>
          <p:cNvSpPr>
            <a:spLocks noGrp="1"/>
          </p:cNvSpPr>
          <p:nvPr>
            <p:ph type="sldNum" sz="quarter" idx="5"/>
          </p:nvPr>
        </p:nvSpPr>
        <p:spPr/>
        <p:txBody>
          <a:bodyPr/>
          <a:lstStyle/>
          <a:p>
            <a:fld id="{55E8B165-FF0B-4F1F-924E-E1D248B07F8A}" type="slidenum">
              <a:rPr lang="en-GB" smtClean="0"/>
              <a:t>53</a:t>
            </a:fld>
            <a:endParaRPr lang="en-GB"/>
          </a:p>
        </p:txBody>
      </p:sp>
    </p:spTree>
    <p:extLst>
      <p:ext uri="{BB962C8B-B14F-4D97-AF65-F5344CB8AC3E}">
        <p14:creationId xmlns:p14="http://schemas.microsoft.com/office/powerpoint/2010/main" val="1759698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E54BC-8C7B-AD60-CAA0-200F8F78C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E28C6-7406-7FCB-EF0D-8AF8A813A7B6}"/>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8FC13A7F-1931-5852-F4A1-C64EB849BF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8300B3-6FF6-5DB0-5470-B9D976A0F25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10183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AE"/>
          </a:p>
        </p:txBody>
      </p:sp>
      <p:sp>
        <p:nvSpPr>
          <p:cNvPr id="4" name="Header Placeholder 3"/>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55</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6678577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31E3-3755-4DE3-0480-6BF8AC3FE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D258-7F74-02A6-A787-BE1645FFD3D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A00999C1-678A-013B-FF78-705441FDD069}"/>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E882B463-8CB4-06DC-A5AF-95A51EA505E4}"/>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70E9318B-FFBB-6170-8145-415F048764E3}"/>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CE2FB137-E8C4-483B-DA18-5D5803B7FB2A}"/>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56</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106183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240FD-0298-F5BD-A1B6-CF8DEDD3C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A627A-E186-C9A9-CFFF-5914A4ABCEA5}"/>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A64AC0E0-D3AB-E48B-6F1A-74BA9288D5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FF963F-1F54-6F56-5AB5-DBB0E4B6B9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05908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3999" y="1122363"/>
            <a:ext cx="9661071" cy="1557775"/>
          </a:xfrm>
          <a:prstGeom prst="rect">
            <a:avLst/>
          </a:prstGeom>
        </p:spPr>
        <p:txBody>
          <a:bodyPr anchor="b"/>
          <a:lstStyle>
            <a:lvl1pPr algn="r">
              <a:defRPr sz="4000" baseline="0">
                <a:solidFill>
                  <a:srgbClr val="B68A35"/>
                </a:solidFill>
                <a:latin typeface="Arial" panose="020B0604020202020204" pitchFamily="34" charset="0"/>
                <a:cs typeface="Arial" panose="020B0604020202020204" pitchFamily="34" charset="0"/>
              </a:defRPr>
            </a:lvl1pPr>
          </a:lstStyle>
          <a:p>
            <a:r>
              <a:rPr lang="ar-AE"/>
              <a:t>العنوان الرئيسي </a:t>
            </a:r>
            <a:r>
              <a:rPr lang="en-US"/>
              <a:t>Arial Bold 40</a:t>
            </a:r>
            <a:endParaRPr lang="ar-AE"/>
          </a:p>
        </p:txBody>
      </p:sp>
      <p:sp>
        <p:nvSpPr>
          <p:cNvPr id="21" name="Text Placeholder 20"/>
          <p:cNvSpPr>
            <a:spLocks noGrp="1"/>
          </p:cNvSpPr>
          <p:nvPr>
            <p:ph type="body" sz="quarter" idx="11" hasCustomPrompt="1"/>
          </p:nvPr>
        </p:nvSpPr>
        <p:spPr>
          <a:xfrm>
            <a:off x="1524000" y="2784475"/>
            <a:ext cx="9661525" cy="914400"/>
          </a:xfrm>
          <a:prstGeom prst="rect">
            <a:avLst/>
          </a:prstGeom>
        </p:spPr>
        <p:txBody>
          <a:bodyPr/>
          <a:lstStyle>
            <a:lvl1pPr>
              <a:defRPr sz="2800" b="0" baseline="0"/>
            </a:lvl1pPr>
            <a:lvl2pPr marL="457200" indent="0">
              <a:buNone/>
              <a:defRPr/>
            </a:lvl2pPr>
            <a:lvl3pPr marL="914400" indent="0">
              <a:buNone/>
              <a:defRPr/>
            </a:lvl3pPr>
            <a:lvl4pPr marL="1371600" indent="0">
              <a:buNone/>
              <a:defRPr/>
            </a:lvl4pPr>
            <a:lvl5pPr marL="1828800" indent="0">
              <a:buNone/>
              <a:defRPr/>
            </a:lvl5pPr>
          </a:lstStyle>
          <a:p>
            <a:pPr lvl="0"/>
            <a:r>
              <a:rPr lang="ar-AE"/>
              <a:t>العنوان الفرعي 28 </a:t>
            </a:r>
            <a:r>
              <a:rPr lang="en-US"/>
              <a:t>Arial Regular</a:t>
            </a:r>
          </a:p>
          <a:p>
            <a:pPr lvl="1"/>
            <a:r>
              <a:rPr lang="en-US"/>
              <a:t> </a:t>
            </a:r>
          </a:p>
        </p:txBody>
      </p:sp>
      <p:sp>
        <p:nvSpPr>
          <p:cNvPr id="25" name="Text Placeholder 24"/>
          <p:cNvSpPr>
            <a:spLocks noGrp="1"/>
          </p:cNvSpPr>
          <p:nvPr>
            <p:ph type="body" sz="quarter" idx="12" hasCustomPrompt="1"/>
          </p:nvPr>
        </p:nvSpPr>
        <p:spPr>
          <a:xfrm>
            <a:off x="6172200" y="4212995"/>
            <a:ext cx="5013325" cy="560387"/>
          </a:xfrm>
          <a:prstGeom prst="rect">
            <a:avLst/>
          </a:prstGeom>
        </p:spPr>
        <p:txBody>
          <a:bodyPr/>
          <a:lstStyle>
            <a:lvl1pPr>
              <a:defRPr sz="2200" b="0"/>
            </a:lvl1pPr>
          </a:lstStyle>
          <a:p>
            <a:r>
              <a:rPr lang="ar-AE"/>
              <a:t>التاريخ ايريل ريجلير 22 بوينت</a:t>
            </a:r>
          </a:p>
        </p:txBody>
      </p:sp>
    </p:spTree>
    <p:extLst>
      <p:ext uri="{BB962C8B-B14F-4D97-AF65-F5344CB8AC3E}">
        <p14:creationId xmlns:p14="http://schemas.microsoft.com/office/powerpoint/2010/main" val="1565851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61458"/>
            <a:ext cx="10714264" cy="4488932"/>
          </a:xfrm>
          <a:prstGeom prst="rect">
            <a:avLst/>
          </a:prstGeom>
        </p:spPr>
        <p:txBody>
          <a:bodyPr>
            <a:normAutofit/>
          </a:bodyPr>
          <a:lstStyle>
            <a:lvl1pPr>
              <a:defRPr sz="1800" b="0" baseline="0">
                <a:solidFill>
                  <a:schemeClr val="tx1"/>
                </a:solidFill>
                <a:latin typeface="Arial" panose="020B0604020202020204" pitchFamily="34" charset="0"/>
                <a:cs typeface="Arial" panose="020B0604020202020204" pitchFamily="34" charset="0"/>
              </a:defRPr>
            </a:lvl1pPr>
            <a:lvl2pPr>
              <a:defRPr sz="1800">
                <a:solidFill>
                  <a:schemeClr val="tx1"/>
                </a:solidFill>
                <a:latin typeface="Arial" panose="020B0604020202020204" pitchFamily="34" charset="0"/>
                <a:cs typeface="Arial" panose="020B0604020202020204" pitchFamily="34" charset="0"/>
              </a:defRPr>
            </a:lvl2pPr>
            <a:lvl3pPr>
              <a:defRPr sz="1800">
                <a:solidFill>
                  <a:schemeClr val="tx2"/>
                </a:solidFill>
                <a:latin typeface="Arial" panose="020B0604020202020204" pitchFamily="34" charset="0"/>
                <a:cs typeface="Arial" panose="020B0604020202020204" pitchFamily="34" charset="0"/>
              </a:defRPr>
            </a:lvl3pPr>
            <a:lvl4pPr>
              <a:defRPr sz="1800">
                <a:solidFill>
                  <a:schemeClr val="tx2"/>
                </a:solidFill>
                <a:latin typeface="Arial" panose="020B0604020202020204" pitchFamily="34" charset="0"/>
                <a:cs typeface="Arial" panose="020B0604020202020204" pitchFamily="34" charset="0"/>
              </a:defRPr>
            </a:lvl4pPr>
            <a:lvl5pPr>
              <a:defRPr sz="1800">
                <a:solidFill>
                  <a:schemeClr val="tx2"/>
                </a:solidFill>
                <a:latin typeface="Arial" panose="020B0604020202020204" pitchFamily="34" charset="0"/>
                <a:cs typeface="Arial" panose="020B0604020202020204" pitchFamily="34" charset="0"/>
              </a:defRPr>
            </a:lvl5pPr>
          </a:lstStyle>
          <a:p>
            <a:pPr lvl="0"/>
            <a:r>
              <a:rPr lang="ar-AE"/>
              <a:t>صلب النص </a:t>
            </a:r>
            <a:r>
              <a:rPr lang="en-US"/>
              <a:t>Arial Regular 18</a:t>
            </a:r>
          </a:p>
          <a:p>
            <a:pPr lvl="1"/>
            <a:r>
              <a:rPr lang="en-US"/>
              <a:t>Second level</a:t>
            </a:r>
          </a:p>
          <a:p>
            <a:pPr lvl="1"/>
            <a:endParaRPr lang="en-US"/>
          </a:p>
        </p:txBody>
      </p:sp>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15"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6"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406300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407988" y="1714276"/>
            <a:ext cx="11274425" cy="1927225"/>
          </a:xfrm>
          <a:prstGeom prst="rect">
            <a:avLst/>
          </a:prstGeom>
        </p:spPr>
        <p:txBody>
          <a:bodyPr/>
          <a:lstStyle>
            <a:lvl1pPr>
              <a:defRPr>
                <a:solidFill>
                  <a:schemeClr val="bg1"/>
                </a:solidFill>
              </a:defRPr>
            </a:lvl1pPr>
          </a:lstStyle>
          <a:p>
            <a:r>
              <a:rPr lang="ar-AE" sz="4000" b="1">
                <a:solidFill>
                  <a:schemeClr val="bg1"/>
                </a:solidFill>
              </a:rPr>
              <a:t>عنوان</a:t>
            </a:r>
            <a:r>
              <a:rPr lang="ar-AE" sz="4000" b="1" baseline="0">
                <a:solidFill>
                  <a:schemeClr val="bg1"/>
                </a:solidFill>
              </a:rPr>
              <a:t> الفصل</a:t>
            </a:r>
            <a:r>
              <a:rPr lang="en-US" sz="4000" b="1" baseline="0">
                <a:solidFill>
                  <a:schemeClr val="bg1"/>
                </a:solidFill>
              </a:rPr>
              <a:t> Arial Bold 40 </a:t>
            </a:r>
          </a:p>
        </p:txBody>
      </p:sp>
    </p:spTree>
    <p:extLst>
      <p:ext uri="{BB962C8B-B14F-4D97-AF65-F5344CB8AC3E}">
        <p14:creationId xmlns:p14="http://schemas.microsoft.com/office/powerpoint/2010/main" val="1374453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4" name="Chart Placeholder 4"/>
          <p:cNvSpPr>
            <a:spLocks noGrp="1"/>
          </p:cNvSpPr>
          <p:nvPr>
            <p:ph type="chart" sz="quarter" idx="11" hasCustomPrompt="1"/>
          </p:nvPr>
        </p:nvSpPr>
        <p:spPr>
          <a:xfrm>
            <a:off x="838200" y="1869621"/>
            <a:ext cx="5146221" cy="4432753"/>
          </a:xfrm>
          <a:prstGeom prst="rect">
            <a:avLst/>
          </a:prstGeom>
        </p:spPr>
        <p:txBody>
          <a:bodyPr/>
          <a:lstStyle>
            <a:lvl1pPr>
              <a:defRPr sz="1800" b="0" baseline="0"/>
            </a:lvl1pPr>
          </a:lstStyle>
          <a:p>
            <a:r>
              <a:rPr lang="ar-AE"/>
              <a:t>اختر الرسم البياني</a:t>
            </a:r>
            <a:endParaRPr lang="en-US"/>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7" name="Text Placeholder 14"/>
          <p:cNvSpPr>
            <a:spLocks noGrp="1"/>
          </p:cNvSpPr>
          <p:nvPr>
            <p:ph type="body" sz="quarter" idx="14"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8"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90836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3" name="Picture Placeholder 2"/>
          <p:cNvSpPr>
            <a:spLocks noGrp="1"/>
          </p:cNvSpPr>
          <p:nvPr>
            <p:ph type="pic" sz="quarter" idx="14" hasCustomPrompt="1"/>
          </p:nvPr>
        </p:nvSpPr>
        <p:spPr>
          <a:xfrm>
            <a:off x="838200" y="1870075"/>
            <a:ext cx="5186363" cy="4432300"/>
          </a:xfrm>
          <a:prstGeom prst="rect">
            <a:avLst/>
          </a:prstGeom>
        </p:spPr>
        <p:txBody>
          <a:bodyPr/>
          <a:lstStyle>
            <a:lvl1pPr>
              <a:defRPr sz="1800" b="0"/>
            </a:lvl1pPr>
          </a:lstStyle>
          <a:p>
            <a:r>
              <a:rPr lang="ar-AE"/>
              <a:t>اختر صورة</a:t>
            </a:r>
            <a:endParaRPr lang="en-US"/>
          </a:p>
        </p:txBody>
      </p:sp>
      <p:sp>
        <p:nvSpPr>
          <p:cNvPr id="8"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9"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4186648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Layout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4" name="SmartArt Placeholder 3"/>
          <p:cNvSpPr>
            <a:spLocks noGrp="1"/>
          </p:cNvSpPr>
          <p:nvPr>
            <p:ph type="dgm" sz="quarter" idx="14" hasCustomPrompt="1"/>
          </p:nvPr>
        </p:nvSpPr>
        <p:spPr>
          <a:xfrm>
            <a:off x="838200" y="1870075"/>
            <a:ext cx="5211763" cy="4432300"/>
          </a:xfrm>
          <a:prstGeom prst="rect">
            <a:avLst/>
          </a:prstGeom>
        </p:spPr>
        <p:txBody>
          <a:bodyPr/>
          <a:lstStyle>
            <a:lvl1pPr>
              <a:defRPr sz="1800" b="0"/>
            </a:lvl1pPr>
          </a:lstStyle>
          <a:p>
            <a:r>
              <a:rPr lang="ar-AE"/>
              <a:t>اختر رسم تخطيطي</a:t>
            </a:r>
            <a:endParaRPr lang="en-US"/>
          </a:p>
        </p:txBody>
      </p:sp>
      <p:sp>
        <p:nvSpPr>
          <p:cNvPr id="8"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9"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1502687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edio+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3" name="Media Placeholder 2"/>
          <p:cNvSpPr>
            <a:spLocks noGrp="1"/>
          </p:cNvSpPr>
          <p:nvPr>
            <p:ph type="media" sz="quarter" idx="14" hasCustomPrompt="1"/>
          </p:nvPr>
        </p:nvSpPr>
        <p:spPr>
          <a:xfrm>
            <a:off x="838200" y="1870075"/>
            <a:ext cx="5195888" cy="4432300"/>
          </a:xfrm>
          <a:prstGeom prst="rect">
            <a:avLst/>
          </a:prstGeom>
        </p:spPr>
        <p:txBody>
          <a:bodyPr/>
          <a:lstStyle>
            <a:lvl1pPr>
              <a:defRPr sz="1800" b="0"/>
            </a:lvl1pPr>
          </a:lstStyle>
          <a:p>
            <a:r>
              <a:rPr lang="ar-AE"/>
              <a:t>اختر فيديو</a:t>
            </a:r>
            <a:endParaRPr lang="en-US"/>
          </a:p>
        </p:txBody>
      </p:sp>
      <p:sp>
        <p:nvSpPr>
          <p:cNvPr id="9"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0"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1037374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A1B5A546-D73F-4633-9357-187547202F95}" type="datetimeFigureOut">
              <a:rPr lang="en-US" smtClean="0"/>
              <a:t>4/8/26</a:t>
            </a:fld>
            <a:endParaRPr lang="en-US"/>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34F3AD18-3021-4B1C-B4DF-7EB9E3D5042A}" type="slidenum">
              <a:rPr lang="en-US" smtClean="0"/>
              <a:t>‹#›</a:t>
            </a:fld>
            <a:endParaRPr lang="en-US"/>
          </a:p>
        </p:txBody>
      </p:sp>
    </p:spTree>
    <p:extLst>
      <p:ext uri="{BB962C8B-B14F-4D97-AF65-F5344CB8AC3E}">
        <p14:creationId xmlns:p14="http://schemas.microsoft.com/office/powerpoint/2010/main" val="3317044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129CCE-BD57-4196-B192-41F4BC302F50}"/>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5" name="Footer Placeholder 4">
            <a:extLst>
              <a:ext uri="{FF2B5EF4-FFF2-40B4-BE49-F238E27FC236}">
                <a16:creationId xmlns:a16="http://schemas.microsoft.com/office/drawing/2014/main" id="{2536892C-D351-40C7-B780-E21F5DEA42F5}"/>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8136268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72425-35BB-4764-B657-CC008019F5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C3C67-4128-4202-81C4-307E0EDB3A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F28BDD5-944A-4A53-9A56-CD7E00C97B4A}"/>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2ACE0185-04AC-4573-8519-851929DC9FC3}"/>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978253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A316-09AD-4592-A3D4-7320B0E0C3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86671-306F-44C5-B162-E9FB51A2D3B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4E8B93E-30F7-47DE-9944-124FBD44F534}"/>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9BE97A82-B56C-4E7D-89C2-1D34C6E2759C}"/>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234661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A9356-1CDF-4282-A73F-41F4EB75CE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89E54C-CBFD-4D7F-A2D9-A3F28B694C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78269D20-856F-4A07-B520-A746E2CA9455}"/>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72BA9CB1-20B3-40B6-AF8A-BDDD9008A589}"/>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645359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3C5FB-D60C-48DB-A149-750B41AA1A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C7BD4-16F0-4FC8-972A-11F46FF6D0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3F7DE-85A3-4800-8E0C-873BDBBF96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5F2C92A-0780-49C5-BA32-241FD1C7B561}"/>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8" name="Footer Placeholder 4">
            <a:extLst>
              <a:ext uri="{FF2B5EF4-FFF2-40B4-BE49-F238E27FC236}">
                <a16:creationId xmlns:a16="http://schemas.microsoft.com/office/drawing/2014/main" id="{92E54A15-E302-411C-B3D6-5218A4239762}"/>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687331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A8E2-7384-4E21-BFCF-F5D13F9B8B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BFBD88-E59C-428D-8B7D-472F649741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DFF776F-9429-425C-977F-A8739CFD0BD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2AA815-66FD-443C-9773-963A1BE0D3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C71D2D7-B658-4BD4-9706-7F5285DD789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6865CF72-EAB5-443B-B507-F247645ED866}"/>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10" name="Footer Placeholder 4">
            <a:extLst>
              <a:ext uri="{FF2B5EF4-FFF2-40B4-BE49-F238E27FC236}">
                <a16:creationId xmlns:a16="http://schemas.microsoft.com/office/drawing/2014/main" id="{FF6C4B5F-41C9-4587-BCC8-FAFF0D11DA6B}"/>
              </a:ext>
            </a:extLst>
          </p:cNvPr>
          <p:cNvSpPr>
            <a:spLocks noGrp="1"/>
          </p:cNvSpPr>
          <p:nvPr>
            <p:ph type="ftr" sz="quarter" idx="1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685392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21AD-CF12-44D1-9522-0223AE595716}"/>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96D2286-6991-4495-B4F3-E2DBCBE517A5}"/>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6" name="Footer Placeholder 4">
            <a:extLst>
              <a:ext uri="{FF2B5EF4-FFF2-40B4-BE49-F238E27FC236}">
                <a16:creationId xmlns:a16="http://schemas.microsoft.com/office/drawing/2014/main" id="{15FCE1B7-D456-4463-8238-614AF128D0DF}"/>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178279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129CCE-BD57-4196-B192-41F4BC302F50}"/>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5" name="Footer Placeholder 4">
            <a:extLst>
              <a:ext uri="{FF2B5EF4-FFF2-40B4-BE49-F238E27FC236}">
                <a16:creationId xmlns:a16="http://schemas.microsoft.com/office/drawing/2014/main" id="{2536892C-D351-40C7-B780-E21F5DEA42F5}"/>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33072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ull Content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CA633-FC44-4145-9416-1A84682996E1}"/>
              </a:ext>
            </a:extLst>
          </p:cNvPr>
          <p:cNvSpPr>
            <a:spLocks noGrp="1"/>
          </p:cNvSpPr>
          <p:nvPr>
            <p:ph idx="1" hasCustomPrompt="1"/>
          </p:nvPr>
        </p:nvSpPr>
        <p:spPr>
          <a:xfrm>
            <a:off x="335903" y="1189822"/>
            <a:ext cx="11503090" cy="4353728"/>
          </a:xfrm>
        </p:spPr>
        <p:txBody>
          <a:bodyPr>
            <a:normAutofit/>
          </a:bodyPr>
          <a:lstStyle>
            <a:lvl1pPr marL="0" indent="0" algn="l">
              <a:buNone/>
              <a:defRPr sz="2200">
                <a:solidFill>
                  <a:srgbClr val="4D4D4F"/>
                </a:solidFill>
                <a:latin typeface="Arial" panose="020B0604020202020204" pitchFamily="34" charset="0"/>
                <a:cs typeface="Arial" panose="020B0604020202020204" pitchFamily="34" charset="0"/>
              </a:defRPr>
            </a:lvl1pPr>
            <a:lvl2pPr algn="r">
              <a:defRPr>
                <a:latin typeface="Dubai" panose="020B0503030403030204" pitchFamily="34" charset="-78"/>
                <a:cs typeface="Dubai" panose="020B0503030403030204" pitchFamily="34" charset="-78"/>
              </a:defRPr>
            </a:lvl2pPr>
            <a:lvl3pPr algn="r">
              <a:defRPr>
                <a:latin typeface="Dubai" panose="020B0503030403030204" pitchFamily="34" charset="-78"/>
                <a:cs typeface="Dubai" panose="020B0503030403030204" pitchFamily="34" charset="-78"/>
              </a:defRPr>
            </a:lvl3pPr>
            <a:lvl4pPr algn="r">
              <a:defRPr>
                <a:latin typeface="Dubai" panose="020B0503030403030204" pitchFamily="34" charset="-78"/>
                <a:cs typeface="Dubai" panose="020B0503030403030204" pitchFamily="34" charset="-78"/>
              </a:defRPr>
            </a:lvl4pPr>
            <a:lvl5pPr algn="r">
              <a:defRPr>
                <a:latin typeface="Dubai" panose="020B0503030403030204" pitchFamily="34" charset="-78"/>
                <a:cs typeface="Dubai" panose="020B0503030403030204" pitchFamily="34" charset="-78"/>
              </a:defRPr>
            </a:lvl5pPr>
          </a:lstStyle>
          <a:p>
            <a:pPr lvl="0"/>
            <a:r>
              <a:rPr lang="en-US"/>
              <a:t>Content</a:t>
            </a:r>
          </a:p>
        </p:txBody>
      </p:sp>
      <p:sp>
        <p:nvSpPr>
          <p:cNvPr id="5" name="Slide Number Placeholder 5">
            <a:extLst>
              <a:ext uri="{FF2B5EF4-FFF2-40B4-BE49-F238E27FC236}">
                <a16:creationId xmlns:a16="http://schemas.microsoft.com/office/drawing/2014/main" id="{274F1762-B35F-47C6-B007-7FC22DA73176}"/>
              </a:ext>
            </a:extLst>
          </p:cNvPr>
          <p:cNvSpPr>
            <a:spLocks noGrp="1"/>
          </p:cNvSpPr>
          <p:nvPr>
            <p:ph type="sldNum" sz="quarter" idx="4"/>
          </p:nvPr>
        </p:nvSpPr>
        <p:spPr>
          <a:xfrm>
            <a:off x="5837528" y="6425141"/>
            <a:ext cx="516943" cy="234950"/>
          </a:xfrm>
          <a:prstGeom prst="rect">
            <a:avLst/>
          </a:prstGeom>
        </p:spPr>
        <p:txBody>
          <a:bodyPr vert="horz" lIns="91440" tIns="45720" rIns="91440" bIns="45720" rtlCol="0" anchor="ctr"/>
          <a:lstStyle>
            <a:lvl1pPr algn="ctr">
              <a:defRPr sz="1200">
                <a:solidFill>
                  <a:schemeClr val="tx1">
                    <a:tint val="75000"/>
                  </a:schemeClr>
                </a:solidFill>
              </a:defRPr>
            </a:lvl1pPr>
          </a:lstStyle>
          <a:p>
            <a:fld id="{C55AB79F-85E5-47FB-B8C6-0F74998438E7}" type="slidenum">
              <a:rPr lang="en-US" smtClean="0"/>
              <a:pPr/>
              <a:t>‹#›</a:t>
            </a:fld>
            <a:endParaRPr lang="en-US"/>
          </a:p>
        </p:txBody>
      </p:sp>
    </p:spTree>
    <p:extLst>
      <p:ext uri="{BB962C8B-B14F-4D97-AF65-F5344CB8AC3E}">
        <p14:creationId xmlns:p14="http://schemas.microsoft.com/office/powerpoint/2010/main" val="2602090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9078-3EA3-97FD-6F67-BD3F5C63F7CF}"/>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defRPr>
            </a:lvl1pPr>
          </a:lstStyle>
          <a:p>
            <a:r>
              <a:rPr lang="en-US"/>
              <a:t>Click to edit Master title style</a:t>
            </a:r>
            <a:endParaRPr lang="en-AE"/>
          </a:p>
        </p:txBody>
      </p:sp>
      <p:sp>
        <p:nvSpPr>
          <p:cNvPr id="3" name="Subtitle 2">
            <a:extLst>
              <a:ext uri="{FF2B5EF4-FFF2-40B4-BE49-F238E27FC236}">
                <a16:creationId xmlns:a16="http://schemas.microsoft.com/office/drawing/2014/main" id="{B392074A-3D7A-D50A-B733-A1BC139BB8FF}"/>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C0C9DAA1-DF60-7618-6393-E667F18D9F50}"/>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5B1BD803-98F2-7106-4DC8-E2B9678545D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6012832D-B953-790F-5A60-8AAD8BC9D59B}"/>
              </a:ext>
            </a:extLst>
          </p:cNvPr>
          <p:cNvSpPr>
            <a:spLocks noGrp="1"/>
          </p:cNvSpPr>
          <p:nvPr>
            <p:ph type="sldNum" sz="quarter" idx="12"/>
          </p:nvPr>
        </p:nvSpPr>
        <p:spPr/>
        <p:txBody>
          <a:bodyPr/>
          <a:lstStyle/>
          <a:p>
            <a:fld id="{5A596738-4E99-4B21-AFC2-8572BFA067BC}" type="slidenum">
              <a:rPr lang="en-AE" smtClean="0"/>
              <a:t>‹#›</a:t>
            </a:fld>
            <a:endParaRPr lang="en-AE"/>
          </a:p>
        </p:txBody>
      </p:sp>
      <p:pic>
        <p:nvPicPr>
          <p:cNvPr id="10" name="Graphic 9">
            <a:extLst>
              <a:ext uri="{FF2B5EF4-FFF2-40B4-BE49-F238E27FC236}">
                <a16:creationId xmlns:a16="http://schemas.microsoft.com/office/drawing/2014/main" id="{FB55AACB-4CF8-F4D8-F6CE-E52F4BEBFFD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9062" y="136525"/>
            <a:ext cx="2676525" cy="647700"/>
          </a:xfrm>
          <a:prstGeom prst="rect">
            <a:avLst/>
          </a:prstGeom>
        </p:spPr>
      </p:pic>
    </p:spTree>
    <p:extLst>
      <p:ext uri="{BB962C8B-B14F-4D97-AF65-F5344CB8AC3E}">
        <p14:creationId xmlns:p14="http://schemas.microsoft.com/office/powerpoint/2010/main" val="3488573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456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C5E5-DC2A-1B90-1033-95A3C947DF03}"/>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2D5C68B7-B123-ADA5-648C-6AF22A4799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CAD03227-FCA4-0945-CA1A-85D65FAAF5D7}"/>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FAD457EA-24B6-D37E-A939-2487886E3D1C}"/>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1CA563F-13C3-79EB-3AC3-6BCD302208E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4232112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0FA11-7CEB-5026-A0C7-E52F26374C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EA411A5A-C8C9-2EBA-5FA3-0BDBD30453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681807-8ED8-DAE0-45A7-BED4B4AE2856}"/>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D05E8B5B-E396-A772-41B4-649865AD7004}"/>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438D7D2-BF2A-4396-2245-4EC64A73CAE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132938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A677-4764-1C0C-41DF-091DF13E5DB9}"/>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ED3003DA-86CF-1E5C-1DC6-D6FDF66EA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C4B2867C-2061-24B3-A7BF-8052EA15C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51146A81-F35D-BD9C-9FEC-40B2D69A7FF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B9C770E8-E056-3D24-9448-CCA416D53128}"/>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2711AA9-5CAE-1D85-E09F-5F92AB4369EA}"/>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671303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8D96-2D01-A8E6-AD36-9116FFFBE201}"/>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7F2F2B2A-FC43-1FC2-9BA7-A95657AB6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5377DA-50DD-8617-8761-CABE667939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1B5860DD-8843-73BA-AF02-FF3A4FEF67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0FF5F2-55A6-7295-6642-D724E17007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605462A8-F917-B908-D6F5-04DE8B90364A}"/>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8" name="Footer Placeholder 7">
            <a:extLst>
              <a:ext uri="{FF2B5EF4-FFF2-40B4-BE49-F238E27FC236}">
                <a16:creationId xmlns:a16="http://schemas.microsoft.com/office/drawing/2014/main" id="{B838144E-9A56-B513-7FCB-5FCFDE8054B2}"/>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82AA48BD-AD77-DE33-214F-BA6E9DE62A1D}"/>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4496852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0FEB-4C9A-4B4C-FEDD-8EE0869C0DFF}"/>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4A9296B2-7893-E2C6-4628-ADA5B097E1BD}"/>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4" name="Footer Placeholder 3">
            <a:extLst>
              <a:ext uri="{FF2B5EF4-FFF2-40B4-BE49-F238E27FC236}">
                <a16:creationId xmlns:a16="http://schemas.microsoft.com/office/drawing/2014/main" id="{5B8F0105-413D-4A75-8C0E-8A6AA354100F}"/>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E7ED03B3-DF1B-E9EB-E167-E37B423AFB5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9525345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6DC773-7F78-0D8D-968C-A62E65159E30}"/>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3" name="Footer Placeholder 2">
            <a:extLst>
              <a:ext uri="{FF2B5EF4-FFF2-40B4-BE49-F238E27FC236}">
                <a16:creationId xmlns:a16="http://schemas.microsoft.com/office/drawing/2014/main" id="{33B69966-79CD-3DB8-91B8-A02F8DDA59F0}"/>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B2487C74-A5A9-6C16-9694-B80F77CA71AB}"/>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26863172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B487-BAB1-5E46-E462-A6EFB82975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BFF05305-25C9-B463-35EF-09D298248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C4342AB0-A1F6-A32B-8015-6E6F8453B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86668-AFB1-DD14-D372-27C1F1D052A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D08AD15F-2879-AFEF-936E-5B87D5E3BD1C}"/>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CCD57CBA-ADA4-A3CA-4458-8170C7B23B6F}"/>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0072159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6149-8BD9-12D4-BB7F-86A9C2EF52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52EE1823-AE0E-A013-432D-5FA84F4E3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9F639B6A-C6EF-7D2D-4EF0-2CBE76ABBE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54AA9-1662-2ADB-79D2-438B897C0C4D}"/>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C28E9D55-D15C-C4EA-FFCA-5D2DE0B77972}"/>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F127E851-CA61-29E8-520B-C79181B311F1}"/>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5603132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4A79-48F8-609C-39CA-8F35E620B17D}"/>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2F01B9A6-ACD5-D87A-078C-0C54CC34B1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659057C-D0EC-7071-0AF9-1C02C63E0C3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4A3D2C45-0884-A06C-17FC-741AD67B3053}"/>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C5DEB18-60AF-8637-8566-7379EFED5609}"/>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3330662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439094-0462-CAAC-327D-6CD97EC56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A791C1B5-9963-58D7-22D3-5F33196FEF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F464A837-63FF-EBC6-DD44-B3588D6F76E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DE274C47-E9B6-F92D-70D3-11D19C2F28D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D5ABBE93-701C-3791-D846-75136A605F41}"/>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430134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61458"/>
            <a:ext cx="10714264" cy="4488932"/>
          </a:xfrm>
          <a:prstGeom prst="rect">
            <a:avLst/>
          </a:prstGeom>
        </p:spPr>
        <p:txBody>
          <a:bodyPr>
            <a:normAutofit/>
          </a:bodyPr>
          <a:lstStyle>
            <a:lvl1pPr>
              <a:defRPr sz="1800" b="0" baseline="0">
                <a:solidFill>
                  <a:schemeClr val="tx1"/>
                </a:solidFill>
                <a:latin typeface="Arial" panose="020B0604020202020204" pitchFamily="34" charset="0"/>
                <a:cs typeface="Arial" panose="020B0604020202020204" pitchFamily="34" charset="0"/>
              </a:defRPr>
            </a:lvl1pPr>
            <a:lvl2pPr>
              <a:defRPr sz="1800">
                <a:solidFill>
                  <a:schemeClr val="tx1"/>
                </a:solidFill>
                <a:latin typeface="Arial" panose="020B0604020202020204" pitchFamily="34" charset="0"/>
                <a:cs typeface="Arial" panose="020B0604020202020204" pitchFamily="34" charset="0"/>
              </a:defRPr>
            </a:lvl2pPr>
            <a:lvl3pPr>
              <a:defRPr sz="1800">
                <a:solidFill>
                  <a:schemeClr val="tx2"/>
                </a:solidFill>
                <a:latin typeface="Arial" panose="020B0604020202020204" pitchFamily="34" charset="0"/>
                <a:cs typeface="Arial" panose="020B0604020202020204" pitchFamily="34" charset="0"/>
              </a:defRPr>
            </a:lvl3pPr>
            <a:lvl4pPr>
              <a:defRPr sz="1800">
                <a:solidFill>
                  <a:schemeClr val="tx2"/>
                </a:solidFill>
                <a:latin typeface="Arial" panose="020B0604020202020204" pitchFamily="34" charset="0"/>
                <a:cs typeface="Arial" panose="020B0604020202020204" pitchFamily="34" charset="0"/>
              </a:defRPr>
            </a:lvl4pPr>
            <a:lvl5pPr>
              <a:defRPr sz="1800">
                <a:solidFill>
                  <a:schemeClr val="tx2"/>
                </a:solidFill>
                <a:latin typeface="Arial" panose="020B0604020202020204" pitchFamily="34" charset="0"/>
                <a:cs typeface="Arial" panose="020B0604020202020204" pitchFamily="34" charset="0"/>
              </a:defRPr>
            </a:lvl5pPr>
          </a:lstStyle>
          <a:p>
            <a:pPr lvl="0"/>
            <a:r>
              <a:rPr lang="ar-AE"/>
              <a:t>صلب النص </a:t>
            </a:r>
            <a:r>
              <a:rPr lang="en-US"/>
              <a:t>Arial Regular 18</a:t>
            </a:r>
          </a:p>
          <a:p>
            <a:pPr lvl="1"/>
            <a:r>
              <a:rPr lang="en-US"/>
              <a:t>Second level</a:t>
            </a:r>
          </a:p>
          <a:p>
            <a:pPr lvl="1"/>
            <a:endParaRPr lang="en-US"/>
          </a:p>
        </p:txBody>
      </p:sp>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15"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6"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248282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3.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2.png"/><Relationship Id="rId5" Type="http://schemas.openxmlformats.org/officeDocument/2006/relationships/slideLayout" Target="../slideLayouts/slideLayout14.xml"/><Relationship Id="rId10" Type="http://schemas.openxmlformats.org/officeDocument/2006/relationships/image" Target="../media/image1.png"/><Relationship Id="rId4" Type="http://schemas.openxmlformats.org/officeDocument/2006/relationships/slideLayout" Target="../slideLayouts/slideLayout13.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1"/>
          <p:cNvSpPr txBox="1">
            <a:spLocks/>
          </p:cNvSpPr>
          <p:nvPr userDrawn="1"/>
        </p:nvSpPr>
        <p:spPr>
          <a:xfrm>
            <a:off x="1524000" y="1122363"/>
            <a:ext cx="9144000" cy="1557775"/>
          </a:xfrm>
          <a:prstGeom prst="rect">
            <a:avLst/>
          </a:prstGeom>
        </p:spPr>
        <p:txBody>
          <a:bodyPr anchor="b"/>
          <a:lstStyle>
            <a:lvl1pPr algn="r" defTabSz="914400" rtl="1" eaLnBrk="1" latinLnBrk="0" hangingPunct="1">
              <a:lnSpc>
                <a:spcPct val="90000"/>
              </a:lnSpc>
              <a:spcBef>
                <a:spcPct val="0"/>
              </a:spcBef>
              <a:buNone/>
              <a:defRPr sz="6000" b="1" kern="1200" baseline="0">
                <a:solidFill>
                  <a:srgbClr val="B68A35"/>
                </a:solidFill>
                <a:latin typeface="+mj-lt"/>
                <a:ea typeface="+mj-ea"/>
                <a:cs typeface="+mn-cs"/>
              </a:defRPr>
            </a:lvl1pPr>
          </a:lstStyle>
          <a:p>
            <a:endParaRPr lang="ar-AE"/>
          </a:p>
        </p:txBody>
      </p:sp>
    </p:spTree>
    <p:extLst>
      <p:ext uri="{BB962C8B-B14F-4D97-AF65-F5344CB8AC3E}">
        <p14:creationId xmlns:p14="http://schemas.microsoft.com/office/powerpoint/2010/main" val="278434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lvl1pPr algn="r" defTabSz="914400" rtl="1" eaLnBrk="1" latinLnBrk="0" hangingPunct="1">
        <a:lnSpc>
          <a:spcPct val="90000"/>
        </a:lnSpc>
        <a:spcBef>
          <a:spcPct val="0"/>
        </a:spcBef>
        <a:buNone/>
        <a:defRPr sz="1400" b="1" kern="1200" baseline="0">
          <a:solidFill>
            <a:schemeClr val="tx1"/>
          </a:solidFill>
          <a:latin typeface="+mj-lt"/>
          <a:ea typeface="+mj-ea"/>
          <a:cs typeface="+mn-cs"/>
        </a:defRPr>
      </a:lvl1pPr>
    </p:titleStyle>
    <p:body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4000" b="1" kern="1200">
          <a:solidFill>
            <a:srgbClr val="B68A35"/>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29A14D-C090-4F9D-8108-C86B2F7A9B62}"/>
              </a:ext>
            </a:extLst>
          </p:cNvPr>
          <p:cNvSpPr>
            <a:spLocks noGrp="1"/>
          </p:cNvSpPr>
          <p:nvPr>
            <p:ph type="title"/>
          </p:nvPr>
        </p:nvSpPr>
        <p:spPr>
          <a:xfrm>
            <a:off x="1908315" y="281010"/>
            <a:ext cx="9667157" cy="57698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1841C2-8C32-4A9D-80D2-7E0634F5F067}"/>
              </a:ext>
            </a:extLst>
          </p:cNvPr>
          <p:cNvSpPr>
            <a:spLocks noGrp="1"/>
          </p:cNvSpPr>
          <p:nvPr>
            <p:ph type="body" idx="1"/>
          </p:nvPr>
        </p:nvSpPr>
        <p:spPr>
          <a:xfrm>
            <a:off x="1059873" y="952787"/>
            <a:ext cx="10515600" cy="496310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41D4C61-85B8-4B6F-873F-F67E40113721}"/>
              </a:ext>
            </a:extLst>
          </p:cNvPr>
          <p:cNvSpPr>
            <a:spLocks noGrp="1"/>
          </p:cNvSpPr>
          <p:nvPr>
            <p:ph type="sldNum" sz="quarter" idx="4"/>
          </p:nvPr>
        </p:nvSpPr>
        <p:spPr>
          <a:xfrm>
            <a:off x="10868297" y="6356350"/>
            <a:ext cx="1308468" cy="365125"/>
          </a:xfrm>
          <a:prstGeom prst="rect">
            <a:avLst/>
          </a:prstGeom>
          <a:solidFill>
            <a:schemeClr val="tx1"/>
          </a:solidFill>
        </p:spPr>
        <p:txBody>
          <a:bodyPr vert="horz" lIns="91440" tIns="45720" rIns="91440" bIns="45720" rtlCol="0" anchor="ctr"/>
          <a:lstStyle>
            <a:lvl1pPr algn="l" rtl="1">
              <a:defRPr sz="1200">
                <a:solidFill>
                  <a:schemeClr val="bg1"/>
                </a:solidFill>
                <a:latin typeface="Arial" panose="020B0604020202020204" pitchFamily="34" charset="0"/>
              </a:defRPr>
            </a:lvl1pPr>
          </a:lstStyle>
          <a:p>
            <a:fld id="{356352B6-D71E-4968-8478-1CC18ACEBF76}" type="slidenum">
              <a:rPr lang="en-US" smtClean="0"/>
              <a:pPr/>
              <a:t>‹#›</a:t>
            </a:fld>
            <a:endParaRPr lang="en-US"/>
          </a:p>
        </p:txBody>
      </p:sp>
      <p:pic>
        <p:nvPicPr>
          <p:cNvPr id="9" name="Picture 8">
            <a:extLst>
              <a:ext uri="{FF2B5EF4-FFF2-40B4-BE49-F238E27FC236}">
                <a16:creationId xmlns:a16="http://schemas.microsoft.com/office/drawing/2014/main" id="{6808C07F-69C3-420E-836A-67AC2C593357}"/>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246743" y="6344989"/>
            <a:ext cx="1125905" cy="376486"/>
          </a:xfrm>
          <a:prstGeom prst="rect">
            <a:avLst/>
          </a:prstGeom>
        </p:spPr>
      </p:pic>
      <p:pic>
        <p:nvPicPr>
          <p:cNvPr id="11" name="Picture 10">
            <a:extLst>
              <a:ext uri="{FF2B5EF4-FFF2-40B4-BE49-F238E27FC236}">
                <a16:creationId xmlns:a16="http://schemas.microsoft.com/office/drawing/2014/main" id="{0E18F982-8A60-41F3-8E8D-DDA6ADC36E87}"/>
              </a:ext>
            </a:extLst>
          </p:cNvPr>
          <p:cNvPicPr>
            <a:picLocks noChangeAspect="1"/>
          </p:cNvPicPr>
          <p:nvPr userDrawn="1"/>
        </p:nvPicPr>
        <p:blipFill>
          <a:blip r:embed="rId12" cstate="print">
            <a:extLst>
              <a:ext uri="{28A0092B-C50C-407E-A947-70E740481C1C}">
                <a14:useLocalDpi xmlns:a14="http://schemas.microsoft.com/office/drawing/2010/main"/>
              </a:ext>
            </a:extLst>
          </a:blip>
          <a:srcRect/>
          <a:stretch/>
        </p:blipFill>
        <p:spPr>
          <a:xfrm>
            <a:off x="171329" y="118244"/>
            <a:ext cx="2562446" cy="679978"/>
          </a:xfrm>
          <a:prstGeom prst="rect">
            <a:avLst/>
          </a:prstGeom>
        </p:spPr>
      </p:pic>
      <p:sp>
        <p:nvSpPr>
          <p:cNvPr id="12" name="Footer Placeholder 4">
            <a:extLst>
              <a:ext uri="{FF2B5EF4-FFF2-40B4-BE49-F238E27FC236}">
                <a16:creationId xmlns:a16="http://schemas.microsoft.com/office/drawing/2014/main" id="{3A7EDF5F-AE57-43D2-8DC9-484D6277047D}"/>
              </a:ext>
            </a:extLst>
          </p:cNvPr>
          <p:cNvSpPr>
            <a:spLocks noGrp="1"/>
          </p:cNvSpPr>
          <p:nvPr>
            <p:ph type="ftr" sz="quarter" idx="3"/>
          </p:nvPr>
        </p:nvSpPr>
        <p:spPr>
          <a:xfrm>
            <a:off x="1606730" y="6356350"/>
            <a:ext cx="9072159" cy="365125"/>
          </a:xfrm>
          <a:prstGeom prst="rect">
            <a:avLst/>
          </a:prstGeom>
        </p:spPr>
        <p:txBody>
          <a:bodyPr/>
          <a:lstStyle>
            <a:lvl1pPr algn="ctr">
              <a:defRPr>
                <a:latin typeface="Arial" panose="020B0604020202020204" pitchFamily="34" charset="0"/>
              </a:defRPr>
            </a:lvl1pPr>
          </a:lstStyle>
          <a:p>
            <a:endParaRPr lang="en-US"/>
          </a:p>
        </p:txBody>
      </p:sp>
    </p:spTree>
    <p:extLst>
      <p:ext uri="{BB962C8B-B14F-4D97-AF65-F5344CB8AC3E}">
        <p14:creationId xmlns:p14="http://schemas.microsoft.com/office/powerpoint/2010/main" val="177804989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hf hdr="0" ftr="0" dt="0"/>
  <p:txStyles>
    <p:titleStyle>
      <a:lvl1pPr algn="r" defTabSz="914400" rtl="1"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8468EC-39E1-A176-BEFF-1D9C6A77E1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C6E20ECB-BE49-97D5-C0D9-F549BA8607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75E50B4-00C1-65CC-0C1A-6080A9A3D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defRPr>
            </a:lvl1pPr>
          </a:lstStyle>
          <a:p>
            <a:fld id="{21EAD32B-6ECE-4426-91BF-2D38B924B7E4}" type="datetimeFigureOut">
              <a:rPr lang="en-AE" smtClean="0"/>
              <a:pPr/>
              <a:t>4/8/26</a:t>
            </a:fld>
            <a:endParaRPr lang="en-AE"/>
          </a:p>
        </p:txBody>
      </p:sp>
      <p:sp>
        <p:nvSpPr>
          <p:cNvPr id="5" name="Footer Placeholder 4">
            <a:extLst>
              <a:ext uri="{FF2B5EF4-FFF2-40B4-BE49-F238E27FC236}">
                <a16:creationId xmlns:a16="http://schemas.microsoft.com/office/drawing/2014/main" id="{6BCF22AB-61E8-366B-2339-423F0C7CC4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defRPr>
            </a:lvl1pPr>
          </a:lstStyle>
          <a:p>
            <a:endParaRPr lang="en-AE"/>
          </a:p>
        </p:txBody>
      </p:sp>
      <p:sp>
        <p:nvSpPr>
          <p:cNvPr id="6" name="Slide Number Placeholder 5">
            <a:extLst>
              <a:ext uri="{FF2B5EF4-FFF2-40B4-BE49-F238E27FC236}">
                <a16:creationId xmlns:a16="http://schemas.microsoft.com/office/drawing/2014/main" id="{0D91FDE1-C01F-B3B9-C3DD-8A1462F3A7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defRPr>
            </a:lvl1pPr>
          </a:lstStyle>
          <a:p>
            <a:fld id="{5A596738-4E99-4B21-AFC2-8572BFA067BC}" type="slidenum">
              <a:rPr lang="en-AE" smtClean="0"/>
              <a:pPr/>
              <a:t>‹#›</a:t>
            </a:fld>
            <a:endParaRPr lang="en-AE"/>
          </a:p>
        </p:txBody>
      </p:sp>
    </p:spTree>
    <p:extLst>
      <p:ext uri="{BB962C8B-B14F-4D97-AF65-F5344CB8AC3E}">
        <p14:creationId xmlns:p14="http://schemas.microsoft.com/office/powerpoint/2010/main" val="405543242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3.png"/><Relationship Id="rId12"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hart" Target="../charts/chart3.xml"/><Relationship Id="rId5" Type="http://schemas.openxmlformats.org/officeDocument/2006/relationships/chart" Target="../charts/chart2.xml"/><Relationship Id="rId10" Type="http://schemas.openxmlformats.org/officeDocument/2006/relationships/image" Target="../media/image25.svg"/><Relationship Id="rId4" Type="http://schemas.openxmlformats.org/officeDocument/2006/relationships/chart" Target="../charts/chart1.xml"/><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chart" Target="../charts/chart5.xml"/><Relationship Id="rId7"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chart" Target="../charts/chart6.xml"/><Relationship Id="rId9"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chart" Target="../charts/chart8.xml"/><Relationship Id="rId7" Type="http://schemas.openxmlformats.org/officeDocument/2006/relationships/chart" Target="../charts/chart11.xml"/><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image" Target="../media/image8.png"/><Relationship Id="rId9" Type="http://schemas.openxmlformats.org/officeDocument/2006/relationships/chart" Target="../charts/chart13.xml"/></Relationships>
</file>

<file path=ppt/slides/_rels/slide14.xml.rels><?xml version="1.0" encoding="UTF-8" standalone="yes"?>
<Relationships xmlns="http://schemas.openxmlformats.org/package/2006/relationships"><Relationship Id="rId8" Type="http://schemas.openxmlformats.org/officeDocument/2006/relationships/chart" Target="../charts/chart18.xml"/><Relationship Id="rId13" Type="http://schemas.openxmlformats.org/officeDocument/2006/relationships/chart" Target="../charts/chart23.xml"/><Relationship Id="rId3" Type="http://schemas.openxmlformats.org/officeDocument/2006/relationships/image" Target="../media/image8.png"/><Relationship Id="rId7" Type="http://schemas.openxmlformats.org/officeDocument/2006/relationships/chart" Target="../charts/chart17.xml"/><Relationship Id="rId12" Type="http://schemas.openxmlformats.org/officeDocument/2006/relationships/chart" Target="../charts/chart22.xml"/><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chart" Target="../charts/chart16.xml"/><Relationship Id="rId11" Type="http://schemas.openxmlformats.org/officeDocument/2006/relationships/chart" Target="../charts/chart21.xml"/><Relationship Id="rId5" Type="http://schemas.openxmlformats.org/officeDocument/2006/relationships/chart" Target="../charts/chart15.xml"/><Relationship Id="rId15" Type="http://schemas.openxmlformats.org/officeDocument/2006/relationships/chart" Target="../charts/chart25.xml"/><Relationship Id="rId10" Type="http://schemas.openxmlformats.org/officeDocument/2006/relationships/chart" Target="../charts/chart20.xml"/><Relationship Id="rId4" Type="http://schemas.openxmlformats.org/officeDocument/2006/relationships/chart" Target="../charts/chart14.xml"/><Relationship Id="rId9" Type="http://schemas.openxmlformats.org/officeDocument/2006/relationships/chart" Target="../charts/chart19.xml"/><Relationship Id="rId14" Type="http://schemas.openxmlformats.org/officeDocument/2006/relationships/chart" Target="../charts/chart24.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26.xml"/><Relationship Id="rId7" Type="http://schemas.openxmlformats.org/officeDocument/2006/relationships/image" Target="../media/image22.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chart" Target="../charts/chart29.xml"/><Relationship Id="rId5" Type="http://schemas.openxmlformats.org/officeDocument/2006/relationships/chart" Target="../charts/chart28.xml"/><Relationship Id="rId10" Type="http://schemas.openxmlformats.org/officeDocument/2006/relationships/image" Target="../media/image21.png"/><Relationship Id="rId4" Type="http://schemas.openxmlformats.org/officeDocument/2006/relationships/chart" Target="../charts/chart27.xml"/><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30.xml"/><Relationship Id="rId1" Type="http://schemas.openxmlformats.org/officeDocument/2006/relationships/slideLayout" Target="../slideLayouts/slideLayout2.xml"/><Relationship Id="rId4" Type="http://schemas.openxmlformats.org/officeDocument/2006/relationships/chart" Target="../charts/chart3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35.xml"/><Relationship Id="rId5" Type="http://schemas.openxmlformats.org/officeDocument/2006/relationships/chart" Target="../charts/chart34.xml"/><Relationship Id="rId4" Type="http://schemas.openxmlformats.org/officeDocument/2006/relationships/chart" Target="../charts/chart33.xml"/></Relationships>
</file>

<file path=ppt/slides/_rels/slide20.xml.rels><?xml version="1.0" encoding="UTF-8" standalone="yes"?>
<Relationships xmlns="http://schemas.openxmlformats.org/package/2006/relationships"><Relationship Id="rId8" Type="http://schemas.openxmlformats.org/officeDocument/2006/relationships/chart" Target="../charts/chart41.xml"/><Relationship Id="rId3" Type="http://schemas.openxmlformats.org/officeDocument/2006/relationships/chart" Target="../charts/chart36.xml"/><Relationship Id="rId7" Type="http://schemas.openxmlformats.org/officeDocument/2006/relationships/chart" Target="../charts/chart40.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39.xml"/><Relationship Id="rId5" Type="http://schemas.openxmlformats.org/officeDocument/2006/relationships/chart" Target="../charts/chart38.xml"/><Relationship Id="rId10" Type="http://schemas.openxmlformats.org/officeDocument/2006/relationships/chart" Target="../charts/chart43.xml"/><Relationship Id="rId4" Type="http://schemas.openxmlformats.org/officeDocument/2006/relationships/chart" Target="../charts/chart37.xml"/><Relationship Id="rId9" Type="http://schemas.openxmlformats.org/officeDocument/2006/relationships/chart" Target="../charts/chart42.xml"/></Relationships>
</file>

<file path=ppt/slides/_rels/slide21.xml.rels><?xml version="1.0" encoding="UTF-8" standalone="yes"?>
<Relationships xmlns="http://schemas.openxmlformats.org/package/2006/relationships"><Relationship Id="rId8" Type="http://schemas.openxmlformats.org/officeDocument/2006/relationships/chart" Target="../charts/chart49.xml"/><Relationship Id="rId3" Type="http://schemas.openxmlformats.org/officeDocument/2006/relationships/chart" Target="../charts/chart44.xml"/><Relationship Id="rId7" Type="http://schemas.openxmlformats.org/officeDocument/2006/relationships/chart" Target="../charts/chart48.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47.xml"/><Relationship Id="rId5" Type="http://schemas.openxmlformats.org/officeDocument/2006/relationships/chart" Target="../charts/chart46.xml"/><Relationship Id="rId10" Type="http://schemas.openxmlformats.org/officeDocument/2006/relationships/chart" Target="../charts/chart51.xml"/><Relationship Id="rId4" Type="http://schemas.openxmlformats.org/officeDocument/2006/relationships/chart" Target="../charts/chart45.xml"/><Relationship Id="rId9" Type="http://schemas.openxmlformats.org/officeDocument/2006/relationships/chart" Target="../charts/chart50.xml"/></Relationships>
</file>

<file path=ppt/slides/_rels/slide22.xml.rels><?xml version="1.0" encoding="UTF-8" standalone="yes"?>
<Relationships xmlns="http://schemas.openxmlformats.org/package/2006/relationships"><Relationship Id="rId8" Type="http://schemas.openxmlformats.org/officeDocument/2006/relationships/chart" Target="../charts/chart57.xml"/><Relationship Id="rId3" Type="http://schemas.openxmlformats.org/officeDocument/2006/relationships/chart" Target="../charts/chart52.xml"/><Relationship Id="rId7" Type="http://schemas.openxmlformats.org/officeDocument/2006/relationships/chart" Target="../charts/chart56.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55.xml"/><Relationship Id="rId5" Type="http://schemas.openxmlformats.org/officeDocument/2006/relationships/chart" Target="../charts/chart54.xml"/><Relationship Id="rId10" Type="http://schemas.openxmlformats.org/officeDocument/2006/relationships/chart" Target="../charts/chart59.xml"/><Relationship Id="rId4" Type="http://schemas.openxmlformats.org/officeDocument/2006/relationships/chart" Target="../charts/chart53.xml"/><Relationship Id="rId9" Type="http://schemas.openxmlformats.org/officeDocument/2006/relationships/chart" Target="../charts/chart58.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chart" Target="../charts/chart62.xml"/><Relationship Id="rId3" Type="http://schemas.openxmlformats.org/officeDocument/2006/relationships/image" Target="../media/image34.svg"/><Relationship Id="rId7" Type="http://schemas.openxmlformats.org/officeDocument/2006/relationships/chart" Target="../charts/chart61.xml"/><Relationship Id="rId2" Type="http://schemas.openxmlformats.org/officeDocument/2006/relationships/image" Target="../media/image8.png"/><Relationship Id="rId1" Type="http://schemas.openxmlformats.org/officeDocument/2006/relationships/slideLayout" Target="../slideLayouts/slideLayout30.xml"/><Relationship Id="rId6" Type="http://schemas.openxmlformats.org/officeDocument/2006/relationships/chart" Target="../charts/chart60.xml"/><Relationship Id="rId5" Type="http://schemas.openxmlformats.org/officeDocument/2006/relationships/image" Target="../media/image36.svg"/><Relationship Id="rId4" Type="http://schemas.openxmlformats.org/officeDocument/2006/relationships/image" Target="../media/image35.svg"/></Relationships>
</file>

<file path=ppt/slides/_rels/slide25.xml.rels><?xml version="1.0" encoding="UTF-8" standalone="yes"?>
<Relationships xmlns="http://schemas.openxmlformats.org/package/2006/relationships"><Relationship Id="rId8" Type="http://schemas.openxmlformats.org/officeDocument/2006/relationships/chart" Target="../charts/chart68.xml"/><Relationship Id="rId3" Type="http://schemas.openxmlformats.org/officeDocument/2006/relationships/chart" Target="../charts/chart63.xml"/><Relationship Id="rId7" Type="http://schemas.openxmlformats.org/officeDocument/2006/relationships/chart" Target="../charts/chart67.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66.xml"/><Relationship Id="rId5" Type="http://schemas.openxmlformats.org/officeDocument/2006/relationships/chart" Target="../charts/chart65.xml"/><Relationship Id="rId4" Type="http://schemas.openxmlformats.org/officeDocument/2006/relationships/chart" Target="../charts/chart64.xml"/></Relationships>
</file>

<file path=ppt/slides/_rels/slide26.xml.rels><?xml version="1.0" encoding="UTF-8" standalone="yes"?>
<Relationships xmlns="http://schemas.openxmlformats.org/package/2006/relationships"><Relationship Id="rId8" Type="http://schemas.openxmlformats.org/officeDocument/2006/relationships/chart" Target="../charts/chart72.xml"/><Relationship Id="rId3" Type="http://schemas.openxmlformats.org/officeDocument/2006/relationships/image" Target="../media/image8.png"/><Relationship Id="rId7" Type="http://schemas.openxmlformats.org/officeDocument/2006/relationships/chart" Target="../charts/chart7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hart" Target="../charts/chart70.xml"/><Relationship Id="rId5" Type="http://schemas.openxmlformats.org/officeDocument/2006/relationships/chart" Target="../charts/chart69.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74.xml"/><Relationship Id="rId5" Type="http://schemas.openxmlformats.org/officeDocument/2006/relationships/chart" Target="../charts/chart73.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8" Type="http://schemas.openxmlformats.org/officeDocument/2006/relationships/chart" Target="../charts/chart78.xml"/><Relationship Id="rId3" Type="http://schemas.openxmlformats.org/officeDocument/2006/relationships/image" Target="../media/image8.png"/><Relationship Id="rId7" Type="http://schemas.openxmlformats.org/officeDocument/2006/relationships/chart" Target="../charts/chart7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hart" Target="../charts/chart76.xml"/><Relationship Id="rId5" Type="http://schemas.openxmlformats.org/officeDocument/2006/relationships/chart" Target="../charts/chart75.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8" Type="http://schemas.openxmlformats.org/officeDocument/2006/relationships/chart" Target="../charts/chart81.xml"/><Relationship Id="rId3" Type="http://schemas.openxmlformats.org/officeDocument/2006/relationships/image" Target="../media/image34.svg"/><Relationship Id="rId7" Type="http://schemas.openxmlformats.org/officeDocument/2006/relationships/chart" Target="../charts/chart80.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79.xml"/><Relationship Id="rId5" Type="http://schemas.openxmlformats.org/officeDocument/2006/relationships/image" Target="../media/image36.svg"/><Relationship Id="rId4" Type="http://schemas.openxmlformats.org/officeDocument/2006/relationships/image" Target="../media/image35.svg"/></Relationships>
</file>

<file path=ppt/slides/_rels/slide32.xml.rels><?xml version="1.0" encoding="UTF-8" standalone="yes"?>
<Relationships xmlns="http://schemas.openxmlformats.org/package/2006/relationships"><Relationship Id="rId8" Type="http://schemas.openxmlformats.org/officeDocument/2006/relationships/chart" Target="../charts/chart86.xml"/><Relationship Id="rId3" Type="http://schemas.openxmlformats.org/officeDocument/2006/relationships/image" Target="../media/image8.png"/><Relationship Id="rId7" Type="http://schemas.openxmlformats.org/officeDocument/2006/relationships/chart" Target="../charts/chart8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hart" Target="../charts/chart84.xml"/><Relationship Id="rId5" Type="http://schemas.openxmlformats.org/officeDocument/2006/relationships/chart" Target="../charts/chart83.xml"/><Relationship Id="rId4" Type="http://schemas.openxmlformats.org/officeDocument/2006/relationships/chart" Target="../charts/chart82.xml"/><Relationship Id="rId9" Type="http://schemas.openxmlformats.org/officeDocument/2006/relationships/chart" Target="../charts/chart87.xml"/></Relationships>
</file>

<file path=ppt/slides/_rels/slide33.xml.rels><?xml version="1.0" encoding="UTF-8" standalone="yes"?>
<Relationships xmlns="http://schemas.openxmlformats.org/package/2006/relationships"><Relationship Id="rId8" Type="http://schemas.openxmlformats.org/officeDocument/2006/relationships/chart" Target="../charts/chart91.xml"/><Relationship Id="rId3" Type="http://schemas.openxmlformats.org/officeDocument/2006/relationships/image" Target="../media/image8.png"/><Relationship Id="rId7" Type="http://schemas.openxmlformats.org/officeDocument/2006/relationships/chart" Target="../charts/chart9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hart" Target="../charts/chart89.xml"/><Relationship Id="rId5" Type="http://schemas.openxmlformats.org/officeDocument/2006/relationships/chart" Target="../charts/chart88.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chart" Target="../charts/chart93.xml"/><Relationship Id="rId5" Type="http://schemas.openxmlformats.org/officeDocument/2006/relationships/chart" Target="../charts/chart9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8" Type="http://schemas.openxmlformats.org/officeDocument/2006/relationships/chart" Target="../charts/chart97.xml"/><Relationship Id="rId3" Type="http://schemas.openxmlformats.org/officeDocument/2006/relationships/image" Target="../media/image8.png"/><Relationship Id="rId7" Type="http://schemas.openxmlformats.org/officeDocument/2006/relationships/chart" Target="../charts/chart9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hart" Target="../charts/chart95.xml"/><Relationship Id="rId5" Type="http://schemas.openxmlformats.org/officeDocument/2006/relationships/chart" Target="../charts/chart94.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8" Type="http://schemas.openxmlformats.org/officeDocument/2006/relationships/chart" Target="../charts/chart100.xml"/><Relationship Id="rId3" Type="http://schemas.openxmlformats.org/officeDocument/2006/relationships/image" Target="../media/image34.svg"/><Relationship Id="rId7" Type="http://schemas.openxmlformats.org/officeDocument/2006/relationships/chart" Target="../charts/chart99.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98.xml"/><Relationship Id="rId5" Type="http://schemas.openxmlformats.org/officeDocument/2006/relationships/image" Target="../media/image36.svg"/><Relationship Id="rId4" Type="http://schemas.openxmlformats.org/officeDocument/2006/relationships/image" Target="../media/image35.sv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chart" Target="../charts/chart102.xml"/><Relationship Id="rId5" Type="http://schemas.openxmlformats.org/officeDocument/2006/relationships/image" Target="../media/image38.png"/><Relationship Id="rId4" Type="http://schemas.openxmlformats.org/officeDocument/2006/relationships/chart" Target="../charts/chart101.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chart" Target="../charts/chart104.xml"/><Relationship Id="rId5" Type="http://schemas.openxmlformats.org/officeDocument/2006/relationships/chart" Target="../charts/chart103.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chart" Target="../charts/chart106.xml"/><Relationship Id="rId5" Type="http://schemas.openxmlformats.org/officeDocument/2006/relationships/chart" Target="../charts/chart105.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8" Type="http://schemas.openxmlformats.org/officeDocument/2006/relationships/chart" Target="../charts/chart109.xml"/><Relationship Id="rId3" Type="http://schemas.openxmlformats.org/officeDocument/2006/relationships/image" Target="../media/image34.svg"/><Relationship Id="rId7" Type="http://schemas.openxmlformats.org/officeDocument/2006/relationships/chart" Target="../charts/chart108.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107.xml"/><Relationship Id="rId5" Type="http://schemas.openxmlformats.org/officeDocument/2006/relationships/image" Target="../media/image36.svg"/><Relationship Id="rId4" Type="http://schemas.openxmlformats.org/officeDocument/2006/relationships/image" Target="../media/image35.sv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chart" Target="../charts/chart111.xml"/><Relationship Id="rId5" Type="http://schemas.openxmlformats.org/officeDocument/2006/relationships/chart" Target="../charts/chart110.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chart" Target="../charts/chart113.xml"/><Relationship Id="rId5" Type="http://schemas.openxmlformats.org/officeDocument/2006/relationships/chart" Target="../charts/chart112.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8" Type="http://schemas.openxmlformats.org/officeDocument/2006/relationships/chart" Target="../charts/chart115.xml"/><Relationship Id="rId3" Type="http://schemas.openxmlformats.org/officeDocument/2006/relationships/image" Target="../media/image8.png"/><Relationship Id="rId7" Type="http://schemas.openxmlformats.org/officeDocument/2006/relationships/chart" Target="../charts/chart11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 Id="rId9" Type="http://schemas.openxmlformats.org/officeDocument/2006/relationships/chart" Target="../charts/chart116.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chart" Target="../charts/chart119.xml"/><Relationship Id="rId5" Type="http://schemas.openxmlformats.org/officeDocument/2006/relationships/chart" Target="../charts/chart118.xml"/><Relationship Id="rId4" Type="http://schemas.openxmlformats.org/officeDocument/2006/relationships/chart" Target="../charts/chart117.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chart" Target="../charts/chart121.xml"/><Relationship Id="rId5" Type="http://schemas.openxmlformats.org/officeDocument/2006/relationships/image" Target="../media/image33.png"/><Relationship Id="rId4" Type="http://schemas.openxmlformats.org/officeDocument/2006/relationships/chart" Target="../charts/chart120.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chart" Target="../charts/chart12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chart" Target="../charts/chart124.xml"/><Relationship Id="rId5" Type="http://schemas.openxmlformats.org/officeDocument/2006/relationships/chart" Target="../charts/chart123.xml"/><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2.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B25D94-640C-EDE1-9A88-0518EDEA201F}"/>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Box 1">
            <a:extLst>
              <a:ext uri="{FF2B5EF4-FFF2-40B4-BE49-F238E27FC236}">
                <a16:creationId xmlns:a16="http://schemas.microsoft.com/office/drawing/2014/main" id="{31532125-9FC2-BBA0-C799-45CA092220BD}"/>
              </a:ext>
            </a:extLst>
          </p:cNvPr>
          <p:cNvSpPr txBox="1"/>
          <p:nvPr/>
        </p:nvSpPr>
        <p:spPr>
          <a:xfrm>
            <a:off x="1528488" y="2517784"/>
            <a:ext cx="9135023" cy="2986885"/>
          </a:xfrm>
          <a:prstGeom prst="rect">
            <a:avLst/>
          </a:prstGeom>
        </p:spPr>
        <p:txBody>
          <a:bodyPr vert="horz" lIns="91440" tIns="45720" rIns="91440" bIns="45720" rtlCol="0" anchor="ctr">
            <a:noAutofit/>
          </a:bodyPr>
          <a:lstStyle/>
          <a:p>
            <a:pPr marL="0" marR="0" lvl="0" indent="0" algn="ctr" defTabSz="914400" rtl="1" eaLnBrk="1" fontAlgn="auto" latinLnBrk="0" hangingPunct="1">
              <a:lnSpc>
                <a:spcPct val="90000"/>
              </a:lnSpc>
              <a:spcBef>
                <a:spcPct val="0"/>
              </a:spcBef>
              <a:spcAft>
                <a:spcPts val="600"/>
              </a:spcAft>
              <a:buClrTx/>
              <a:buSzTx/>
              <a:buFontTx/>
              <a:buNone/>
              <a:tabLst/>
              <a:defRPr/>
            </a:pPr>
            <a:r>
              <a:rPr lang="ar-SA" sz="3800" b="1" dirty="0">
                <a:solidFill>
                  <a:srgbClr val="414141"/>
                </a:solidFill>
                <a:latin typeface="Arial"/>
              </a:rPr>
              <a:t>استطلاع رأي المتعاملين عن خدمات الوزارة </a:t>
            </a:r>
            <a:endParaRPr lang="ar-AE" sz="3800" b="1" dirty="0">
              <a:solidFill>
                <a:srgbClr val="414141"/>
              </a:solidFill>
              <a:latin typeface="Arial"/>
            </a:endParaRPr>
          </a:p>
          <a:p>
            <a:pPr marL="0" marR="0" lvl="0" indent="0" algn="ctr" defTabSz="914400" rtl="1" eaLnBrk="1" fontAlgn="auto" latinLnBrk="0" hangingPunct="1">
              <a:lnSpc>
                <a:spcPct val="90000"/>
              </a:lnSpc>
              <a:spcBef>
                <a:spcPct val="0"/>
              </a:spcBef>
              <a:spcAft>
                <a:spcPts val="600"/>
              </a:spcAft>
              <a:buClrTx/>
              <a:buSzTx/>
              <a:buFontTx/>
              <a:buNone/>
              <a:tabLst/>
              <a:defRPr/>
            </a:pPr>
            <a:endParaRPr lang="ar-AE" sz="3200" b="1" dirty="0">
              <a:solidFill>
                <a:srgbClr val="B68A35"/>
              </a:solidFill>
              <a:latin typeface="Arial"/>
            </a:endParaRPr>
          </a:p>
          <a:p>
            <a:pPr marL="0" marR="0" lvl="0" indent="0" algn="ctr" defTabSz="914400" rtl="1" eaLnBrk="1" fontAlgn="auto" latinLnBrk="0" hangingPunct="1">
              <a:lnSpc>
                <a:spcPct val="90000"/>
              </a:lnSpc>
              <a:spcBef>
                <a:spcPct val="0"/>
              </a:spcBef>
              <a:spcAft>
                <a:spcPts val="600"/>
              </a:spcAft>
              <a:buClrTx/>
              <a:buSzTx/>
              <a:buFontTx/>
              <a:buNone/>
              <a:tabLst/>
              <a:defRPr/>
            </a:pPr>
            <a:r>
              <a:rPr lang="ar-AE" sz="3200" b="1" dirty="0">
                <a:solidFill>
                  <a:srgbClr val="AC883C"/>
                </a:solidFill>
                <a:latin typeface="Arial"/>
              </a:rPr>
              <a:t>تق</a:t>
            </a:r>
            <a:r>
              <a:rPr kumimoji="0" lang="ar-SA" sz="3200" b="1" i="0" u="none" strike="noStrike" kern="1200" cap="none" spc="0" normalizeH="0" baseline="0" noProof="0" dirty="0">
                <a:ln>
                  <a:noFill/>
                </a:ln>
                <a:solidFill>
                  <a:srgbClr val="AC883C"/>
                </a:solidFill>
                <a:effectLst/>
                <a:uLnTx/>
                <a:uFillTx/>
                <a:latin typeface="Arial"/>
                <a:ea typeface="+mn-ea"/>
                <a:cs typeface="+mn-cs"/>
              </a:rPr>
              <a:t>رير الدراسة</a:t>
            </a:r>
          </a:p>
          <a:p>
            <a:pPr marL="0" marR="0" lvl="0" indent="0" algn="ctr" defTabSz="914400" rtl="1" eaLnBrk="1" fontAlgn="auto" latinLnBrk="0" hangingPunct="1">
              <a:lnSpc>
                <a:spcPct val="90000"/>
              </a:lnSpc>
              <a:spcBef>
                <a:spcPct val="0"/>
              </a:spcBef>
              <a:spcAft>
                <a:spcPts val="600"/>
              </a:spcAft>
              <a:buClrTx/>
              <a:buSzTx/>
              <a:buFontTx/>
              <a:buNone/>
              <a:tabLst/>
              <a:defRPr/>
            </a:pPr>
            <a:r>
              <a:rPr lang="ar-EG" sz="2400" b="1" dirty="0">
                <a:solidFill>
                  <a:srgbClr val="414141"/>
                </a:solidFill>
                <a:latin typeface="Arial"/>
              </a:rPr>
              <a:t>يناير 2026</a:t>
            </a:r>
          </a:p>
        </p:txBody>
      </p:sp>
      <p:sp>
        <p:nvSpPr>
          <p:cNvPr id="7" name="Rectangle 6">
            <a:extLst>
              <a:ext uri="{FF2B5EF4-FFF2-40B4-BE49-F238E27FC236}">
                <a16:creationId xmlns:a16="http://schemas.microsoft.com/office/drawing/2014/main" id="{B9AB5102-3882-19B5-EB96-23515D2B41E7}"/>
              </a:ext>
            </a:extLst>
          </p:cNvPr>
          <p:cNvSpPr/>
          <p:nvPr/>
        </p:nvSpPr>
        <p:spPr>
          <a:xfrm>
            <a:off x="2828802" y="3818206"/>
            <a:ext cx="6534397"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CE236CE7-7BD9-2A59-F889-C6F4E8B1CF2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54837" y="0"/>
            <a:ext cx="2837163" cy="1651585"/>
          </a:xfrm>
          <a:prstGeom prst="rect">
            <a:avLst/>
          </a:prstGeom>
        </p:spPr>
      </p:pic>
    </p:spTree>
    <p:extLst>
      <p:ext uri="{BB962C8B-B14F-4D97-AF65-F5344CB8AC3E}">
        <p14:creationId xmlns:p14="http://schemas.microsoft.com/office/powerpoint/2010/main" val="68827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02B88-9617-725D-B5C2-1B117DEDD3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72314C-A437-6BB6-2832-50FD6A52F672}"/>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10274"/>
            <a:ext cx="12192000" cy="6858000"/>
          </a:xfrm>
          <a:prstGeom prst="rect">
            <a:avLst/>
          </a:prstGeom>
          <a:solidFill>
            <a:srgbClr val="009448"/>
          </a:solidFill>
        </p:spPr>
      </p:pic>
      <p:grpSp>
        <p:nvGrpSpPr>
          <p:cNvPr id="15" name="Group 14">
            <a:extLst>
              <a:ext uri="{FF2B5EF4-FFF2-40B4-BE49-F238E27FC236}">
                <a16:creationId xmlns:a16="http://schemas.microsoft.com/office/drawing/2014/main" id="{4B749BBD-6ED1-7D9A-8514-80792AD124F2}"/>
              </a:ext>
            </a:extLst>
          </p:cNvPr>
          <p:cNvGrpSpPr/>
          <p:nvPr/>
        </p:nvGrpSpPr>
        <p:grpSpPr>
          <a:xfrm>
            <a:off x="3851533" y="1117426"/>
            <a:ext cx="6536652" cy="932542"/>
            <a:chOff x="3837475" y="159658"/>
            <a:chExt cx="5908132" cy="921876"/>
          </a:xfrm>
        </p:grpSpPr>
        <p:sp>
          <p:nvSpPr>
            <p:cNvPr id="16" name="Google Shape;534;p53">
              <a:extLst>
                <a:ext uri="{FF2B5EF4-FFF2-40B4-BE49-F238E27FC236}">
                  <a16:creationId xmlns:a16="http://schemas.microsoft.com/office/drawing/2014/main" id="{382CDAB2-AA31-CE93-ACDF-E2BC097F1519}"/>
                </a:ext>
              </a:extLst>
            </p:cNvPr>
            <p:cNvSpPr txBox="1">
              <a:spLocks/>
            </p:cNvSpPr>
            <p:nvPr/>
          </p:nvSpPr>
          <p:spPr>
            <a:xfrm>
              <a:off x="5676987" y="159658"/>
              <a:ext cx="4068620" cy="921876"/>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EG" sz="2800" b="1" i="0" u="none" strike="noStrike" kern="1200" cap="none" spc="0" normalizeH="0" baseline="0" noProof="0">
                <a:ln>
                  <a:noFill/>
                </a:ln>
                <a:solidFill>
                  <a:srgbClr val="E3DED1">
                    <a:lumMod val="50000"/>
                  </a:srgbClr>
                </a:solidFill>
                <a:effectLst/>
                <a:uLnTx/>
                <a:uFillTx/>
                <a:latin typeface="Arial" panose="020B0604020202020204" pitchFamily="34" charset="0"/>
                <a:ea typeface="+mn-ea"/>
                <a:cs typeface="Arial" panose="020B0604020202020204" pitchFamily="34" charset="0"/>
                <a:sym typeface="Arial"/>
              </a:endParaRPr>
            </a:p>
          </p:txBody>
        </p:sp>
        <p:sp>
          <p:nvSpPr>
            <p:cNvPr id="17" name="TextBox 16">
              <a:extLst>
                <a:ext uri="{FF2B5EF4-FFF2-40B4-BE49-F238E27FC236}">
                  <a16:creationId xmlns:a16="http://schemas.microsoft.com/office/drawing/2014/main" id="{1F4D1E8F-5CBC-18D5-7C81-5D91DE4B3B97}"/>
                </a:ext>
              </a:extLst>
            </p:cNvPr>
            <p:cNvSpPr txBox="1"/>
            <p:nvPr/>
          </p:nvSpPr>
          <p:spPr>
            <a:xfrm>
              <a:off x="3837475" y="411728"/>
              <a:ext cx="5306555" cy="57808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3200" b="1" i="0" u="none" strike="noStrike" kern="1200" cap="none" spc="0" normalizeH="0" baseline="0" noProof="0">
                  <a:ln>
                    <a:noFill/>
                  </a:ln>
                  <a:solidFill>
                    <a:srgbClr val="B68A35"/>
                  </a:solidFill>
                  <a:effectLst/>
                  <a:uLnTx/>
                  <a:uFillTx/>
                  <a:latin typeface="Arial"/>
                  <a:ea typeface="+mn-ea"/>
                  <a:cs typeface="Arial" panose="020B0604020202020204" pitchFamily="34" charset="0"/>
                </a:rPr>
                <a:t>محتوى التقرير</a:t>
              </a:r>
            </a:p>
          </p:txBody>
        </p:sp>
      </p:grpSp>
      <p:pic>
        <p:nvPicPr>
          <p:cNvPr id="2" name="Picture 1" descr="A gold eagle with a green circle and a red circle with white text&#10;&#10;AI-generated content may be incorrect.">
            <a:extLst>
              <a:ext uri="{FF2B5EF4-FFF2-40B4-BE49-F238E27FC236}">
                <a16:creationId xmlns:a16="http://schemas.microsoft.com/office/drawing/2014/main" id="{21F426D8-BA24-F738-9539-96B3D507542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graphicFrame>
        <p:nvGraphicFramePr>
          <p:cNvPr id="3" name="Table 2">
            <a:extLst>
              <a:ext uri="{FF2B5EF4-FFF2-40B4-BE49-F238E27FC236}">
                <a16:creationId xmlns:a16="http://schemas.microsoft.com/office/drawing/2014/main" id="{1B6A234C-D558-AB8C-48E4-A30E530AA950}"/>
              </a:ext>
            </a:extLst>
          </p:cNvPr>
          <p:cNvGraphicFramePr>
            <a:graphicFrameLocks noGrp="1"/>
          </p:cNvGraphicFramePr>
          <p:nvPr>
            <p:extLst>
              <p:ext uri="{D42A27DB-BD31-4B8C-83A1-F6EECF244321}">
                <p14:modId xmlns:p14="http://schemas.microsoft.com/office/powerpoint/2010/main" val="4213870570"/>
              </p:ext>
            </p:extLst>
          </p:nvPr>
        </p:nvGraphicFramePr>
        <p:xfrm>
          <a:off x="3232422" y="2130272"/>
          <a:ext cx="6400800" cy="4389120"/>
        </p:xfrm>
        <a:graphic>
          <a:graphicData uri="http://schemas.openxmlformats.org/drawingml/2006/table">
            <a:tbl>
              <a:tblPr firstRow="1" bandRow="1">
                <a:tableStyleId>{5C22544A-7EE6-4342-B048-85BDC9FD1C3A}</a:tableStyleId>
              </a:tblPr>
              <a:tblGrid>
                <a:gridCol w="1300983">
                  <a:extLst>
                    <a:ext uri="{9D8B030D-6E8A-4147-A177-3AD203B41FA5}">
                      <a16:colId xmlns:a16="http://schemas.microsoft.com/office/drawing/2014/main" val="1043218952"/>
                    </a:ext>
                  </a:extLst>
                </a:gridCol>
                <a:gridCol w="5099817">
                  <a:extLst>
                    <a:ext uri="{9D8B030D-6E8A-4147-A177-3AD203B41FA5}">
                      <a16:colId xmlns:a16="http://schemas.microsoft.com/office/drawing/2014/main" val="1457950490"/>
                    </a:ext>
                  </a:extLst>
                </a:gridCol>
              </a:tblGrid>
              <a:tr h="36576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1" i="0" u="none" strike="noStrike" kern="1200" cap="none" spc="0" normalizeH="0" baseline="0" noProof="0">
                          <a:ln>
                            <a:noFill/>
                          </a:ln>
                          <a:solidFill>
                            <a:schemeClr val="bg1"/>
                          </a:solidFill>
                          <a:effectLst/>
                          <a:uLnTx/>
                          <a:uFillTx/>
                          <a:latin typeface="Arial" panose="020B0604020202020204" pitchFamily="34" charset="0"/>
                          <a:ea typeface="+mn-ea"/>
                          <a:cs typeface="+mn-cs"/>
                        </a:rPr>
                        <a:t>الصفحة</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68A35"/>
                    </a:solidFill>
                  </a:tcPr>
                </a:tc>
                <a:tc>
                  <a:txBody>
                    <a:bodyPr/>
                    <a:lstStyle/>
                    <a:p>
                      <a:pPr marL="0" algn="ctr" rtl="1" eaLnBrk="1" latinLnBrk="0" hangingPunct="1">
                        <a:buNone/>
                      </a:pPr>
                      <a:r>
                        <a:rPr lang="ar-EG" sz="2400">
                          <a:solidFill>
                            <a:schemeClr val="bg1"/>
                          </a:solidFill>
                          <a:effectLst/>
                          <a:latin typeface="Arial" panose="020B0604020202020204" pitchFamily="34" charset="0"/>
                          <a:cs typeface="+mn-cs"/>
                        </a:rPr>
                        <a:t>الموضوع</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68A35"/>
                    </a:solidFill>
                  </a:tcPr>
                </a:tc>
                <a:extLst>
                  <a:ext uri="{0D108BD9-81ED-4DB2-BD59-A6C34878D82A}">
                    <a16:rowId xmlns:a16="http://schemas.microsoft.com/office/drawing/2014/main" val="2062389913"/>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2</a:t>
                      </a:r>
                      <a:r>
                        <a:rPr lang="ar-AE" sz="1800" b="0" i="0" u="none" strike="noStrike">
                          <a:solidFill>
                            <a:srgbClr val="000000"/>
                          </a:solidFill>
                          <a:effectLst/>
                          <a:latin typeface="Arial" panose="020B0604020202020204" pitchFamily="34" charset="0"/>
                        </a:rPr>
                        <a:t>0</a:t>
                      </a: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cs typeface="+mn-cs"/>
                        </a:rPr>
                        <a:t>مقدمة الدراسة </a:t>
                      </a:r>
                      <a:endParaRPr lang="ar-EG" sz="1800">
                        <a:effectLst/>
                        <a:latin typeface="Arial" panose="020B0604020202020204" pitchFamily="34" charset="0"/>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6818045"/>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8</a:t>
                      </a:r>
                      <a:r>
                        <a:rPr lang="ar-AE" sz="1800" b="0" i="0" u="none" strike="noStrike">
                          <a:solidFill>
                            <a:srgbClr val="000000"/>
                          </a:solidFill>
                          <a:effectLst/>
                          <a:latin typeface="Arial" panose="020B0604020202020204" pitchFamily="34" charset="0"/>
                        </a:rPr>
                        <a:t>0</a:t>
                      </a: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cs typeface="+mn-cs"/>
                        </a:rPr>
                        <a:t>معدل الاستجابة</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981633"/>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الملخص التنفيذي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886853"/>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17</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مراحل رحلة المتعامل</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0196397"/>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22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تطبيق الهاتف الذكي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908746"/>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29</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نتائج الموقع الإلكتروني​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3633159"/>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36</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مراكز خدمة المتعاملين​</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6958879"/>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42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مركز الاتصال​</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8498537"/>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47</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البريد الإلكتروني​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3139822"/>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52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الشكاوى</a:t>
                      </a:r>
                      <a:endParaRPr lang="en-GB" sz="1800" b="0" i="0" kern="1200" dirty="0">
                        <a:solidFill>
                          <a:srgbClr val="000000"/>
                        </a:solidFill>
                        <a:effectLst/>
                        <a:latin typeface="Arial" panose="020B0604020202020204" pitchFamily="34" charset="0"/>
                        <a:ea typeface="+mn-ea"/>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480526"/>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54</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الفرص التحسينية</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150250"/>
                  </a:ext>
                </a:extLst>
              </a:tr>
            </a:tbl>
          </a:graphicData>
        </a:graphic>
      </p:graphicFrame>
    </p:spTree>
    <p:extLst>
      <p:ext uri="{BB962C8B-B14F-4D97-AF65-F5344CB8AC3E}">
        <p14:creationId xmlns:p14="http://schemas.microsoft.com/office/powerpoint/2010/main" val="2696252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DE2AF-3B09-F0F0-DB65-C6177220C28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CAB9607-6176-A301-3244-83F25FF9F518}"/>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3" name="Rectangle 2">
            <a:extLst>
              <a:ext uri="{FF2B5EF4-FFF2-40B4-BE49-F238E27FC236}">
                <a16:creationId xmlns:a16="http://schemas.microsoft.com/office/drawing/2014/main" id="{AFD447E6-56A0-EEAD-AF86-BC04587AA5E5}"/>
              </a:ext>
            </a:extLst>
          </p:cNvPr>
          <p:cNvSpPr/>
          <p:nvPr/>
        </p:nvSpPr>
        <p:spPr>
          <a:xfrm>
            <a:off x="3048000" y="1395794"/>
            <a:ext cx="6096000" cy="769441"/>
          </a:xfrm>
          <a:prstGeom prst="rect">
            <a:avLst/>
          </a:prstGeom>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4400" b="1" i="0" u="none" strike="noStrike" kern="1200" cap="none" spc="0" normalizeH="0" baseline="0" noProof="0">
                <a:ln>
                  <a:noFill/>
                </a:ln>
                <a:solidFill>
                  <a:srgbClr val="AC883C"/>
                </a:solidFill>
                <a:effectLst/>
                <a:uLnTx/>
                <a:uFillTx/>
                <a:latin typeface="Arial"/>
                <a:ea typeface="+mn-ea"/>
                <a:cs typeface="+mn-cs"/>
              </a:rPr>
              <a:t>مقدمة الدراسة</a:t>
            </a:r>
          </a:p>
        </p:txBody>
      </p:sp>
      <p:sp>
        <p:nvSpPr>
          <p:cNvPr id="8" name="Rectangle 7">
            <a:extLst>
              <a:ext uri="{FF2B5EF4-FFF2-40B4-BE49-F238E27FC236}">
                <a16:creationId xmlns:a16="http://schemas.microsoft.com/office/drawing/2014/main" id="{9799602A-B507-040A-4BAA-3DAA9EEEA466}"/>
              </a:ext>
            </a:extLst>
          </p:cNvPr>
          <p:cNvSpPr/>
          <p:nvPr/>
        </p:nvSpPr>
        <p:spPr>
          <a:xfrm>
            <a:off x="3982211" y="2163323"/>
            <a:ext cx="4227094" cy="47631"/>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DD89D2FF-5FBC-4080-CB71-66947D31254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grpSp>
        <p:nvGrpSpPr>
          <p:cNvPr id="92" name="Group 91">
            <a:extLst>
              <a:ext uri="{FF2B5EF4-FFF2-40B4-BE49-F238E27FC236}">
                <a16:creationId xmlns:a16="http://schemas.microsoft.com/office/drawing/2014/main" id="{81EA8628-4217-2ED2-0898-F374469E3949}"/>
              </a:ext>
            </a:extLst>
          </p:cNvPr>
          <p:cNvGrpSpPr/>
          <p:nvPr/>
        </p:nvGrpSpPr>
        <p:grpSpPr>
          <a:xfrm flipH="1">
            <a:off x="2268359" y="2321331"/>
            <a:ext cx="7864853" cy="3951577"/>
            <a:chOff x="2133601" y="2665785"/>
            <a:chExt cx="7909703" cy="3792927"/>
          </a:xfrm>
        </p:grpSpPr>
        <p:sp>
          <p:nvSpPr>
            <p:cNvPr id="45" name="Freeform: Shape 44">
              <a:extLst>
                <a:ext uri="{FF2B5EF4-FFF2-40B4-BE49-F238E27FC236}">
                  <a16:creationId xmlns:a16="http://schemas.microsoft.com/office/drawing/2014/main" id="{9A470F46-DC72-6256-5280-1AC3D78E8849}"/>
                </a:ext>
              </a:extLst>
            </p:cNvPr>
            <p:cNvSpPr/>
            <p:nvPr/>
          </p:nvSpPr>
          <p:spPr>
            <a:xfrm>
              <a:off x="2851716" y="2665785"/>
              <a:ext cx="566470" cy="560918"/>
            </a:xfrm>
            <a:custGeom>
              <a:avLst/>
              <a:gdLst>
                <a:gd name="connsiteX0" fmla="*/ 328931 w 755293"/>
                <a:gd name="connsiteY0" fmla="*/ 0 h 747890"/>
                <a:gd name="connsiteX1" fmla="*/ 374352 w 755293"/>
                <a:gd name="connsiteY1" fmla="*/ 82774 h 747890"/>
                <a:gd name="connsiteX2" fmla="*/ 443214 w 755293"/>
                <a:gd name="connsiteY2" fmla="*/ 90829 h 747890"/>
                <a:gd name="connsiteX3" fmla="*/ 503287 w 755293"/>
                <a:gd name="connsiteY3" fmla="*/ 19043 h 747890"/>
                <a:gd name="connsiteX4" fmla="*/ 527460 w 755293"/>
                <a:gd name="connsiteY4" fmla="*/ 28564 h 747890"/>
                <a:gd name="connsiteX5" fmla="*/ 559696 w 755293"/>
                <a:gd name="connsiteY5" fmla="*/ 44682 h 747890"/>
                <a:gd name="connsiteX6" fmla="*/ 560429 w 755293"/>
                <a:gd name="connsiteY6" fmla="*/ 44682 h 747890"/>
                <a:gd name="connsiteX7" fmla="*/ 548702 w 755293"/>
                <a:gd name="connsiteY7" fmla="*/ 138443 h 747890"/>
                <a:gd name="connsiteX8" fmla="*/ 597055 w 755293"/>
                <a:gd name="connsiteY8" fmla="*/ 182392 h 747890"/>
                <a:gd name="connsiteX9" fmla="*/ 687898 w 755293"/>
                <a:gd name="connsiteY9" fmla="*/ 159684 h 747890"/>
                <a:gd name="connsiteX10" fmla="*/ 719393 w 755293"/>
                <a:gd name="connsiteY10" fmla="*/ 215353 h 747890"/>
                <a:gd name="connsiteX11" fmla="*/ 654929 w 755293"/>
                <a:gd name="connsiteY11" fmla="*/ 284208 h 747890"/>
                <a:gd name="connsiteX12" fmla="*/ 668115 w 755293"/>
                <a:gd name="connsiteY12" fmla="*/ 345008 h 747890"/>
                <a:gd name="connsiteX13" fmla="*/ 755293 w 755293"/>
                <a:gd name="connsiteY13" fmla="*/ 380168 h 747890"/>
                <a:gd name="connsiteX14" fmla="*/ 748697 w 755293"/>
                <a:gd name="connsiteY14" fmla="*/ 444632 h 747890"/>
                <a:gd name="connsiteX15" fmla="*/ 655662 w 755293"/>
                <a:gd name="connsiteY15" fmla="*/ 462209 h 747890"/>
                <a:gd name="connsiteX16" fmla="*/ 644675 w 755293"/>
                <a:gd name="connsiteY16" fmla="*/ 490780 h 747890"/>
                <a:gd name="connsiteX17" fmla="*/ 630756 w 755293"/>
                <a:gd name="connsiteY17" fmla="*/ 517885 h 747890"/>
                <a:gd name="connsiteX18" fmla="*/ 680568 w 755293"/>
                <a:gd name="connsiteY18" fmla="*/ 597727 h 747890"/>
                <a:gd name="connsiteX19" fmla="*/ 638079 w 755293"/>
                <a:gd name="connsiteY19" fmla="*/ 646800 h 747890"/>
                <a:gd name="connsiteX20" fmla="*/ 553099 w 755293"/>
                <a:gd name="connsiteY20" fmla="*/ 606515 h 747890"/>
                <a:gd name="connsiteX21" fmla="*/ 499622 w 755293"/>
                <a:gd name="connsiteY21" fmla="*/ 638744 h 747890"/>
                <a:gd name="connsiteX22" fmla="*/ 493026 w 755293"/>
                <a:gd name="connsiteY22" fmla="*/ 733238 h 747890"/>
                <a:gd name="connsiteX23" fmla="*/ 430761 w 755293"/>
                <a:gd name="connsiteY23" fmla="*/ 747890 h 747890"/>
                <a:gd name="connsiteX24" fmla="*/ 385339 w 755293"/>
                <a:gd name="connsiteY24" fmla="*/ 665849 h 747890"/>
                <a:gd name="connsiteX25" fmla="*/ 320136 w 755293"/>
                <a:gd name="connsiteY25" fmla="*/ 660718 h 747890"/>
                <a:gd name="connsiteX26" fmla="*/ 259336 w 755293"/>
                <a:gd name="connsiteY26" fmla="*/ 733238 h 747890"/>
                <a:gd name="connsiteX27" fmla="*/ 225635 w 755293"/>
                <a:gd name="connsiteY27" fmla="*/ 720052 h 747890"/>
                <a:gd name="connsiteX28" fmla="*/ 202928 w 755293"/>
                <a:gd name="connsiteY28" fmla="*/ 709065 h 747890"/>
                <a:gd name="connsiteX29" fmla="*/ 214648 w 755293"/>
                <a:gd name="connsiteY29" fmla="*/ 616770 h 747890"/>
                <a:gd name="connsiteX30" fmla="*/ 161904 w 755293"/>
                <a:gd name="connsiteY30" fmla="*/ 571355 h 747890"/>
                <a:gd name="connsiteX31" fmla="*/ 70328 w 755293"/>
                <a:gd name="connsiteY31" fmla="*/ 594062 h 747890"/>
                <a:gd name="connsiteX32" fmla="*/ 39558 w 755293"/>
                <a:gd name="connsiteY32" fmla="*/ 542784 h 747890"/>
                <a:gd name="connsiteX33" fmla="*/ 103296 w 755293"/>
                <a:gd name="connsiteY33" fmla="*/ 474662 h 747890"/>
                <a:gd name="connsiteX34" fmla="*/ 87179 w 755293"/>
                <a:gd name="connsiteY34" fmla="*/ 403608 h 747890"/>
                <a:gd name="connsiteX35" fmla="*/ 0 w 755293"/>
                <a:gd name="connsiteY35" fmla="*/ 368448 h 747890"/>
                <a:gd name="connsiteX36" fmla="*/ 5124 w 755293"/>
                <a:gd name="connsiteY36" fmla="*/ 309847 h 747890"/>
                <a:gd name="connsiteX37" fmla="*/ 97433 w 755293"/>
                <a:gd name="connsiteY37" fmla="*/ 292271 h 747890"/>
                <a:gd name="connsiteX38" fmla="*/ 109886 w 755293"/>
                <a:gd name="connsiteY38" fmla="*/ 257110 h 747890"/>
                <a:gd name="connsiteX39" fmla="*/ 126737 w 755293"/>
                <a:gd name="connsiteY39" fmla="*/ 224148 h 747890"/>
                <a:gd name="connsiteX40" fmla="*/ 76924 w 755293"/>
                <a:gd name="connsiteY40" fmla="*/ 145032 h 747890"/>
                <a:gd name="connsiteX41" fmla="*/ 115749 w 755293"/>
                <a:gd name="connsiteY41" fmla="*/ 101084 h 747890"/>
                <a:gd name="connsiteX42" fmla="*/ 200729 w 755293"/>
                <a:gd name="connsiteY42" fmla="*/ 141375 h 747890"/>
                <a:gd name="connsiteX43" fmla="*/ 263727 w 755293"/>
                <a:gd name="connsiteY43" fmla="*/ 105481 h 747890"/>
                <a:gd name="connsiteX44" fmla="*/ 270323 w 755293"/>
                <a:gd name="connsiteY44" fmla="*/ 12453 h 747890"/>
                <a:gd name="connsiteX45" fmla="*/ 328931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1" y="0"/>
                  </a:moveTo>
                  <a:lnTo>
                    <a:pt x="374352" y="82774"/>
                  </a:lnTo>
                  <a:cubicBezTo>
                    <a:pt x="397059" y="82774"/>
                    <a:pt x="420500" y="85706"/>
                    <a:pt x="443214" y="90829"/>
                  </a:cubicBezTo>
                  <a:lnTo>
                    <a:pt x="503287" y="19043"/>
                  </a:lnTo>
                  <a:cubicBezTo>
                    <a:pt x="511343" y="21974"/>
                    <a:pt x="516473" y="23440"/>
                    <a:pt x="527460" y="28564"/>
                  </a:cubicBezTo>
                  <a:cubicBezTo>
                    <a:pt x="538447" y="33695"/>
                    <a:pt x="549435" y="38818"/>
                    <a:pt x="559696" y="44682"/>
                  </a:cubicBezTo>
                  <a:lnTo>
                    <a:pt x="560429" y="44682"/>
                  </a:lnTo>
                  <a:lnTo>
                    <a:pt x="548702" y="138443"/>
                  </a:lnTo>
                  <a:cubicBezTo>
                    <a:pt x="567018" y="151629"/>
                    <a:pt x="583136" y="166281"/>
                    <a:pt x="597055" y="182392"/>
                  </a:cubicBezTo>
                  <a:lnTo>
                    <a:pt x="687898" y="159684"/>
                  </a:lnTo>
                  <a:cubicBezTo>
                    <a:pt x="699618" y="177268"/>
                    <a:pt x="710605" y="196311"/>
                    <a:pt x="719393" y="215353"/>
                  </a:cubicBezTo>
                  <a:lnTo>
                    <a:pt x="654929" y="284208"/>
                  </a:lnTo>
                  <a:cubicBezTo>
                    <a:pt x="661526" y="303991"/>
                    <a:pt x="665917" y="324499"/>
                    <a:pt x="668115" y="345008"/>
                  </a:cubicBezTo>
                  <a:lnTo>
                    <a:pt x="755293" y="380168"/>
                  </a:lnTo>
                  <a:cubicBezTo>
                    <a:pt x="755293" y="401410"/>
                    <a:pt x="753095" y="423391"/>
                    <a:pt x="748697" y="444632"/>
                  </a:cubicBezTo>
                  <a:lnTo>
                    <a:pt x="655662" y="462209"/>
                  </a:lnTo>
                  <a:cubicBezTo>
                    <a:pt x="651998" y="471737"/>
                    <a:pt x="649073" y="481259"/>
                    <a:pt x="644675" y="490780"/>
                  </a:cubicBezTo>
                  <a:cubicBezTo>
                    <a:pt x="640277" y="500301"/>
                    <a:pt x="635880" y="509090"/>
                    <a:pt x="630756" y="517885"/>
                  </a:cubicBezTo>
                  <a:lnTo>
                    <a:pt x="680568" y="597727"/>
                  </a:lnTo>
                  <a:cubicBezTo>
                    <a:pt x="668115" y="615304"/>
                    <a:pt x="653463" y="632154"/>
                    <a:pt x="638079" y="646800"/>
                  </a:cubicBezTo>
                  <a:lnTo>
                    <a:pt x="553099" y="606515"/>
                  </a:lnTo>
                  <a:cubicBezTo>
                    <a:pt x="536249" y="619701"/>
                    <a:pt x="518672" y="629956"/>
                    <a:pt x="499622" y="638744"/>
                  </a:cubicBezTo>
                  <a:lnTo>
                    <a:pt x="493026" y="733238"/>
                  </a:lnTo>
                  <a:cubicBezTo>
                    <a:pt x="472517" y="739834"/>
                    <a:pt x="452002" y="744958"/>
                    <a:pt x="430761" y="747890"/>
                  </a:cubicBezTo>
                  <a:lnTo>
                    <a:pt x="385339" y="665849"/>
                  </a:lnTo>
                  <a:cubicBezTo>
                    <a:pt x="363365" y="666582"/>
                    <a:pt x="342117" y="665116"/>
                    <a:pt x="320136" y="660718"/>
                  </a:cubicBezTo>
                  <a:lnTo>
                    <a:pt x="259336" y="733238"/>
                  </a:lnTo>
                  <a:cubicBezTo>
                    <a:pt x="248342" y="728847"/>
                    <a:pt x="236622" y="725183"/>
                    <a:pt x="225635" y="720052"/>
                  </a:cubicBezTo>
                  <a:cubicBezTo>
                    <a:pt x="218312" y="716394"/>
                    <a:pt x="210250" y="712729"/>
                    <a:pt x="202928" y="709065"/>
                  </a:cubicBezTo>
                  <a:lnTo>
                    <a:pt x="214648" y="616770"/>
                  </a:lnTo>
                  <a:cubicBezTo>
                    <a:pt x="194865" y="603584"/>
                    <a:pt x="177282" y="588206"/>
                    <a:pt x="161904" y="571355"/>
                  </a:cubicBezTo>
                  <a:lnTo>
                    <a:pt x="70328" y="594062"/>
                  </a:lnTo>
                  <a:cubicBezTo>
                    <a:pt x="58608" y="577945"/>
                    <a:pt x="48353" y="560368"/>
                    <a:pt x="39558" y="542784"/>
                  </a:cubicBezTo>
                  <a:lnTo>
                    <a:pt x="103296" y="474662"/>
                  </a:lnTo>
                  <a:cubicBezTo>
                    <a:pt x="95234" y="451955"/>
                    <a:pt x="89377" y="427782"/>
                    <a:pt x="87179" y="403608"/>
                  </a:cubicBezTo>
                  <a:lnTo>
                    <a:pt x="0" y="368448"/>
                  </a:lnTo>
                  <a:cubicBezTo>
                    <a:pt x="0" y="348672"/>
                    <a:pt x="1466" y="329630"/>
                    <a:pt x="5124" y="309847"/>
                  </a:cubicBezTo>
                  <a:lnTo>
                    <a:pt x="97433" y="292271"/>
                  </a:lnTo>
                  <a:cubicBezTo>
                    <a:pt x="101097" y="280550"/>
                    <a:pt x="104762" y="268830"/>
                    <a:pt x="109886" y="257110"/>
                  </a:cubicBezTo>
                  <a:cubicBezTo>
                    <a:pt x="115016" y="245390"/>
                    <a:pt x="120140" y="234403"/>
                    <a:pt x="126737" y="224148"/>
                  </a:cubicBezTo>
                  <a:lnTo>
                    <a:pt x="76924" y="145032"/>
                  </a:lnTo>
                  <a:cubicBezTo>
                    <a:pt x="88644" y="128922"/>
                    <a:pt x="101830" y="114270"/>
                    <a:pt x="115749" y="101084"/>
                  </a:cubicBezTo>
                  <a:lnTo>
                    <a:pt x="200729" y="141375"/>
                  </a:lnTo>
                  <a:cubicBezTo>
                    <a:pt x="219778" y="126723"/>
                    <a:pt x="241020" y="115003"/>
                    <a:pt x="263727" y="105481"/>
                  </a:cubicBezTo>
                  <a:lnTo>
                    <a:pt x="270323" y="12453"/>
                  </a:lnTo>
                  <a:cubicBezTo>
                    <a:pt x="289373" y="6590"/>
                    <a:pt x="309148" y="2199"/>
                    <a:pt x="328931" y="0"/>
                  </a:cubicBez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76980A2E-2462-7C7A-FF77-8A539171ECED}"/>
                </a:ext>
              </a:extLst>
            </p:cNvPr>
            <p:cNvSpPr/>
            <p:nvPr/>
          </p:nvSpPr>
          <p:spPr>
            <a:xfrm>
              <a:off x="2612708" y="2875100"/>
              <a:ext cx="1606007" cy="2179945"/>
            </a:xfrm>
            <a:custGeom>
              <a:avLst/>
              <a:gdLst>
                <a:gd name="connsiteX0" fmla="*/ 1025616 w 2141342"/>
                <a:gd name="connsiteY0" fmla="*/ 0 h 2906593"/>
                <a:gd name="connsiteX1" fmla="*/ 1735495 w 2141342"/>
                <a:gd name="connsiteY1" fmla="*/ 0 h 2906593"/>
                <a:gd name="connsiteX2" fmla="*/ 2141342 w 2141342"/>
                <a:gd name="connsiteY2" fmla="*/ 405807 h 2906593"/>
                <a:gd name="connsiteX3" fmla="*/ 2141342 w 2141342"/>
                <a:gd name="connsiteY3" fmla="*/ 2500779 h 2906593"/>
                <a:gd name="connsiteX4" fmla="*/ 1735495 w 2141342"/>
                <a:gd name="connsiteY4" fmla="*/ 2906593 h 2906593"/>
                <a:gd name="connsiteX5" fmla="*/ 405855 w 2141342"/>
                <a:gd name="connsiteY5" fmla="*/ 2906593 h 2906593"/>
                <a:gd name="connsiteX6" fmla="*/ 0 w 2141342"/>
                <a:gd name="connsiteY6" fmla="*/ 2500779 h 2906593"/>
                <a:gd name="connsiteX7" fmla="*/ 0 w 2141342"/>
                <a:gd name="connsiteY7" fmla="*/ 1398360 h 2906593"/>
                <a:gd name="connsiteX8" fmla="*/ 13186 w 2141342"/>
                <a:gd name="connsiteY8" fmla="*/ 1385174 h 2906593"/>
                <a:gd name="connsiteX9" fmla="*/ 26372 w 2141342"/>
                <a:gd name="connsiteY9" fmla="*/ 1398360 h 2906593"/>
                <a:gd name="connsiteX10" fmla="*/ 26372 w 2141342"/>
                <a:gd name="connsiteY10" fmla="*/ 2500779 h 2906593"/>
                <a:gd name="connsiteX11" fmla="*/ 405855 w 2141342"/>
                <a:gd name="connsiteY11" fmla="*/ 2880221 h 2906593"/>
                <a:gd name="connsiteX12" fmla="*/ 1735495 w 2141342"/>
                <a:gd name="connsiteY12" fmla="*/ 2880221 h 2906593"/>
                <a:gd name="connsiteX13" fmla="*/ 2114970 w 2141342"/>
                <a:gd name="connsiteY13" fmla="*/ 2500779 h 2906593"/>
                <a:gd name="connsiteX14" fmla="*/ 2114970 w 2141342"/>
                <a:gd name="connsiteY14" fmla="*/ 405807 h 2906593"/>
                <a:gd name="connsiteX15" fmla="*/ 1735495 w 2141342"/>
                <a:gd name="connsiteY15" fmla="*/ 26371 h 2906593"/>
                <a:gd name="connsiteX16" fmla="*/ 1025616 w 2141342"/>
                <a:gd name="connsiteY16" fmla="*/ 26371 h 2906593"/>
                <a:gd name="connsiteX17" fmla="*/ 1012430 w 2141342"/>
                <a:gd name="connsiteY17" fmla="*/ 13186 h 2906593"/>
                <a:gd name="connsiteX18" fmla="*/ 1025616 w 2141342"/>
                <a:gd name="connsiteY18" fmla="*/ 0 h 290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93">
                  <a:moveTo>
                    <a:pt x="1025616" y="0"/>
                  </a:moveTo>
                  <a:lnTo>
                    <a:pt x="1735495" y="0"/>
                  </a:lnTo>
                  <a:cubicBezTo>
                    <a:pt x="1958930" y="0"/>
                    <a:pt x="2141342" y="181665"/>
                    <a:pt x="2141342" y="405807"/>
                  </a:cubicBezTo>
                  <a:lnTo>
                    <a:pt x="2141342" y="2500779"/>
                  </a:lnTo>
                  <a:cubicBezTo>
                    <a:pt x="2141342" y="2724194"/>
                    <a:pt x="1959663" y="2906593"/>
                    <a:pt x="1735495" y="2906593"/>
                  </a:cubicBezTo>
                  <a:lnTo>
                    <a:pt x="405855" y="2906593"/>
                  </a:lnTo>
                  <a:cubicBezTo>
                    <a:pt x="182412" y="2906593"/>
                    <a:pt x="0" y="2724927"/>
                    <a:pt x="0" y="2500779"/>
                  </a:cubicBezTo>
                  <a:lnTo>
                    <a:pt x="0" y="1398360"/>
                  </a:lnTo>
                  <a:cubicBezTo>
                    <a:pt x="0" y="1391031"/>
                    <a:pt x="5864" y="1385174"/>
                    <a:pt x="13186" y="1385174"/>
                  </a:cubicBezTo>
                  <a:cubicBezTo>
                    <a:pt x="20516" y="1385174"/>
                    <a:pt x="26372" y="1391031"/>
                    <a:pt x="26372" y="1398360"/>
                  </a:cubicBezTo>
                  <a:lnTo>
                    <a:pt x="26372" y="2500779"/>
                  </a:lnTo>
                  <a:cubicBezTo>
                    <a:pt x="26372" y="2710276"/>
                    <a:pt x="196338" y="2880221"/>
                    <a:pt x="405855" y="2880221"/>
                  </a:cubicBezTo>
                  <a:lnTo>
                    <a:pt x="1735495" y="2880221"/>
                  </a:lnTo>
                  <a:cubicBezTo>
                    <a:pt x="1945011" y="2880221"/>
                    <a:pt x="2114970" y="2710276"/>
                    <a:pt x="2114970" y="2500779"/>
                  </a:cubicBezTo>
                  <a:lnTo>
                    <a:pt x="2114970" y="405807"/>
                  </a:lnTo>
                  <a:cubicBezTo>
                    <a:pt x="2114970" y="196310"/>
                    <a:pt x="1945011" y="26371"/>
                    <a:pt x="1735495" y="26371"/>
                  </a:cubicBezTo>
                  <a:lnTo>
                    <a:pt x="1025616" y="26371"/>
                  </a:lnTo>
                  <a:cubicBezTo>
                    <a:pt x="1018294" y="26371"/>
                    <a:pt x="1012430" y="20508"/>
                    <a:pt x="1012430" y="13186"/>
                  </a:cubicBezTo>
                  <a:cubicBezTo>
                    <a:pt x="1012430" y="5863"/>
                    <a:pt x="1018294" y="0"/>
                    <a:pt x="1025616"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840C61A7-1220-8134-7511-D4D51ED8F5ED}"/>
                </a:ext>
              </a:extLst>
            </p:cNvPr>
            <p:cNvSpPr/>
            <p:nvPr/>
          </p:nvSpPr>
          <p:spPr>
            <a:xfrm>
              <a:off x="2851716" y="2665785"/>
              <a:ext cx="566470" cy="560918"/>
            </a:xfrm>
            <a:custGeom>
              <a:avLst/>
              <a:gdLst>
                <a:gd name="connsiteX0" fmla="*/ 328931 w 755293"/>
                <a:gd name="connsiteY0" fmla="*/ 0 h 747890"/>
                <a:gd name="connsiteX1" fmla="*/ 374352 w 755293"/>
                <a:gd name="connsiteY1" fmla="*/ 82774 h 747890"/>
                <a:gd name="connsiteX2" fmla="*/ 443214 w 755293"/>
                <a:gd name="connsiteY2" fmla="*/ 90829 h 747890"/>
                <a:gd name="connsiteX3" fmla="*/ 503287 w 755293"/>
                <a:gd name="connsiteY3" fmla="*/ 19043 h 747890"/>
                <a:gd name="connsiteX4" fmla="*/ 527460 w 755293"/>
                <a:gd name="connsiteY4" fmla="*/ 28564 h 747890"/>
                <a:gd name="connsiteX5" fmla="*/ 559696 w 755293"/>
                <a:gd name="connsiteY5" fmla="*/ 44682 h 747890"/>
                <a:gd name="connsiteX6" fmla="*/ 560429 w 755293"/>
                <a:gd name="connsiteY6" fmla="*/ 44682 h 747890"/>
                <a:gd name="connsiteX7" fmla="*/ 548702 w 755293"/>
                <a:gd name="connsiteY7" fmla="*/ 138443 h 747890"/>
                <a:gd name="connsiteX8" fmla="*/ 597055 w 755293"/>
                <a:gd name="connsiteY8" fmla="*/ 182392 h 747890"/>
                <a:gd name="connsiteX9" fmla="*/ 687898 w 755293"/>
                <a:gd name="connsiteY9" fmla="*/ 159684 h 747890"/>
                <a:gd name="connsiteX10" fmla="*/ 719393 w 755293"/>
                <a:gd name="connsiteY10" fmla="*/ 215353 h 747890"/>
                <a:gd name="connsiteX11" fmla="*/ 654929 w 755293"/>
                <a:gd name="connsiteY11" fmla="*/ 284208 h 747890"/>
                <a:gd name="connsiteX12" fmla="*/ 668115 w 755293"/>
                <a:gd name="connsiteY12" fmla="*/ 345008 h 747890"/>
                <a:gd name="connsiteX13" fmla="*/ 755293 w 755293"/>
                <a:gd name="connsiteY13" fmla="*/ 380168 h 747890"/>
                <a:gd name="connsiteX14" fmla="*/ 748697 w 755293"/>
                <a:gd name="connsiteY14" fmla="*/ 444632 h 747890"/>
                <a:gd name="connsiteX15" fmla="*/ 655662 w 755293"/>
                <a:gd name="connsiteY15" fmla="*/ 462209 h 747890"/>
                <a:gd name="connsiteX16" fmla="*/ 644675 w 755293"/>
                <a:gd name="connsiteY16" fmla="*/ 490780 h 747890"/>
                <a:gd name="connsiteX17" fmla="*/ 630756 w 755293"/>
                <a:gd name="connsiteY17" fmla="*/ 517885 h 747890"/>
                <a:gd name="connsiteX18" fmla="*/ 680568 w 755293"/>
                <a:gd name="connsiteY18" fmla="*/ 597727 h 747890"/>
                <a:gd name="connsiteX19" fmla="*/ 638079 w 755293"/>
                <a:gd name="connsiteY19" fmla="*/ 646800 h 747890"/>
                <a:gd name="connsiteX20" fmla="*/ 553099 w 755293"/>
                <a:gd name="connsiteY20" fmla="*/ 606515 h 747890"/>
                <a:gd name="connsiteX21" fmla="*/ 499622 w 755293"/>
                <a:gd name="connsiteY21" fmla="*/ 638744 h 747890"/>
                <a:gd name="connsiteX22" fmla="*/ 493026 w 755293"/>
                <a:gd name="connsiteY22" fmla="*/ 733238 h 747890"/>
                <a:gd name="connsiteX23" fmla="*/ 430761 w 755293"/>
                <a:gd name="connsiteY23" fmla="*/ 747890 h 747890"/>
                <a:gd name="connsiteX24" fmla="*/ 385339 w 755293"/>
                <a:gd name="connsiteY24" fmla="*/ 665849 h 747890"/>
                <a:gd name="connsiteX25" fmla="*/ 320136 w 755293"/>
                <a:gd name="connsiteY25" fmla="*/ 660718 h 747890"/>
                <a:gd name="connsiteX26" fmla="*/ 259336 w 755293"/>
                <a:gd name="connsiteY26" fmla="*/ 733238 h 747890"/>
                <a:gd name="connsiteX27" fmla="*/ 225635 w 755293"/>
                <a:gd name="connsiteY27" fmla="*/ 720052 h 747890"/>
                <a:gd name="connsiteX28" fmla="*/ 202928 w 755293"/>
                <a:gd name="connsiteY28" fmla="*/ 709065 h 747890"/>
                <a:gd name="connsiteX29" fmla="*/ 214648 w 755293"/>
                <a:gd name="connsiteY29" fmla="*/ 616770 h 747890"/>
                <a:gd name="connsiteX30" fmla="*/ 161904 w 755293"/>
                <a:gd name="connsiteY30" fmla="*/ 571355 h 747890"/>
                <a:gd name="connsiteX31" fmla="*/ 70328 w 755293"/>
                <a:gd name="connsiteY31" fmla="*/ 594062 h 747890"/>
                <a:gd name="connsiteX32" fmla="*/ 39558 w 755293"/>
                <a:gd name="connsiteY32" fmla="*/ 542784 h 747890"/>
                <a:gd name="connsiteX33" fmla="*/ 103296 w 755293"/>
                <a:gd name="connsiteY33" fmla="*/ 474662 h 747890"/>
                <a:gd name="connsiteX34" fmla="*/ 87179 w 755293"/>
                <a:gd name="connsiteY34" fmla="*/ 403608 h 747890"/>
                <a:gd name="connsiteX35" fmla="*/ 0 w 755293"/>
                <a:gd name="connsiteY35" fmla="*/ 368448 h 747890"/>
                <a:gd name="connsiteX36" fmla="*/ 5124 w 755293"/>
                <a:gd name="connsiteY36" fmla="*/ 309847 h 747890"/>
                <a:gd name="connsiteX37" fmla="*/ 97433 w 755293"/>
                <a:gd name="connsiteY37" fmla="*/ 292271 h 747890"/>
                <a:gd name="connsiteX38" fmla="*/ 109886 w 755293"/>
                <a:gd name="connsiteY38" fmla="*/ 257110 h 747890"/>
                <a:gd name="connsiteX39" fmla="*/ 126737 w 755293"/>
                <a:gd name="connsiteY39" fmla="*/ 224148 h 747890"/>
                <a:gd name="connsiteX40" fmla="*/ 76924 w 755293"/>
                <a:gd name="connsiteY40" fmla="*/ 145032 h 747890"/>
                <a:gd name="connsiteX41" fmla="*/ 115749 w 755293"/>
                <a:gd name="connsiteY41" fmla="*/ 101084 h 747890"/>
                <a:gd name="connsiteX42" fmla="*/ 200729 w 755293"/>
                <a:gd name="connsiteY42" fmla="*/ 141375 h 747890"/>
                <a:gd name="connsiteX43" fmla="*/ 263727 w 755293"/>
                <a:gd name="connsiteY43" fmla="*/ 105481 h 747890"/>
                <a:gd name="connsiteX44" fmla="*/ 270323 w 755293"/>
                <a:gd name="connsiteY44" fmla="*/ 12453 h 747890"/>
                <a:gd name="connsiteX45" fmla="*/ 328931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1" y="0"/>
                  </a:moveTo>
                  <a:lnTo>
                    <a:pt x="374352" y="82774"/>
                  </a:lnTo>
                  <a:cubicBezTo>
                    <a:pt x="397059" y="82774"/>
                    <a:pt x="420500" y="85706"/>
                    <a:pt x="443214" y="90829"/>
                  </a:cubicBezTo>
                  <a:lnTo>
                    <a:pt x="503287" y="19043"/>
                  </a:lnTo>
                  <a:cubicBezTo>
                    <a:pt x="511343" y="21974"/>
                    <a:pt x="516473" y="23440"/>
                    <a:pt x="527460" y="28564"/>
                  </a:cubicBezTo>
                  <a:cubicBezTo>
                    <a:pt x="538447" y="33695"/>
                    <a:pt x="549435" y="38818"/>
                    <a:pt x="559696" y="44682"/>
                  </a:cubicBezTo>
                  <a:lnTo>
                    <a:pt x="560429" y="44682"/>
                  </a:lnTo>
                  <a:lnTo>
                    <a:pt x="548702" y="138443"/>
                  </a:lnTo>
                  <a:cubicBezTo>
                    <a:pt x="567018" y="151629"/>
                    <a:pt x="583136" y="166281"/>
                    <a:pt x="597055" y="182392"/>
                  </a:cubicBezTo>
                  <a:lnTo>
                    <a:pt x="687898" y="159684"/>
                  </a:lnTo>
                  <a:cubicBezTo>
                    <a:pt x="699618" y="177268"/>
                    <a:pt x="710605" y="196311"/>
                    <a:pt x="719393" y="215353"/>
                  </a:cubicBezTo>
                  <a:lnTo>
                    <a:pt x="654929" y="284208"/>
                  </a:lnTo>
                  <a:cubicBezTo>
                    <a:pt x="661526" y="303991"/>
                    <a:pt x="665917" y="324499"/>
                    <a:pt x="668115" y="345008"/>
                  </a:cubicBezTo>
                  <a:lnTo>
                    <a:pt x="755293" y="380168"/>
                  </a:lnTo>
                  <a:cubicBezTo>
                    <a:pt x="755293" y="401410"/>
                    <a:pt x="753095" y="423391"/>
                    <a:pt x="748697" y="444632"/>
                  </a:cubicBezTo>
                  <a:lnTo>
                    <a:pt x="655662" y="462209"/>
                  </a:lnTo>
                  <a:cubicBezTo>
                    <a:pt x="651998" y="471737"/>
                    <a:pt x="649073" y="481259"/>
                    <a:pt x="644675" y="490780"/>
                  </a:cubicBezTo>
                  <a:cubicBezTo>
                    <a:pt x="640277" y="500301"/>
                    <a:pt x="635880" y="509090"/>
                    <a:pt x="630756" y="517885"/>
                  </a:cubicBezTo>
                  <a:lnTo>
                    <a:pt x="680568" y="597727"/>
                  </a:lnTo>
                  <a:cubicBezTo>
                    <a:pt x="668115" y="615304"/>
                    <a:pt x="653463" y="632154"/>
                    <a:pt x="638079" y="646800"/>
                  </a:cubicBezTo>
                  <a:lnTo>
                    <a:pt x="553099" y="606515"/>
                  </a:lnTo>
                  <a:cubicBezTo>
                    <a:pt x="536249" y="619701"/>
                    <a:pt x="518672" y="629956"/>
                    <a:pt x="499622" y="638744"/>
                  </a:cubicBezTo>
                  <a:lnTo>
                    <a:pt x="493026" y="733238"/>
                  </a:lnTo>
                  <a:cubicBezTo>
                    <a:pt x="472517" y="739834"/>
                    <a:pt x="452002" y="744958"/>
                    <a:pt x="430761" y="747890"/>
                  </a:cubicBezTo>
                  <a:lnTo>
                    <a:pt x="385339" y="665849"/>
                  </a:lnTo>
                  <a:cubicBezTo>
                    <a:pt x="363365" y="666582"/>
                    <a:pt x="342117" y="665116"/>
                    <a:pt x="320136" y="660718"/>
                  </a:cubicBezTo>
                  <a:lnTo>
                    <a:pt x="259336" y="733238"/>
                  </a:lnTo>
                  <a:cubicBezTo>
                    <a:pt x="248342" y="728847"/>
                    <a:pt x="236622" y="725183"/>
                    <a:pt x="225635" y="720052"/>
                  </a:cubicBezTo>
                  <a:cubicBezTo>
                    <a:pt x="218312" y="716394"/>
                    <a:pt x="210250" y="712729"/>
                    <a:pt x="202928" y="709065"/>
                  </a:cubicBezTo>
                  <a:lnTo>
                    <a:pt x="214648" y="616770"/>
                  </a:lnTo>
                  <a:cubicBezTo>
                    <a:pt x="194865" y="603584"/>
                    <a:pt x="177282" y="588206"/>
                    <a:pt x="161904" y="571355"/>
                  </a:cubicBezTo>
                  <a:lnTo>
                    <a:pt x="70328" y="594062"/>
                  </a:lnTo>
                  <a:cubicBezTo>
                    <a:pt x="58608" y="577945"/>
                    <a:pt x="48353" y="560368"/>
                    <a:pt x="39558" y="542784"/>
                  </a:cubicBezTo>
                  <a:lnTo>
                    <a:pt x="103296" y="474662"/>
                  </a:lnTo>
                  <a:cubicBezTo>
                    <a:pt x="95234" y="451955"/>
                    <a:pt x="89377" y="427782"/>
                    <a:pt x="87179" y="403608"/>
                  </a:cubicBezTo>
                  <a:lnTo>
                    <a:pt x="0" y="368448"/>
                  </a:lnTo>
                  <a:cubicBezTo>
                    <a:pt x="0" y="348672"/>
                    <a:pt x="1466" y="329630"/>
                    <a:pt x="5124" y="309847"/>
                  </a:cubicBezTo>
                  <a:lnTo>
                    <a:pt x="97433" y="292271"/>
                  </a:lnTo>
                  <a:cubicBezTo>
                    <a:pt x="101097" y="280550"/>
                    <a:pt x="104762" y="268830"/>
                    <a:pt x="109886" y="257110"/>
                  </a:cubicBezTo>
                  <a:cubicBezTo>
                    <a:pt x="115016" y="245390"/>
                    <a:pt x="120140" y="234403"/>
                    <a:pt x="126737" y="224148"/>
                  </a:cubicBezTo>
                  <a:lnTo>
                    <a:pt x="76924" y="145032"/>
                  </a:lnTo>
                  <a:cubicBezTo>
                    <a:pt x="88644" y="128922"/>
                    <a:pt x="101830" y="114270"/>
                    <a:pt x="115749" y="101084"/>
                  </a:cubicBezTo>
                  <a:lnTo>
                    <a:pt x="200729" y="141375"/>
                  </a:lnTo>
                  <a:cubicBezTo>
                    <a:pt x="219778" y="126723"/>
                    <a:pt x="241020" y="115003"/>
                    <a:pt x="263727" y="105481"/>
                  </a:cubicBezTo>
                  <a:lnTo>
                    <a:pt x="270323" y="12453"/>
                  </a:lnTo>
                  <a:cubicBezTo>
                    <a:pt x="289373" y="6590"/>
                    <a:pt x="309148" y="2199"/>
                    <a:pt x="328931"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9" name="Freeform: Shape 48">
              <a:extLst>
                <a:ext uri="{FF2B5EF4-FFF2-40B4-BE49-F238E27FC236}">
                  <a16:creationId xmlns:a16="http://schemas.microsoft.com/office/drawing/2014/main" id="{483F818B-0C3F-709C-ACEF-A91AED5C35E5}"/>
                </a:ext>
              </a:extLst>
            </p:cNvPr>
            <p:cNvSpPr/>
            <p:nvPr/>
          </p:nvSpPr>
          <p:spPr>
            <a:xfrm>
              <a:off x="2133601" y="2997061"/>
              <a:ext cx="978001" cy="976800"/>
            </a:xfrm>
            <a:custGeom>
              <a:avLst/>
              <a:gdLst>
                <a:gd name="connsiteX0" fmla="*/ 780932 w 1304001"/>
                <a:gd name="connsiteY0" fmla="*/ 0 h 1302400"/>
                <a:gd name="connsiteX1" fmla="*/ 867377 w 1304001"/>
                <a:gd name="connsiteY1" fmla="*/ 23440 h 1302400"/>
                <a:gd name="connsiteX2" fmla="*/ 867377 w 1304001"/>
                <a:gd name="connsiteY2" fmla="*/ 185323 h 1302400"/>
                <a:gd name="connsiteX3" fmla="*/ 902545 w 1304001"/>
                <a:gd name="connsiteY3" fmla="*/ 203639 h 1302400"/>
                <a:gd name="connsiteX4" fmla="*/ 902545 w 1304001"/>
                <a:gd name="connsiteY4" fmla="*/ 205099 h 1302400"/>
                <a:gd name="connsiteX5" fmla="*/ 950891 w 1304001"/>
                <a:gd name="connsiteY5" fmla="*/ 235868 h 1302400"/>
                <a:gd name="connsiteX6" fmla="*/ 1087155 w 1304001"/>
                <a:gd name="connsiteY6" fmla="*/ 151628 h 1302400"/>
                <a:gd name="connsiteX7" fmla="*/ 1153085 w 1304001"/>
                <a:gd name="connsiteY7" fmla="*/ 217558 h 1302400"/>
                <a:gd name="connsiteX8" fmla="*/ 1071770 w 1304001"/>
                <a:gd name="connsiteY8" fmla="*/ 357467 h 1302400"/>
                <a:gd name="connsiteX9" fmla="*/ 1117192 w 1304001"/>
                <a:gd name="connsiteY9" fmla="*/ 437309 h 1302400"/>
                <a:gd name="connsiteX10" fmla="*/ 1277623 w 1304001"/>
                <a:gd name="connsiteY10" fmla="*/ 432912 h 1302400"/>
                <a:gd name="connsiteX11" fmla="*/ 1302535 w 1304001"/>
                <a:gd name="connsiteY11" fmla="*/ 524474 h 1302400"/>
                <a:gd name="connsiteX12" fmla="*/ 1162613 w 1304001"/>
                <a:gd name="connsiteY12" fmla="*/ 604316 h 1302400"/>
                <a:gd name="connsiteX13" fmla="*/ 1162613 w 1304001"/>
                <a:gd name="connsiteY13" fmla="*/ 692953 h 1302400"/>
                <a:gd name="connsiteX14" fmla="*/ 1304001 w 1304001"/>
                <a:gd name="connsiteY14" fmla="*/ 769131 h 1302400"/>
                <a:gd name="connsiteX15" fmla="*/ 1279821 w 1304001"/>
                <a:gd name="connsiteY15" fmla="*/ 861426 h 1302400"/>
                <a:gd name="connsiteX16" fmla="*/ 1118658 w 1304001"/>
                <a:gd name="connsiteY16" fmla="*/ 861426 h 1302400"/>
                <a:gd name="connsiteX17" fmla="*/ 1098875 w 1304001"/>
                <a:gd name="connsiteY17" fmla="*/ 900251 h 1302400"/>
                <a:gd name="connsiteX18" fmla="*/ 1075435 w 1304001"/>
                <a:gd name="connsiteY18" fmla="*/ 937610 h 1302400"/>
                <a:gd name="connsiteX19" fmla="*/ 1160415 w 1304001"/>
                <a:gd name="connsiteY19" fmla="*/ 1074587 h 1302400"/>
                <a:gd name="connsiteX20" fmla="*/ 1093745 w 1304001"/>
                <a:gd name="connsiteY20" fmla="*/ 1144175 h 1302400"/>
                <a:gd name="connsiteX21" fmla="*/ 954556 w 1304001"/>
                <a:gd name="connsiteY21" fmla="*/ 1062867 h 1302400"/>
                <a:gd name="connsiteX22" fmla="*/ 878365 w 1304001"/>
                <a:gd name="connsiteY22" fmla="*/ 1109015 h 1302400"/>
                <a:gd name="connsiteX23" fmla="*/ 882762 w 1304001"/>
                <a:gd name="connsiteY23" fmla="*/ 1270172 h 1302400"/>
                <a:gd name="connsiteX24" fmla="*/ 791193 w 1304001"/>
                <a:gd name="connsiteY24" fmla="*/ 1296537 h 1302400"/>
                <a:gd name="connsiteX25" fmla="*/ 711338 w 1304001"/>
                <a:gd name="connsiteY25" fmla="*/ 1157361 h 1302400"/>
                <a:gd name="connsiteX26" fmla="*/ 619036 w 1304001"/>
                <a:gd name="connsiteY26" fmla="*/ 1160293 h 1302400"/>
                <a:gd name="connsiteX27" fmla="*/ 542112 w 1304001"/>
                <a:gd name="connsiteY27" fmla="*/ 1302400 h 1302400"/>
                <a:gd name="connsiteX28" fmla="*/ 452735 w 1304001"/>
                <a:gd name="connsiteY28" fmla="*/ 1280426 h 1302400"/>
                <a:gd name="connsiteX29" fmla="*/ 452735 w 1304001"/>
                <a:gd name="connsiteY29" fmla="*/ 1120002 h 1302400"/>
                <a:gd name="connsiteX30" fmla="*/ 401457 w 1304001"/>
                <a:gd name="connsiteY30" fmla="*/ 1095096 h 1302400"/>
                <a:gd name="connsiteX31" fmla="*/ 367755 w 1304001"/>
                <a:gd name="connsiteY31" fmla="*/ 1073854 h 1302400"/>
                <a:gd name="connsiteX32" fmla="*/ 230032 w 1304001"/>
                <a:gd name="connsiteY32" fmla="*/ 1158827 h 1302400"/>
                <a:gd name="connsiteX33" fmla="*/ 164095 w 1304001"/>
                <a:gd name="connsiteY33" fmla="*/ 1096562 h 1302400"/>
                <a:gd name="connsiteX34" fmla="*/ 244684 w 1304001"/>
                <a:gd name="connsiteY34" fmla="*/ 958852 h 1302400"/>
                <a:gd name="connsiteX35" fmla="*/ 191200 w 1304001"/>
                <a:gd name="connsiteY35" fmla="*/ 871687 h 1302400"/>
                <a:gd name="connsiteX36" fmla="*/ 30037 w 1304001"/>
                <a:gd name="connsiteY36" fmla="*/ 876078 h 1302400"/>
                <a:gd name="connsiteX37" fmla="*/ 5131 w 1304001"/>
                <a:gd name="connsiteY37" fmla="*/ 791105 h 1302400"/>
                <a:gd name="connsiteX38" fmla="*/ 143587 w 1304001"/>
                <a:gd name="connsiteY38" fmla="*/ 711996 h 1302400"/>
                <a:gd name="connsiteX39" fmla="*/ 141388 w 1304001"/>
                <a:gd name="connsiteY39" fmla="*/ 606515 h 1302400"/>
                <a:gd name="connsiteX40" fmla="*/ 0 w 1304001"/>
                <a:gd name="connsiteY40" fmla="*/ 530337 h 1302400"/>
                <a:gd name="connsiteX41" fmla="*/ 21242 w 1304001"/>
                <a:gd name="connsiteY41" fmla="*/ 446098 h 1302400"/>
                <a:gd name="connsiteX42" fmla="*/ 181679 w 1304001"/>
                <a:gd name="connsiteY42" fmla="*/ 446098 h 1302400"/>
                <a:gd name="connsiteX43" fmla="*/ 205126 w 1304001"/>
                <a:gd name="connsiteY43" fmla="*/ 398484 h 1302400"/>
                <a:gd name="connsiteX44" fmla="*/ 233697 w 1304001"/>
                <a:gd name="connsiteY44" fmla="*/ 353069 h 1302400"/>
                <a:gd name="connsiteX45" fmla="*/ 149444 w 1304001"/>
                <a:gd name="connsiteY45" fmla="*/ 216825 h 1302400"/>
                <a:gd name="connsiteX46" fmla="*/ 210983 w 1304001"/>
                <a:gd name="connsiteY46" fmla="*/ 154560 h 1302400"/>
                <a:gd name="connsiteX47" fmla="*/ 350179 w 1304001"/>
                <a:gd name="connsiteY47" fmla="*/ 235868 h 1302400"/>
                <a:gd name="connsiteX48" fmla="*/ 441748 w 1304001"/>
                <a:gd name="connsiteY48" fmla="*/ 183124 h 1302400"/>
                <a:gd name="connsiteX49" fmla="*/ 437350 w 1304001"/>
                <a:gd name="connsiteY49" fmla="*/ 23440 h 1302400"/>
                <a:gd name="connsiteX50" fmla="*/ 523062 w 1304001"/>
                <a:gd name="connsiteY50" fmla="*/ 732 h 1302400"/>
                <a:gd name="connsiteX51" fmla="*/ 602918 w 1304001"/>
                <a:gd name="connsiteY51" fmla="*/ 140641 h 1302400"/>
                <a:gd name="connsiteX52" fmla="*/ 704748 w 1304001"/>
                <a:gd name="connsiteY52" fmla="*/ 140641 h 1302400"/>
                <a:gd name="connsiteX53" fmla="*/ 780932 w 1304001"/>
                <a:gd name="connsiteY53" fmla="*/ 0 h 1302400"/>
                <a:gd name="connsiteX54" fmla="*/ 622999 w 1304001"/>
                <a:gd name="connsiteY54" fmla="*/ 288033 h 1302400"/>
                <a:gd name="connsiteX55" fmla="*/ 335527 w 1304001"/>
                <a:gd name="connsiteY55" fmla="*/ 472470 h 1302400"/>
                <a:gd name="connsiteX56" fmla="*/ 474716 w 1304001"/>
                <a:gd name="connsiteY56" fmla="*/ 967640 h 1302400"/>
                <a:gd name="connsiteX57" fmla="*/ 969940 w 1304001"/>
                <a:gd name="connsiteY57" fmla="*/ 828465 h 1302400"/>
                <a:gd name="connsiteX58" fmla="*/ 830751 w 1304001"/>
                <a:gd name="connsiteY58" fmla="*/ 333294 h 1302400"/>
                <a:gd name="connsiteX59" fmla="*/ 622999 w 1304001"/>
                <a:gd name="connsiteY59" fmla="*/ 288033 h 130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2400">
                  <a:moveTo>
                    <a:pt x="780932" y="0"/>
                  </a:moveTo>
                  <a:cubicBezTo>
                    <a:pt x="810236" y="5863"/>
                    <a:pt x="839540" y="13186"/>
                    <a:pt x="867377" y="23440"/>
                  </a:cubicBezTo>
                  <a:lnTo>
                    <a:pt x="867377" y="185323"/>
                  </a:lnTo>
                  <a:cubicBezTo>
                    <a:pt x="879098" y="191186"/>
                    <a:pt x="890818" y="197043"/>
                    <a:pt x="902545" y="203639"/>
                  </a:cubicBezTo>
                  <a:lnTo>
                    <a:pt x="902545" y="205099"/>
                  </a:lnTo>
                  <a:cubicBezTo>
                    <a:pt x="919395" y="214627"/>
                    <a:pt x="935506" y="224881"/>
                    <a:pt x="950891" y="235868"/>
                  </a:cubicBezTo>
                  <a:lnTo>
                    <a:pt x="1087155" y="151628"/>
                  </a:lnTo>
                  <a:cubicBezTo>
                    <a:pt x="1111328" y="172137"/>
                    <a:pt x="1133310" y="194111"/>
                    <a:pt x="1153085" y="217558"/>
                  </a:cubicBezTo>
                  <a:lnTo>
                    <a:pt x="1071770" y="357467"/>
                  </a:lnTo>
                  <a:cubicBezTo>
                    <a:pt x="1089354" y="382373"/>
                    <a:pt x="1104739" y="409471"/>
                    <a:pt x="1117192" y="437309"/>
                  </a:cubicBezTo>
                  <a:lnTo>
                    <a:pt x="1277623" y="432912"/>
                  </a:lnTo>
                  <a:cubicBezTo>
                    <a:pt x="1287884" y="462948"/>
                    <a:pt x="1296672" y="492978"/>
                    <a:pt x="1302535" y="524474"/>
                  </a:cubicBezTo>
                  <a:lnTo>
                    <a:pt x="1162613" y="604316"/>
                  </a:lnTo>
                  <a:cubicBezTo>
                    <a:pt x="1164805" y="633620"/>
                    <a:pt x="1164805" y="663650"/>
                    <a:pt x="1162613" y="692953"/>
                  </a:cubicBezTo>
                  <a:lnTo>
                    <a:pt x="1304001" y="769131"/>
                  </a:lnTo>
                  <a:cubicBezTo>
                    <a:pt x="1298138" y="799900"/>
                    <a:pt x="1290082" y="831396"/>
                    <a:pt x="1279821" y="861426"/>
                  </a:cubicBezTo>
                  <a:lnTo>
                    <a:pt x="1118658" y="861426"/>
                  </a:lnTo>
                  <a:cubicBezTo>
                    <a:pt x="1112794" y="874612"/>
                    <a:pt x="1106205" y="887065"/>
                    <a:pt x="1098875" y="900251"/>
                  </a:cubicBezTo>
                  <a:cubicBezTo>
                    <a:pt x="1091553" y="913437"/>
                    <a:pt x="1083491" y="925890"/>
                    <a:pt x="1075435" y="937610"/>
                  </a:cubicBezTo>
                  <a:lnTo>
                    <a:pt x="1160415" y="1074587"/>
                  </a:lnTo>
                  <a:cubicBezTo>
                    <a:pt x="1139899" y="1100226"/>
                    <a:pt x="1117192" y="1122934"/>
                    <a:pt x="1093745" y="1144175"/>
                  </a:cubicBezTo>
                  <a:lnTo>
                    <a:pt x="954556" y="1062867"/>
                  </a:lnTo>
                  <a:cubicBezTo>
                    <a:pt x="930382" y="1080451"/>
                    <a:pt x="904743" y="1095829"/>
                    <a:pt x="878365" y="1109015"/>
                  </a:cubicBezTo>
                  <a:lnTo>
                    <a:pt x="882762" y="1270172"/>
                  </a:lnTo>
                  <a:cubicBezTo>
                    <a:pt x="852726" y="1281159"/>
                    <a:pt x="821956" y="1289947"/>
                    <a:pt x="791193" y="1296537"/>
                  </a:cubicBezTo>
                  <a:lnTo>
                    <a:pt x="711338" y="1157361"/>
                  </a:lnTo>
                  <a:cubicBezTo>
                    <a:pt x="680568" y="1161026"/>
                    <a:pt x="649798" y="1162492"/>
                    <a:pt x="619036" y="1160293"/>
                  </a:cubicBezTo>
                  <a:lnTo>
                    <a:pt x="542112" y="1302400"/>
                  </a:lnTo>
                  <a:cubicBezTo>
                    <a:pt x="512075" y="1297270"/>
                    <a:pt x="482039" y="1289947"/>
                    <a:pt x="452735" y="1280426"/>
                  </a:cubicBezTo>
                  <a:lnTo>
                    <a:pt x="452735" y="1120002"/>
                  </a:lnTo>
                  <a:cubicBezTo>
                    <a:pt x="435884" y="1112679"/>
                    <a:pt x="418307" y="1104624"/>
                    <a:pt x="401457" y="1095096"/>
                  </a:cubicBezTo>
                  <a:cubicBezTo>
                    <a:pt x="389737" y="1088506"/>
                    <a:pt x="378743" y="1081184"/>
                    <a:pt x="367755" y="1073854"/>
                  </a:cubicBezTo>
                  <a:lnTo>
                    <a:pt x="230032" y="1158827"/>
                  </a:lnTo>
                  <a:cubicBezTo>
                    <a:pt x="206585" y="1139784"/>
                    <a:pt x="184611" y="1118543"/>
                    <a:pt x="164095" y="1096562"/>
                  </a:cubicBezTo>
                  <a:lnTo>
                    <a:pt x="244684" y="958852"/>
                  </a:lnTo>
                  <a:cubicBezTo>
                    <a:pt x="223436" y="931021"/>
                    <a:pt x="205852" y="902450"/>
                    <a:pt x="191200" y="871687"/>
                  </a:cubicBezTo>
                  <a:lnTo>
                    <a:pt x="30037" y="876078"/>
                  </a:lnTo>
                  <a:cubicBezTo>
                    <a:pt x="19782" y="848247"/>
                    <a:pt x="11720" y="819676"/>
                    <a:pt x="5131" y="791105"/>
                  </a:cubicBezTo>
                  <a:lnTo>
                    <a:pt x="143587" y="711996"/>
                  </a:lnTo>
                  <a:cubicBezTo>
                    <a:pt x="139189" y="677569"/>
                    <a:pt x="138456" y="641675"/>
                    <a:pt x="141388" y="606515"/>
                  </a:cubicBezTo>
                  <a:lnTo>
                    <a:pt x="0" y="530337"/>
                  </a:lnTo>
                  <a:cubicBezTo>
                    <a:pt x="5131" y="501767"/>
                    <a:pt x="12453" y="473202"/>
                    <a:pt x="21242" y="446098"/>
                  </a:cubicBezTo>
                  <a:lnTo>
                    <a:pt x="181679" y="446098"/>
                  </a:lnTo>
                  <a:cubicBezTo>
                    <a:pt x="188275" y="429980"/>
                    <a:pt x="196331" y="414602"/>
                    <a:pt x="205126" y="398484"/>
                  </a:cubicBezTo>
                  <a:cubicBezTo>
                    <a:pt x="213914" y="382373"/>
                    <a:pt x="223436" y="367721"/>
                    <a:pt x="233697" y="353069"/>
                  </a:cubicBezTo>
                  <a:lnTo>
                    <a:pt x="149444" y="216825"/>
                  </a:lnTo>
                  <a:cubicBezTo>
                    <a:pt x="169226" y="194111"/>
                    <a:pt x="189741" y="173603"/>
                    <a:pt x="210983" y="154560"/>
                  </a:cubicBezTo>
                  <a:lnTo>
                    <a:pt x="350179" y="235868"/>
                  </a:lnTo>
                  <a:cubicBezTo>
                    <a:pt x="379476" y="215360"/>
                    <a:pt x="409512" y="197776"/>
                    <a:pt x="441748" y="183124"/>
                  </a:cubicBezTo>
                  <a:lnTo>
                    <a:pt x="437350" y="23440"/>
                  </a:lnTo>
                  <a:cubicBezTo>
                    <a:pt x="465188" y="13918"/>
                    <a:pt x="493759" y="6596"/>
                    <a:pt x="523062" y="732"/>
                  </a:cubicBezTo>
                  <a:lnTo>
                    <a:pt x="602918" y="140641"/>
                  </a:lnTo>
                  <a:cubicBezTo>
                    <a:pt x="636612" y="136983"/>
                    <a:pt x="670314" y="136983"/>
                    <a:pt x="704748" y="140641"/>
                  </a:cubicBezTo>
                  <a:lnTo>
                    <a:pt x="780932" y="0"/>
                  </a:lnTo>
                  <a:close/>
                  <a:moveTo>
                    <a:pt x="622999" y="288033"/>
                  </a:moveTo>
                  <a:cubicBezTo>
                    <a:pt x="506595" y="297697"/>
                    <a:pt x="396880" y="363051"/>
                    <a:pt x="335527" y="472470"/>
                  </a:cubicBezTo>
                  <a:cubicBezTo>
                    <a:pt x="237355" y="647539"/>
                    <a:pt x="299627" y="869488"/>
                    <a:pt x="474716" y="967640"/>
                  </a:cubicBezTo>
                  <a:cubicBezTo>
                    <a:pt x="649798" y="1065799"/>
                    <a:pt x="871775" y="1003534"/>
                    <a:pt x="969940" y="828465"/>
                  </a:cubicBezTo>
                  <a:cubicBezTo>
                    <a:pt x="1068106" y="653395"/>
                    <a:pt x="1005840" y="431446"/>
                    <a:pt x="830751" y="333294"/>
                  </a:cubicBezTo>
                  <a:cubicBezTo>
                    <a:pt x="765093" y="296484"/>
                    <a:pt x="692842" y="282234"/>
                    <a:pt x="622999" y="288033"/>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1" name="TextBox 25">
              <a:extLst>
                <a:ext uri="{FF2B5EF4-FFF2-40B4-BE49-F238E27FC236}">
                  <a16:creationId xmlns:a16="http://schemas.microsoft.com/office/drawing/2014/main" id="{09C5484B-631E-CAC6-220F-253F790CE589}"/>
                </a:ext>
              </a:extLst>
            </p:cNvPr>
            <p:cNvSpPr txBox="1"/>
            <p:nvPr/>
          </p:nvSpPr>
          <p:spPr>
            <a:xfrm>
              <a:off x="2362912" y="3265592"/>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01</a:t>
              </a:r>
            </a:p>
          </p:txBody>
        </p:sp>
        <p:sp>
          <p:nvSpPr>
            <p:cNvPr id="54" name="Freeform: Shape 53">
              <a:extLst>
                <a:ext uri="{FF2B5EF4-FFF2-40B4-BE49-F238E27FC236}">
                  <a16:creationId xmlns:a16="http://schemas.microsoft.com/office/drawing/2014/main" id="{B48E91AA-0494-58BA-2FEF-764FB9667D70}"/>
                </a:ext>
              </a:extLst>
            </p:cNvPr>
            <p:cNvSpPr/>
            <p:nvPr/>
          </p:nvSpPr>
          <p:spPr>
            <a:xfrm>
              <a:off x="6568671" y="2665785"/>
              <a:ext cx="566470" cy="560918"/>
            </a:xfrm>
            <a:custGeom>
              <a:avLst/>
              <a:gdLst>
                <a:gd name="connsiteX0" fmla="*/ 328930 w 755293"/>
                <a:gd name="connsiteY0" fmla="*/ 0 h 747890"/>
                <a:gd name="connsiteX1" fmla="*/ 374351 w 755293"/>
                <a:gd name="connsiteY1" fmla="*/ 82774 h 747890"/>
                <a:gd name="connsiteX2" fmla="*/ 443213 w 755293"/>
                <a:gd name="connsiteY2" fmla="*/ 90829 h 747890"/>
                <a:gd name="connsiteX3" fmla="*/ 503286 w 755293"/>
                <a:gd name="connsiteY3" fmla="*/ 19043 h 747890"/>
                <a:gd name="connsiteX4" fmla="*/ 527459 w 755293"/>
                <a:gd name="connsiteY4" fmla="*/ 28564 h 747890"/>
                <a:gd name="connsiteX5" fmla="*/ 559695 w 755293"/>
                <a:gd name="connsiteY5" fmla="*/ 44682 h 747890"/>
                <a:gd name="connsiteX6" fmla="*/ 560428 w 755293"/>
                <a:gd name="connsiteY6" fmla="*/ 44682 h 747890"/>
                <a:gd name="connsiteX7" fmla="*/ 548708 w 755293"/>
                <a:gd name="connsiteY7" fmla="*/ 138443 h 747890"/>
                <a:gd name="connsiteX8" fmla="*/ 597054 w 755293"/>
                <a:gd name="connsiteY8" fmla="*/ 182392 h 747890"/>
                <a:gd name="connsiteX9" fmla="*/ 687897 w 755293"/>
                <a:gd name="connsiteY9" fmla="*/ 159684 h 747890"/>
                <a:gd name="connsiteX10" fmla="*/ 719399 w 755293"/>
                <a:gd name="connsiteY10" fmla="*/ 215353 h 747890"/>
                <a:gd name="connsiteX11" fmla="*/ 654928 w 755293"/>
                <a:gd name="connsiteY11" fmla="*/ 284208 h 747890"/>
                <a:gd name="connsiteX12" fmla="*/ 668121 w 755293"/>
                <a:gd name="connsiteY12" fmla="*/ 345008 h 747890"/>
                <a:gd name="connsiteX13" fmla="*/ 755293 w 755293"/>
                <a:gd name="connsiteY13" fmla="*/ 380168 h 747890"/>
                <a:gd name="connsiteX14" fmla="*/ 748703 w 755293"/>
                <a:gd name="connsiteY14" fmla="*/ 444632 h 747890"/>
                <a:gd name="connsiteX15" fmla="*/ 655661 w 755293"/>
                <a:gd name="connsiteY15" fmla="*/ 462209 h 747890"/>
                <a:gd name="connsiteX16" fmla="*/ 644674 w 755293"/>
                <a:gd name="connsiteY16" fmla="*/ 490780 h 747890"/>
                <a:gd name="connsiteX17" fmla="*/ 630755 w 755293"/>
                <a:gd name="connsiteY17" fmla="*/ 517885 h 747890"/>
                <a:gd name="connsiteX18" fmla="*/ 680567 w 755293"/>
                <a:gd name="connsiteY18" fmla="*/ 597727 h 747890"/>
                <a:gd name="connsiteX19" fmla="*/ 638084 w 755293"/>
                <a:gd name="connsiteY19" fmla="*/ 646800 h 747890"/>
                <a:gd name="connsiteX20" fmla="*/ 553098 w 755293"/>
                <a:gd name="connsiteY20" fmla="*/ 606515 h 747890"/>
                <a:gd name="connsiteX21" fmla="*/ 499621 w 755293"/>
                <a:gd name="connsiteY21" fmla="*/ 638744 h 747890"/>
                <a:gd name="connsiteX22" fmla="*/ 493025 w 755293"/>
                <a:gd name="connsiteY22" fmla="*/ 733238 h 747890"/>
                <a:gd name="connsiteX23" fmla="*/ 430760 w 755293"/>
                <a:gd name="connsiteY23" fmla="*/ 747890 h 747890"/>
                <a:gd name="connsiteX24" fmla="*/ 385338 w 755293"/>
                <a:gd name="connsiteY24" fmla="*/ 665849 h 747890"/>
                <a:gd name="connsiteX25" fmla="*/ 320141 w 755293"/>
                <a:gd name="connsiteY25" fmla="*/ 660718 h 747890"/>
                <a:gd name="connsiteX26" fmla="*/ 259335 w 755293"/>
                <a:gd name="connsiteY26" fmla="*/ 733238 h 747890"/>
                <a:gd name="connsiteX27" fmla="*/ 225634 w 755293"/>
                <a:gd name="connsiteY27" fmla="*/ 720052 h 747890"/>
                <a:gd name="connsiteX28" fmla="*/ 202927 w 755293"/>
                <a:gd name="connsiteY28" fmla="*/ 709065 h 747890"/>
                <a:gd name="connsiteX29" fmla="*/ 214647 w 755293"/>
                <a:gd name="connsiteY29" fmla="*/ 616770 h 747890"/>
                <a:gd name="connsiteX30" fmla="*/ 161903 w 755293"/>
                <a:gd name="connsiteY30" fmla="*/ 571355 h 747890"/>
                <a:gd name="connsiteX31" fmla="*/ 70327 w 755293"/>
                <a:gd name="connsiteY31" fmla="*/ 594062 h 747890"/>
                <a:gd name="connsiteX32" fmla="*/ 39557 w 755293"/>
                <a:gd name="connsiteY32" fmla="*/ 542784 h 747890"/>
                <a:gd name="connsiteX33" fmla="*/ 103295 w 755293"/>
                <a:gd name="connsiteY33" fmla="*/ 474662 h 747890"/>
                <a:gd name="connsiteX34" fmla="*/ 87178 w 755293"/>
                <a:gd name="connsiteY34" fmla="*/ 403608 h 747890"/>
                <a:gd name="connsiteX35" fmla="*/ 0 w 755293"/>
                <a:gd name="connsiteY35" fmla="*/ 368448 h 747890"/>
                <a:gd name="connsiteX36" fmla="*/ 5130 w 755293"/>
                <a:gd name="connsiteY36" fmla="*/ 309847 h 747890"/>
                <a:gd name="connsiteX37" fmla="*/ 97432 w 755293"/>
                <a:gd name="connsiteY37" fmla="*/ 292271 h 747890"/>
                <a:gd name="connsiteX38" fmla="*/ 109885 w 755293"/>
                <a:gd name="connsiteY38" fmla="*/ 257110 h 747890"/>
                <a:gd name="connsiteX39" fmla="*/ 126736 w 755293"/>
                <a:gd name="connsiteY39" fmla="*/ 224148 h 747890"/>
                <a:gd name="connsiteX40" fmla="*/ 76923 w 755293"/>
                <a:gd name="connsiteY40" fmla="*/ 145032 h 747890"/>
                <a:gd name="connsiteX41" fmla="*/ 115748 w 755293"/>
                <a:gd name="connsiteY41" fmla="*/ 101084 h 747890"/>
                <a:gd name="connsiteX42" fmla="*/ 200728 w 755293"/>
                <a:gd name="connsiteY42" fmla="*/ 141375 h 747890"/>
                <a:gd name="connsiteX43" fmla="*/ 263733 w 755293"/>
                <a:gd name="connsiteY43" fmla="*/ 105481 h 747890"/>
                <a:gd name="connsiteX44" fmla="*/ 270322 w 755293"/>
                <a:gd name="connsiteY44" fmla="*/ 12453 h 747890"/>
                <a:gd name="connsiteX45" fmla="*/ 328930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0" y="0"/>
                  </a:moveTo>
                  <a:lnTo>
                    <a:pt x="374351" y="82774"/>
                  </a:lnTo>
                  <a:cubicBezTo>
                    <a:pt x="397065" y="82774"/>
                    <a:pt x="420506" y="85706"/>
                    <a:pt x="443213" y="90829"/>
                  </a:cubicBezTo>
                  <a:lnTo>
                    <a:pt x="503286" y="19043"/>
                  </a:lnTo>
                  <a:cubicBezTo>
                    <a:pt x="511342" y="21974"/>
                    <a:pt x="516472" y="23440"/>
                    <a:pt x="527459" y="28564"/>
                  </a:cubicBezTo>
                  <a:cubicBezTo>
                    <a:pt x="538447" y="33695"/>
                    <a:pt x="549440" y="38818"/>
                    <a:pt x="559695" y="44682"/>
                  </a:cubicBezTo>
                  <a:lnTo>
                    <a:pt x="560428" y="44682"/>
                  </a:lnTo>
                  <a:lnTo>
                    <a:pt x="548708" y="138443"/>
                  </a:lnTo>
                  <a:cubicBezTo>
                    <a:pt x="567017" y="151629"/>
                    <a:pt x="583135" y="166281"/>
                    <a:pt x="597054" y="182392"/>
                  </a:cubicBezTo>
                  <a:lnTo>
                    <a:pt x="687897" y="159684"/>
                  </a:lnTo>
                  <a:cubicBezTo>
                    <a:pt x="699617" y="177268"/>
                    <a:pt x="710604" y="196311"/>
                    <a:pt x="719399" y="215353"/>
                  </a:cubicBezTo>
                  <a:lnTo>
                    <a:pt x="654928" y="284208"/>
                  </a:lnTo>
                  <a:cubicBezTo>
                    <a:pt x="661525" y="303991"/>
                    <a:pt x="665916" y="324499"/>
                    <a:pt x="668121" y="345008"/>
                  </a:cubicBezTo>
                  <a:lnTo>
                    <a:pt x="755293" y="380168"/>
                  </a:lnTo>
                  <a:cubicBezTo>
                    <a:pt x="755293" y="401410"/>
                    <a:pt x="753094" y="423391"/>
                    <a:pt x="748703" y="444632"/>
                  </a:cubicBezTo>
                  <a:lnTo>
                    <a:pt x="655661" y="462209"/>
                  </a:lnTo>
                  <a:cubicBezTo>
                    <a:pt x="651997" y="471737"/>
                    <a:pt x="649072" y="481259"/>
                    <a:pt x="644674" y="490780"/>
                  </a:cubicBezTo>
                  <a:cubicBezTo>
                    <a:pt x="640277" y="500301"/>
                    <a:pt x="635879" y="509090"/>
                    <a:pt x="630755" y="517885"/>
                  </a:cubicBezTo>
                  <a:lnTo>
                    <a:pt x="680567" y="597727"/>
                  </a:lnTo>
                  <a:cubicBezTo>
                    <a:pt x="668121" y="615304"/>
                    <a:pt x="653469" y="632154"/>
                    <a:pt x="638084" y="646800"/>
                  </a:cubicBezTo>
                  <a:lnTo>
                    <a:pt x="553098" y="606515"/>
                  </a:lnTo>
                  <a:cubicBezTo>
                    <a:pt x="536254" y="619701"/>
                    <a:pt x="518671" y="629956"/>
                    <a:pt x="499621" y="638744"/>
                  </a:cubicBezTo>
                  <a:lnTo>
                    <a:pt x="493025" y="733238"/>
                  </a:lnTo>
                  <a:cubicBezTo>
                    <a:pt x="472517" y="739834"/>
                    <a:pt x="452008" y="744958"/>
                    <a:pt x="430760" y="747890"/>
                  </a:cubicBezTo>
                  <a:lnTo>
                    <a:pt x="385338" y="665849"/>
                  </a:lnTo>
                  <a:cubicBezTo>
                    <a:pt x="363364" y="666582"/>
                    <a:pt x="342116" y="665116"/>
                    <a:pt x="320141" y="660718"/>
                  </a:cubicBezTo>
                  <a:lnTo>
                    <a:pt x="259335" y="733238"/>
                  </a:lnTo>
                  <a:cubicBezTo>
                    <a:pt x="248348" y="728847"/>
                    <a:pt x="236621" y="725183"/>
                    <a:pt x="225634" y="720052"/>
                  </a:cubicBezTo>
                  <a:cubicBezTo>
                    <a:pt x="218311" y="716394"/>
                    <a:pt x="210256" y="712729"/>
                    <a:pt x="202927" y="709065"/>
                  </a:cubicBezTo>
                  <a:lnTo>
                    <a:pt x="214647" y="616770"/>
                  </a:lnTo>
                  <a:cubicBezTo>
                    <a:pt x="194871" y="603584"/>
                    <a:pt x="177288" y="588206"/>
                    <a:pt x="161903" y="571355"/>
                  </a:cubicBezTo>
                  <a:lnTo>
                    <a:pt x="70327" y="594062"/>
                  </a:lnTo>
                  <a:cubicBezTo>
                    <a:pt x="58607" y="577945"/>
                    <a:pt x="48353" y="560368"/>
                    <a:pt x="39557" y="542784"/>
                  </a:cubicBezTo>
                  <a:lnTo>
                    <a:pt x="103295" y="474662"/>
                  </a:lnTo>
                  <a:cubicBezTo>
                    <a:pt x="95233" y="451955"/>
                    <a:pt x="89376" y="427782"/>
                    <a:pt x="87178" y="403608"/>
                  </a:cubicBezTo>
                  <a:lnTo>
                    <a:pt x="0" y="368448"/>
                  </a:lnTo>
                  <a:cubicBezTo>
                    <a:pt x="0" y="348672"/>
                    <a:pt x="1465" y="329630"/>
                    <a:pt x="5130" y="309847"/>
                  </a:cubicBezTo>
                  <a:lnTo>
                    <a:pt x="97432" y="292271"/>
                  </a:lnTo>
                  <a:cubicBezTo>
                    <a:pt x="101097" y="280550"/>
                    <a:pt x="104761" y="268830"/>
                    <a:pt x="109885" y="257110"/>
                  </a:cubicBezTo>
                  <a:cubicBezTo>
                    <a:pt x="115015" y="245390"/>
                    <a:pt x="120146" y="234403"/>
                    <a:pt x="126736" y="224148"/>
                  </a:cubicBezTo>
                  <a:lnTo>
                    <a:pt x="76923" y="145032"/>
                  </a:lnTo>
                  <a:cubicBezTo>
                    <a:pt x="88644" y="128922"/>
                    <a:pt x="101829" y="114270"/>
                    <a:pt x="115748" y="101084"/>
                  </a:cubicBezTo>
                  <a:lnTo>
                    <a:pt x="200728" y="141375"/>
                  </a:lnTo>
                  <a:cubicBezTo>
                    <a:pt x="219777" y="126723"/>
                    <a:pt x="241019" y="115003"/>
                    <a:pt x="263733" y="105481"/>
                  </a:cubicBezTo>
                  <a:lnTo>
                    <a:pt x="270322" y="12453"/>
                  </a:lnTo>
                  <a:cubicBezTo>
                    <a:pt x="289372" y="6590"/>
                    <a:pt x="309154" y="2199"/>
                    <a:pt x="328930"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5" name="Freeform: Shape 54">
              <a:extLst>
                <a:ext uri="{FF2B5EF4-FFF2-40B4-BE49-F238E27FC236}">
                  <a16:creationId xmlns:a16="http://schemas.microsoft.com/office/drawing/2014/main" id="{15738281-B6AE-6229-2C3F-1B4C99A8ABB5}"/>
                </a:ext>
              </a:extLst>
            </p:cNvPr>
            <p:cNvSpPr/>
            <p:nvPr/>
          </p:nvSpPr>
          <p:spPr>
            <a:xfrm>
              <a:off x="6330212" y="2875100"/>
              <a:ext cx="1606007" cy="2179945"/>
            </a:xfrm>
            <a:custGeom>
              <a:avLst/>
              <a:gdLst>
                <a:gd name="connsiteX0" fmla="*/ 1025623 w 2141342"/>
                <a:gd name="connsiteY0" fmla="*/ 0 h 2906593"/>
                <a:gd name="connsiteX1" fmla="*/ 1735495 w 2141342"/>
                <a:gd name="connsiteY1" fmla="*/ 0 h 2906593"/>
                <a:gd name="connsiteX2" fmla="*/ 2141342 w 2141342"/>
                <a:gd name="connsiteY2" fmla="*/ 405807 h 2906593"/>
                <a:gd name="connsiteX3" fmla="*/ 2141342 w 2141342"/>
                <a:gd name="connsiteY3" fmla="*/ 2500779 h 2906593"/>
                <a:gd name="connsiteX4" fmla="*/ 1735495 w 2141342"/>
                <a:gd name="connsiteY4" fmla="*/ 2906593 h 2906593"/>
                <a:gd name="connsiteX5" fmla="*/ 405855 w 2141342"/>
                <a:gd name="connsiteY5" fmla="*/ 2906593 h 2906593"/>
                <a:gd name="connsiteX6" fmla="*/ 0 w 2141342"/>
                <a:gd name="connsiteY6" fmla="*/ 2500779 h 2906593"/>
                <a:gd name="connsiteX7" fmla="*/ 0 w 2141342"/>
                <a:gd name="connsiteY7" fmla="*/ 1398360 h 2906593"/>
                <a:gd name="connsiteX8" fmla="*/ 13186 w 2141342"/>
                <a:gd name="connsiteY8" fmla="*/ 1385174 h 2906593"/>
                <a:gd name="connsiteX9" fmla="*/ 26379 w 2141342"/>
                <a:gd name="connsiteY9" fmla="*/ 1398360 h 2906593"/>
                <a:gd name="connsiteX10" fmla="*/ 26379 w 2141342"/>
                <a:gd name="connsiteY10" fmla="*/ 2500779 h 2906593"/>
                <a:gd name="connsiteX11" fmla="*/ 405855 w 2141342"/>
                <a:gd name="connsiteY11" fmla="*/ 2880221 h 2906593"/>
                <a:gd name="connsiteX12" fmla="*/ 1735495 w 2141342"/>
                <a:gd name="connsiteY12" fmla="*/ 2880221 h 2906593"/>
                <a:gd name="connsiteX13" fmla="*/ 2114970 w 2141342"/>
                <a:gd name="connsiteY13" fmla="*/ 2500779 h 2906593"/>
                <a:gd name="connsiteX14" fmla="*/ 2114970 w 2141342"/>
                <a:gd name="connsiteY14" fmla="*/ 405807 h 2906593"/>
                <a:gd name="connsiteX15" fmla="*/ 1735495 w 2141342"/>
                <a:gd name="connsiteY15" fmla="*/ 26371 h 2906593"/>
                <a:gd name="connsiteX16" fmla="*/ 1025623 w 2141342"/>
                <a:gd name="connsiteY16" fmla="*/ 26371 h 2906593"/>
                <a:gd name="connsiteX17" fmla="*/ 1012430 w 2141342"/>
                <a:gd name="connsiteY17" fmla="*/ 13186 h 2906593"/>
                <a:gd name="connsiteX18" fmla="*/ 1025623 w 2141342"/>
                <a:gd name="connsiteY18" fmla="*/ 0 h 290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93">
                  <a:moveTo>
                    <a:pt x="1025623" y="0"/>
                  </a:moveTo>
                  <a:lnTo>
                    <a:pt x="1735495" y="0"/>
                  </a:lnTo>
                  <a:cubicBezTo>
                    <a:pt x="1958930" y="0"/>
                    <a:pt x="2141342" y="181665"/>
                    <a:pt x="2141342" y="405807"/>
                  </a:cubicBezTo>
                  <a:lnTo>
                    <a:pt x="2141342" y="2500779"/>
                  </a:lnTo>
                  <a:cubicBezTo>
                    <a:pt x="2141342" y="2724194"/>
                    <a:pt x="1959663" y="2906593"/>
                    <a:pt x="1735495" y="2906593"/>
                  </a:cubicBezTo>
                  <a:lnTo>
                    <a:pt x="405855" y="2906593"/>
                  </a:lnTo>
                  <a:cubicBezTo>
                    <a:pt x="182419" y="2906593"/>
                    <a:pt x="0" y="2724927"/>
                    <a:pt x="0" y="2500779"/>
                  </a:cubicBezTo>
                  <a:lnTo>
                    <a:pt x="0" y="1398360"/>
                  </a:lnTo>
                  <a:cubicBezTo>
                    <a:pt x="0" y="1391031"/>
                    <a:pt x="5864" y="1385174"/>
                    <a:pt x="13186" y="1385174"/>
                  </a:cubicBezTo>
                  <a:cubicBezTo>
                    <a:pt x="20516" y="1385174"/>
                    <a:pt x="26379" y="1391031"/>
                    <a:pt x="26379" y="1398360"/>
                  </a:cubicBezTo>
                  <a:lnTo>
                    <a:pt x="26379" y="2500779"/>
                  </a:lnTo>
                  <a:cubicBezTo>
                    <a:pt x="26379" y="2710276"/>
                    <a:pt x="196338" y="2880221"/>
                    <a:pt x="405855" y="2880221"/>
                  </a:cubicBezTo>
                  <a:lnTo>
                    <a:pt x="1735495" y="2880221"/>
                  </a:lnTo>
                  <a:cubicBezTo>
                    <a:pt x="1945011" y="2880221"/>
                    <a:pt x="2114970" y="2710276"/>
                    <a:pt x="2114970" y="2500779"/>
                  </a:cubicBezTo>
                  <a:lnTo>
                    <a:pt x="2114970" y="405807"/>
                  </a:lnTo>
                  <a:cubicBezTo>
                    <a:pt x="2114970" y="196310"/>
                    <a:pt x="1945011" y="26371"/>
                    <a:pt x="1735495" y="26371"/>
                  </a:cubicBezTo>
                  <a:lnTo>
                    <a:pt x="1025623" y="26371"/>
                  </a:lnTo>
                  <a:cubicBezTo>
                    <a:pt x="1018294" y="26371"/>
                    <a:pt x="1012430" y="20508"/>
                    <a:pt x="1012430" y="13186"/>
                  </a:cubicBezTo>
                  <a:cubicBezTo>
                    <a:pt x="1012430" y="5863"/>
                    <a:pt x="1018294" y="0"/>
                    <a:pt x="1025623"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6" name="Freeform: Shape 55">
              <a:extLst>
                <a:ext uri="{FF2B5EF4-FFF2-40B4-BE49-F238E27FC236}">
                  <a16:creationId xmlns:a16="http://schemas.microsoft.com/office/drawing/2014/main" id="{7A5D272C-F942-9792-785A-2C34E5375BF2}"/>
                </a:ext>
              </a:extLst>
            </p:cNvPr>
            <p:cNvSpPr/>
            <p:nvPr/>
          </p:nvSpPr>
          <p:spPr>
            <a:xfrm>
              <a:off x="5851105" y="2997061"/>
              <a:ext cx="978001" cy="976800"/>
            </a:xfrm>
            <a:custGeom>
              <a:avLst/>
              <a:gdLst>
                <a:gd name="connsiteX0" fmla="*/ 780932 w 1304001"/>
                <a:gd name="connsiteY0" fmla="*/ 0 h 1302400"/>
                <a:gd name="connsiteX1" fmla="*/ 867378 w 1304001"/>
                <a:gd name="connsiteY1" fmla="*/ 23440 h 1302400"/>
                <a:gd name="connsiteX2" fmla="*/ 867378 w 1304001"/>
                <a:gd name="connsiteY2" fmla="*/ 185323 h 1302400"/>
                <a:gd name="connsiteX3" fmla="*/ 902545 w 1304001"/>
                <a:gd name="connsiteY3" fmla="*/ 203639 h 1302400"/>
                <a:gd name="connsiteX4" fmla="*/ 902545 w 1304001"/>
                <a:gd name="connsiteY4" fmla="*/ 205099 h 1302400"/>
                <a:gd name="connsiteX5" fmla="*/ 950898 w 1304001"/>
                <a:gd name="connsiteY5" fmla="*/ 235868 h 1302400"/>
                <a:gd name="connsiteX6" fmla="*/ 1087155 w 1304001"/>
                <a:gd name="connsiteY6" fmla="*/ 151628 h 1302400"/>
                <a:gd name="connsiteX7" fmla="*/ 1153085 w 1304001"/>
                <a:gd name="connsiteY7" fmla="*/ 217558 h 1302400"/>
                <a:gd name="connsiteX8" fmla="*/ 1071770 w 1304001"/>
                <a:gd name="connsiteY8" fmla="*/ 357467 h 1302400"/>
                <a:gd name="connsiteX9" fmla="*/ 1117192 w 1304001"/>
                <a:gd name="connsiteY9" fmla="*/ 437309 h 1302400"/>
                <a:gd name="connsiteX10" fmla="*/ 1277623 w 1304001"/>
                <a:gd name="connsiteY10" fmla="*/ 432912 h 1302400"/>
                <a:gd name="connsiteX11" fmla="*/ 1302535 w 1304001"/>
                <a:gd name="connsiteY11" fmla="*/ 524474 h 1302400"/>
                <a:gd name="connsiteX12" fmla="*/ 1162613 w 1304001"/>
                <a:gd name="connsiteY12" fmla="*/ 604316 h 1302400"/>
                <a:gd name="connsiteX13" fmla="*/ 1162613 w 1304001"/>
                <a:gd name="connsiteY13" fmla="*/ 692953 h 1302400"/>
                <a:gd name="connsiteX14" fmla="*/ 1304001 w 1304001"/>
                <a:gd name="connsiteY14" fmla="*/ 769131 h 1302400"/>
                <a:gd name="connsiteX15" fmla="*/ 1279828 w 1304001"/>
                <a:gd name="connsiteY15" fmla="*/ 861426 h 1302400"/>
                <a:gd name="connsiteX16" fmla="*/ 1118658 w 1304001"/>
                <a:gd name="connsiteY16" fmla="*/ 861426 h 1302400"/>
                <a:gd name="connsiteX17" fmla="*/ 1098875 w 1304001"/>
                <a:gd name="connsiteY17" fmla="*/ 900251 h 1302400"/>
                <a:gd name="connsiteX18" fmla="*/ 1075435 w 1304001"/>
                <a:gd name="connsiteY18" fmla="*/ 937610 h 1302400"/>
                <a:gd name="connsiteX19" fmla="*/ 1160415 w 1304001"/>
                <a:gd name="connsiteY19" fmla="*/ 1074587 h 1302400"/>
                <a:gd name="connsiteX20" fmla="*/ 1093752 w 1304001"/>
                <a:gd name="connsiteY20" fmla="*/ 1144175 h 1302400"/>
                <a:gd name="connsiteX21" fmla="*/ 954556 w 1304001"/>
                <a:gd name="connsiteY21" fmla="*/ 1062867 h 1302400"/>
                <a:gd name="connsiteX22" fmla="*/ 878365 w 1304001"/>
                <a:gd name="connsiteY22" fmla="*/ 1109015 h 1302400"/>
                <a:gd name="connsiteX23" fmla="*/ 882762 w 1304001"/>
                <a:gd name="connsiteY23" fmla="*/ 1270172 h 1302400"/>
                <a:gd name="connsiteX24" fmla="*/ 791193 w 1304001"/>
                <a:gd name="connsiteY24" fmla="*/ 1296537 h 1302400"/>
                <a:gd name="connsiteX25" fmla="*/ 711338 w 1304001"/>
                <a:gd name="connsiteY25" fmla="*/ 1157361 h 1302400"/>
                <a:gd name="connsiteX26" fmla="*/ 619036 w 1304001"/>
                <a:gd name="connsiteY26" fmla="*/ 1160293 h 1302400"/>
                <a:gd name="connsiteX27" fmla="*/ 542112 w 1304001"/>
                <a:gd name="connsiteY27" fmla="*/ 1302400 h 1302400"/>
                <a:gd name="connsiteX28" fmla="*/ 452742 w 1304001"/>
                <a:gd name="connsiteY28" fmla="*/ 1280426 h 1302400"/>
                <a:gd name="connsiteX29" fmla="*/ 452742 w 1304001"/>
                <a:gd name="connsiteY29" fmla="*/ 1120002 h 1302400"/>
                <a:gd name="connsiteX30" fmla="*/ 401457 w 1304001"/>
                <a:gd name="connsiteY30" fmla="*/ 1095096 h 1302400"/>
                <a:gd name="connsiteX31" fmla="*/ 367756 w 1304001"/>
                <a:gd name="connsiteY31" fmla="*/ 1073854 h 1302400"/>
                <a:gd name="connsiteX32" fmla="*/ 230032 w 1304001"/>
                <a:gd name="connsiteY32" fmla="*/ 1158827 h 1302400"/>
                <a:gd name="connsiteX33" fmla="*/ 164096 w 1304001"/>
                <a:gd name="connsiteY33" fmla="*/ 1096562 h 1302400"/>
                <a:gd name="connsiteX34" fmla="*/ 244684 w 1304001"/>
                <a:gd name="connsiteY34" fmla="*/ 958852 h 1302400"/>
                <a:gd name="connsiteX35" fmla="*/ 191207 w 1304001"/>
                <a:gd name="connsiteY35" fmla="*/ 871687 h 1302400"/>
                <a:gd name="connsiteX36" fmla="*/ 30037 w 1304001"/>
                <a:gd name="connsiteY36" fmla="*/ 876078 h 1302400"/>
                <a:gd name="connsiteX37" fmla="*/ 5131 w 1304001"/>
                <a:gd name="connsiteY37" fmla="*/ 791105 h 1302400"/>
                <a:gd name="connsiteX38" fmla="*/ 143587 w 1304001"/>
                <a:gd name="connsiteY38" fmla="*/ 711996 h 1302400"/>
                <a:gd name="connsiteX39" fmla="*/ 141388 w 1304001"/>
                <a:gd name="connsiteY39" fmla="*/ 606515 h 1302400"/>
                <a:gd name="connsiteX40" fmla="*/ 0 w 1304001"/>
                <a:gd name="connsiteY40" fmla="*/ 530337 h 1302400"/>
                <a:gd name="connsiteX41" fmla="*/ 21242 w 1304001"/>
                <a:gd name="connsiteY41" fmla="*/ 446098 h 1302400"/>
                <a:gd name="connsiteX42" fmla="*/ 181686 w 1304001"/>
                <a:gd name="connsiteY42" fmla="*/ 446098 h 1302400"/>
                <a:gd name="connsiteX43" fmla="*/ 205126 w 1304001"/>
                <a:gd name="connsiteY43" fmla="*/ 398484 h 1302400"/>
                <a:gd name="connsiteX44" fmla="*/ 233697 w 1304001"/>
                <a:gd name="connsiteY44" fmla="*/ 353069 h 1302400"/>
                <a:gd name="connsiteX45" fmla="*/ 149444 w 1304001"/>
                <a:gd name="connsiteY45" fmla="*/ 216825 h 1302400"/>
                <a:gd name="connsiteX46" fmla="*/ 210990 w 1304001"/>
                <a:gd name="connsiteY46" fmla="*/ 154560 h 1302400"/>
                <a:gd name="connsiteX47" fmla="*/ 350179 w 1304001"/>
                <a:gd name="connsiteY47" fmla="*/ 235868 h 1302400"/>
                <a:gd name="connsiteX48" fmla="*/ 441748 w 1304001"/>
                <a:gd name="connsiteY48" fmla="*/ 183124 h 1302400"/>
                <a:gd name="connsiteX49" fmla="*/ 437357 w 1304001"/>
                <a:gd name="connsiteY49" fmla="*/ 23440 h 1302400"/>
                <a:gd name="connsiteX50" fmla="*/ 523062 w 1304001"/>
                <a:gd name="connsiteY50" fmla="*/ 732 h 1302400"/>
                <a:gd name="connsiteX51" fmla="*/ 602918 w 1304001"/>
                <a:gd name="connsiteY51" fmla="*/ 140641 h 1302400"/>
                <a:gd name="connsiteX52" fmla="*/ 704748 w 1304001"/>
                <a:gd name="connsiteY52" fmla="*/ 140641 h 1302400"/>
                <a:gd name="connsiteX53" fmla="*/ 780932 w 1304001"/>
                <a:gd name="connsiteY53" fmla="*/ 0 h 1302400"/>
                <a:gd name="connsiteX54" fmla="*/ 622999 w 1304001"/>
                <a:gd name="connsiteY54" fmla="*/ 288033 h 1302400"/>
                <a:gd name="connsiteX55" fmla="*/ 335527 w 1304001"/>
                <a:gd name="connsiteY55" fmla="*/ 472470 h 1302400"/>
                <a:gd name="connsiteX56" fmla="*/ 474716 w 1304001"/>
                <a:gd name="connsiteY56" fmla="*/ 967640 h 1302400"/>
                <a:gd name="connsiteX57" fmla="*/ 969941 w 1304001"/>
                <a:gd name="connsiteY57" fmla="*/ 828465 h 1302400"/>
                <a:gd name="connsiteX58" fmla="*/ 830751 w 1304001"/>
                <a:gd name="connsiteY58" fmla="*/ 333294 h 1302400"/>
                <a:gd name="connsiteX59" fmla="*/ 622999 w 1304001"/>
                <a:gd name="connsiteY59" fmla="*/ 288033 h 130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2400">
                  <a:moveTo>
                    <a:pt x="780932" y="0"/>
                  </a:moveTo>
                  <a:cubicBezTo>
                    <a:pt x="810236" y="5863"/>
                    <a:pt x="839540" y="13186"/>
                    <a:pt x="867378" y="23440"/>
                  </a:cubicBezTo>
                  <a:lnTo>
                    <a:pt x="867378" y="185323"/>
                  </a:lnTo>
                  <a:cubicBezTo>
                    <a:pt x="879098" y="191186"/>
                    <a:pt x="890825" y="197043"/>
                    <a:pt x="902545" y="203639"/>
                  </a:cubicBezTo>
                  <a:lnTo>
                    <a:pt x="902545" y="205099"/>
                  </a:lnTo>
                  <a:cubicBezTo>
                    <a:pt x="919395" y="214627"/>
                    <a:pt x="935513" y="224881"/>
                    <a:pt x="950898" y="235868"/>
                  </a:cubicBezTo>
                  <a:lnTo>
                    <a:pt x="1087155" y="151628"/>
                  </a:lnTo>
                  <a:cubicBezTo>
                    <a:pt x="1111328" y="172137"/>
                    <a:pt x="1133310" y="194111"/>
                    <a:pt x="1153085" y="217558"/>
                  </a:cubicBezTo>
                  <a:lnTo>
                    <a:pt x="1071770" y="357467"/>
                  </a:lnTo>
                  <a:cubicBezTo>
                    <a:pt x="1089354" y="382373"/>
                    <a:pt x="1104739" y="409471"/>
                    <a:pt x="1117192" y="437309"/>
                  </a:cubicBezTo>
                  <a:lnTo>
                    <a:pt x="1277623" y="432912"/>
                  </a:lnTo>
                  <a:cubicBezTo>
                    <a:pt x="1287884" y="462948"/>
                    <a:pt x="1296672" y="492978"/>
                    <a:pt x="1302535" y="524474"/>
                  </a:cubicBezTo>
                  <a:lnTo>
                    <a:pt x="1162613" y="604316"/>
                  </a:lnTo>
                  <a:cubicBezTo>
                    <a:pt x="1164805" y="633620"/>
                    <a:pt x="1164805" y="663650"/>
                    <a:pt x="1162613" y="692953"/>
                  </a:cubicBezTo>
                  <a:lnTo>
                    <a:pt x="1304001" y="769131"/>
                  </a:lnTo>
                  <a:cubicBezTo>
                    <a:pt x="1298138" y="799900"/>
                    <a:pt x="1290082" y="831396"/>
                    <a:pt x="1279828" y="861426"/>
                  </a:cubicBezTo>
                  <a:lnTo>
                    <a:pt x="1118658" y="861426"/>
                  </a:lnTo>
                  <a:cubicBezTo>
                    <a:pt x="1112794" y="874612"/>
                    <a:pt x="1106205" y="887065"/>
                    <a:pt x="1098875" y="900251"/>
                  </a:cubicBezTo>
                  <a:cubicBezTo>
                    <a:pt x="1091553" y="913437"/>
                    <a:pt x="1083491" y="925890"/>
                    <a:pt x="1075435" y="937610"/>
                  </a:cubicBezTo>
                  <a:lnTo>
                    <a:pt x="1160415" y="1074587"/>
                  </a:lnTo>
                  <a:cubicBezTo>
                    <a:pt x="1139899" y="1100226"/>
                    <a:pt x="1117192" y="1122934"/>
                    <a:pt x="1093752" y="1144175"/>
                  </a:cubicBezTo>
                  <a:lnTo>
                    <a:pt x="954556" y="1062867"/>
                  </a:lnTo>
                  <a:cubicBezTo>
                    <a:pt x="930383" y="1080451"/>
                    <a:pt x="904743" y="1095829"/>
                    <a:pt x="878365" y="1109015"/>
                  </a:cubicBezTo>
                  <a:lnTo>
                    <a:pt x="882762" y="1270172"/>
                  </a:lnTo>
                  <a:cubicBezTo>
                    <a:pt x="852726" y="1281159"/>
                    <a:pt x="821963" y="1289947"/>
                    <a:pt x="791193" y="1296537"/>
                  </a:cubicBezTo>
                  <a:lnTo>
                    <a:pt x="711338" y="1157361"/>
                  </a:lnTo>
                  <a:cubicBezTo>
                    <a:pt x="680568" y="1161026"/>
                    <a:pt x="649805" y="1162492"/>
                    <a:pt x="619036" y="1160293"/>
                  </a:cubicBezTo>
                  <a:lnTo>
                    <a:pt x="542112" y="1302400"/>
                  </a:lnTo>
                  <a:cubicBezTo>
                    <a:pt x="512075" y="1297270"/>
                    <a:pt x="482045" y="1289947"/>
                    <a:pt x="452742" y="1280426"/>
                  </a:cubicBezTo>
                  <a:lnTo>
                    <a:pt x="452742" y="1120002"/>
                  </a:lnTo>
                  <a:cubicBezTo>
                    <a:pt x="435884" y="1112679"/>
                    <a:pt x="418307" y="1104624"/>
                    <a:pt x="401457" y="1095096"/>
                  </a:cubicBezTo>
                  <a:cubicBezTo>
                    <a:pt x="389737" y="1088506"/>
                    <a:pt x="378750" y="1081184"/>
                    <a:pt x="367756" y="1073854"/>
                  </a:cubicBezTo>
                  <a:lnTo>
                    <a:pt x="230032" y="1158827"/>
                  </a:lnTo>
                  <a:cubicBezTo>
                    <a:pt x="206592" y="1139784"/>
                    <a:pt x="184611" y="1118543"/>
                    <a:pt x="164096" y="1096562"/>
                  </a:cubicBezTo>
                  <a:lnTo>
                    <a:pt x="244684" y="958852"/>
                  </a:lnTo>
                  <a:cubicBezTo>
                    <a:pt x="223436" y="931021"/>
                    <a:pt x="205859" y="902450"/>
                    <a:pt x="191207" y="871687"/>
                  </a:cubicBezTo>
                  <a:lnTo>
                    <a:pt x="30037" y="876078"/>
                  </a:lnTo>
                  <a:cubicBezTo>
                    <a:pt x="19783" y="848247"/>
                    <a:pt x="11720" y="819676"/>
                    <a:pt x="5131" y="791105"/>
                  </a:cubicBezTo>
                  <a:lnTo>
                    <a:pt x="143587" y="711996"/>
                  </a:lnTo>
                  <a:cubicBezTo>
                    <a:pt x="139189" y="677569"/>
                    <a:pt x="138457" y="641675"/>
                    <a:pt x="141388" y="606515"/>
                  </a:cubicBezTo>
                  <a:lnTo>
                    <a:pt x="0" y="530337"/>
                  </a:lnTo>
                  <a:cubicBezTo>
                    <a:pt x="5131" y="501767"/>
                    <a:pt x="12453" y="473202"/>
                    <a:pt x="21242" y="446098"/>
                  </a:cubicBezTo>
                  <a:lnTo>
                    <a:pt x="181686" y="446098"/>
                  </a:lnTo>
                  <a:cubicBezTo>
                    <a:pt x="188275" y="429980"/>
                    <a:pt x="196338" y="413869"/>
                    <a:pt x="205126" y="398484"/>
                  </a:cubicBezTo>
                  <a:cubicBezTo>
                    <a:pt x="213915" y="382373"/>
                    <a:pt x="223436" y="367721"/>
                    <a:pt x="233697" y="353069"/>
                  </a:cubicBezTo>
                  <a:lnTo>
                    <a:pt x="149444" y="216825"/>
                  </a:lnTo>
                  <a:cubicBezTo>
                    <a:pt x="169226" y="194111"/>
                    <a:pt x="189741" y="173603"/>
                    <a:pt x="210990" y="154560"/>
                  </a:cubicBezTo>
                  <a:lnTo>
                    <a:pt x="350179" y="235868"/>
                  </a:lnTo>
                  <a:cubicBezTo>
                    <a:pt x="379482" y="215360"/>
                    <a:pt x="409512" y="197776"/>
                    <a:pt x="441748" y="183124"/>
                  </a:cubicBezTo>
                  <a:lnTo>
                    <a:pt x="437357" y="23440"/>
                  </a:lnTo>
                  <a:cubicBezTo>
                    <a:pt x="465188" y="13918"/>
                    <a:pt x="493759" y="6596"/>
                    <a:pt x="523062" y="732"/>
                  </a:cubicBezTo>
                  <a:lnTo>
                    <a:pt x="602918" y="140641"/>
                  </a:lnTo>
                  <a:cubicBezTo>
                    <a:pt x="636613" y="136983"/>
                    <a:pt x="670314" y="136983"/>
                    <a:pt x="704748" y="140641"/>
                  </a:cubicBezTo>
                  <a:lnTo>
                    <a:pt x="780932" y="0"/>
                  </a:lnTo>
                  <a:close/>
                  <a:moveTo>
                    <a:pt x="622999" y="288033"/>
                  </a:moveTo>
                  <a:cubicBezTo>
                    <a:pt x="506595" y="297697"/>
                    <a:pt x="396880" y="363051"/>
                    <a:pt x="335527" y="472470"/>
                  </a:cubicBezTo>
                  <a:cubicBezTo>
                    <a:pt x="237355" y="647539"/>
                    <a:pt x="299627" y="869488"/>
                    <a:pt x="474716" y="967640"/>
                  </a:cubicBezTo>
                  <a:cubicBezTo>
                    <a:pt x="649805" y="1065799"/>
                    <a:pt x="871775" y="1003534"/>
                    <a:pt x="969941" y="828465"/>
                  </a:cubicBezTo>
                  <a:cubicBezTo>
                    <a:pt x="1068113" y="653395"/>
                    <a:pt x="1005841" y="431446"/>
                    <a:pt x="830751" y="333294"/>
                  </a:cubicBezTo>
                  <a:cubicBezTo>
                    <a:pt x="765093" y="296484"/>
                    <a:pt x="692842" y="282234"/>
                    <a:pt x="622999" y="288033"/>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8" name="TextBox 28">
              <a:extLst>
                <a:ext uri="{FF2B5EF4-FFF2-40B4-BE49-F238E27FC236}">
                  <a16:creationId xmlns:a16="http://schemas.microsoft.com/office/drawing/2014/main" id="{BFEFD69C-A201-D08C-453F-475758FA6564}"/>
                </a:ext>
              </a:extLst>
            </p:cNvPr>
            <p:cNvSpPr txBox="1"/>
            <p:nvPr/>
          </p:nvSpPr>
          <p:spPr>
            <a:xfrm>
              <a:off x="6074745" y="3263896"/>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03</a:t>
              </a:r>
            </a:p>
          </p:txBody>
        </p:sp>
        <p:sp>
          <p:nvSpPr>
            <p:cNvPr id="61" name="Freeform: Shape 60">
              <a:extLst>
                <a:ext uri="{FF2B5EF4-FFF2-40B4-BE49-F238E27FC236}">
                  <a16:creationId xmlns:a16="http://schemas.microsoft.com/office/drawing/2014/main" id="{1C6DCC86-EE7D-65F9-9D28-0621CC59A7E5}"/>
                </a:ext>
              </a:extLst>
            </p:cNvPr>
            <p:cNvSpPr/>
            <p:nvPr/>
          </p:nvSpPr>
          <p:spPr>
            <a:xfrm>
              <a:off x="4471184" y="4069454"/>
              <a:ext cx="1606007" cy="2179940"/>
            </a:xfrm>
            <a:custGeom>
              <a:avLst/>
              <a:gdLst>
                <a:gd name="connsiteX0" fmla="*/ 405855 w 2141342"/>
                <a:gd name="connsiteY0" fmla="*/ 0 h 2906587"/>
                <a:gd name="connsiteX1" fmla="*/ 1735495 w 2141342"/>
                <a:gd name="connsiteY1" fmla="*/ 0 h 2906587"/>
                <a:gd name="connsiteX2" fmla="*/ 2141342 w 2141342"/>
                <a:gd name="connsiteY2" fmla="*/ 405807 h 2906587"/>
                <a:gd name="connsiteX3" fmla="*/ 2141342 w 2141342"/>
                <a:gd name="connsiteY3" fmla="*/ 2500780 h 2906587"/>
                <a:gd name="connsiteX4" fmla="*/ 1735495 w 2141342"/>
                <a:gd name="connsiteY4" fmla="*/ 2906587 h 2906587"/>
                <a:gd name="connsiteX5" fmla="*/ 1025623 w 2141342"/>
                <a:gd name="connsiteY5" fmla="*/ 2906587 h 2906587"/>
                <a:gd name="connsiteX6" fmla="*/ 1012430 w 2141342"/>
                <a:gd name="connsiteY6" fmla="*/ 2893407 h 2906587"/>
                <a:gd name="connsiteX7" fmla="*/ 1025623 w 2141342"/>
                <a:gd name="connsiteY7" fmla="*/ 2880221 h 2906587"/>
                <a:gd name="connsiteX8" fmla="*/ 1735495 w 2141342"/>
                <a:gd name="connsiteY8" fmla="*/ 2880221 h 2906587"/>
                <a:gd name="connsiteX9" fmla="*/ 2114970 w 2141342"/>
                <a:gd name="connsiteY9" fmla="*/ 2500780 h 2906587"/>
                <a:gd name="connsiteX10" fmla="*/ 2114970 w 2141342"/>
                <a:gd name="connsiteY10" fmla="*/ 405807 h 2906587"/>
                <a:gd name="connsiteX11" fmla="*/ 1735495 w 2141342"/>
                <a:gd name="connsiteY11" fmla="*/ 26372 h 2906587"/>
                <a:gd name="connsiteX12" fmla="*/ 405855 w 2141342"/>
                <a:gd name="connsiteY12" fmla="*/ 26372 h 2906587"/>
                <a:gd name="connsiteX13" fmla="*/ 26372 w 2141342"/>
                <a:gd name="connsiteY13" fmla="*/ 405807 h 2906587"/>
                <a:gd name="connsiteX14" fmla="*/ 26372 w 2141342"/>
                <a:gd name="connsiteY14" fmla="*/ 1508233 h 2906587"/>
                <a:gd name="connsiteX15" fmla="*/ 13186 w 2141342"/>
                <a:gd name="connsiteY15" fmla="*/ 1521419 h 2906587"/>
                <a:gd name="connsiteX16" fmla="*/ 0 w 2141342"/>
                <a:gd name="connsiteY16" fmla="*/ 1508233 h 2906587"/>
                <a:gd name="connsiteX17" fmla="*/ 0 w 2141342"/>
                <a:gd name="connsiteY17" fmla="*/ 405807 h 2906587"/>
                <a:gd name="connsiteX18" fmla="*/ 405855 w 2141342"/>
                <a:gd name="connsiteY18" fmla="*/ 0 h 290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87">
                  <a:moveTo>
                    <a:pt x="405855" y="0"/>
                  </a:moveTo>
                  <a:lnTo>
                    <a:pt x="1735495" y="0"/>
                  </a:lnTo>
                  <a:cubicBezTo>
                    <a:pt x="1958930" y="0"/>
                    <a:pt x="2141342" y="181659"/>
                    <a:pt x="2141342" y="405807"/>
                  </a:cubicBezTo>
                  <a:lnTo>
                    <a:pt x="2141342" y="2500780"/>
                  </a:lnTo>
                  <a:cubicBezTo>
                    <a:pt x="2141342" y="2724195"/>
                    <a:pt x="1959663" y="2906587"/>
                    <a:pt x="1735495" y="2906587"/>
                  </a:cubicBezTo>
                  <a:lnTo>
                    <a:pt x="1025623" y="2906587"/>
                  </a:lnTo>
                  <a:cubicBezTo>
                    <a:pt x="1018294" y="2906587"/>
                    <a:pt x="1012430" y="2900730"/>
                    <a:pt x="1012430" y="2893407"/>
                  </a:cubicBezTo>
                  <a:cubicBezTo>
                    <a:pt x="1012430" y="2886078"/>
                    <a:pt x="1018294" y="2880221"/>
                    <a:pt x="1025623" y="2880221"/>
                  </a:cubicBezTo>
                  <a:lnTo>
                    <a:pt x="1735495" y="2880221"/>
                  </a:lnTo>
                  <a:cubicBezTo>
                    <a:pt x="1945011" y="2880221"/>
                    <a:pt x="2114970" y="2710276"/>
                    <a:pt x="2114970" y="2500780"/>
                  </a:cubicBezTo>
                  <a:lnTo>
                    <a:pt x="2114970" y="405807"/>
                  </a:lnTo>
                  <a:cubicBezTo>
                    <a:pt x="2114970" y="196311"/>
                    <a:pt x="1945011" y="26372"/>
                    <a:pt x="1735495" y="26372"/>
                  </a:cubicBezTo>
                  <a:lnTo>
                    <a:pt x="405855" y="26372"/>
                  </a:lnTo>
                  <a:cubicBezTo>
                    <a:pt x="196331" y="26372"/>
                    <a:pt x="26372" y="196311"/>
                    <a:pt x="26372" y="405807"/>
                  </a:cubicBezTo>
                  <a:lnTo>
                    <a:pt x="26372" y="1508233"/>
                  </a:lnTo>
                  <a:cubicBezTo>
                    <a:pt x="26372" y="1515555"/>
                    <a:pt x="20516" y="1521419"/>
                    <a:pt x="13186" y="1521419"/>
                  </a:cubicBezTo>
                  <a:cubicBezTo>
                    <a:pt x="5864" y="1521419"/>
                    <a:pt x="0" y="1515555"/>
                    <a:pt x="0" y="1508233"/>
                  </a:cubicBezTo>
                  <a:lnTo>
                    <a:pt x="0" y="405807"/>
                  </a:lnTo>
                  <a:cubicBezTo>
                    <a:pt x="0" y="182392"/>
                    <a:pt x="181679" y="0"/>
                    <a:pt x="405855"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2" name="Freeform: Shape 61">
              <a:extLst>
                <a:ext uri="{FF2B5EF4-FFF2-40B4-BE49-F238E27FC236}">
                  <a16:creationId xmlns:a16="http://schemas.microsoft.com/office/drawing/2014/main" id="{9991C552-6A48-7092-9823-9B5D98FB218F}"/>
                </a:ext>
              </a:extLst>
            </p:cNvPr>
            <p:cNvSpPr/>
            <p:nvPr/>
          </p:nvSpPr>
          <p:spPr>
            <a:xfrm>
              <a:off x="4709644" y="5897789"/>
              <a:ext cx="566470" cy="560923"/>
            </a:xfrm>
            <a:custGeom>
              <a:avLst/>
              <a:gdLst>
                <a:gd name="connsiteX0" fmla="*/ 430760 w 755293"/>
                <a:gd name="connsiteY0" fmla="*/ 0 h 747897"/>
                <a:gd name="connsiteX1" fmla="*/ 493025 w 755293"/>
                <a:gd name="connsiteY1" fmla="*/ 14652 h 747897"/>
                <a:gd name="connsiteX2" fmla="*/ 499622 w 755293"/>
                <a:gd name="connsiteY2" fmla="*/ 109146 h 747897"/>
                <a:gd name="connsiteX3" fmla="*/ 553098 w 755293"/>
                <a:gd name="connsiteY3" fmla="*/ 141375 h 747897"/>
                <a:gd name="connsiteX4" fmla="*/ 638078 w 755293"/>
                <a:gd name="connsiteY4" fmla="*/ 101091 h 747897"/>
                <a:gd name="connsiteX5" fmla="*/ 680567 w 755293"/>
                <a:gd name="connsiteY5" fmla="*/ 150170 h 747897"/>
                <a:gd name="connsiteX6" fmla="*/ 630755 w 755293"/>
                <a:gd name="connsiteY6" fmla="*/ 230012 h 747897"/>
                <a:gd name="connsiteX7" fmla="*/ 644674 w 755293"/>
                <a:gd name="connsiteY7" fmla="*/ 257117 h 747897"/>
                <a:gd name="connsiteX8" fmla="*/ 655661 w 755293"/>
                <a:gd name="connsiteY8" fmla="*/ 285681 h 747897"/>
                <a:gd name="connsiteX9" fmla="*/ 748696 w 755293"/>
                <a:gd name="connsiteY9" fmla="*/ 303265 h 747897"/>
                <a:gd name="connsiteX10" fmla="*/ 755293 w 755293"/>
                <a:gd name="connsiteY10" fmla="*/ 367722 h 747897"/>
                <a:gd name="connsiteX11" fmla="*/ 668114 w 755293"/>
                <a:gd name="connsiteY11" fmla="*/ 402882 h 747897"/>
                <a:gd name="connsiteX12" fmla="*/ 654928 w 755293"/>
                <a:gd name="connsiteY12" fmla="*/ 463682 h 747897"/>
                <a:gd name="connsiteX13" fmla="*/ 719393 w 755293"/>
                <a:gd name="connsiteY13" fmla="*/ 532537 h 747897"/>
                <a:gd name="connsiteX14" fmla="*/ 687897 w 755293"/>
                <a:gd name="connsiteY14" fmla="*/ 588206 h 747897"/>
                <a:gd name="connsiteX15" fmla="*/ 597054 w 755293"/>
                <a:gd name="connsiteY15" fmla="*/ 565498 h 747897"/>
                <a:gd name="connsiteX16" fmla="*/ 548708 w 755293"/>
                <a:gd name="connsiteY16" fmla="*/ 609447 h 747897"/>
                <a:gd name="connsiteX17" fmla="*/ 547968 w 755293"/>
                <a:gd name="connsiteY17" fmla="*/ 609447 h 747897"/>
                <a:gd name="connsiteX18" fmla="*/ 559695 w 755293"/>
                <a:gd name="connsiteY18" fmla="*/ 703208 h 747897"/>
                <a:gd name="connsiteX19" fmla="*/ 527459 w 755293"/>
                <a:gd name="connsiteY19" fmla="*/ 719326 h 747897"/>
                <a:gd name="connsiteX20" fmla="*/ 503279 w 755293"/>
                <a:gd name="connsiteY20" fmla="*/ 728847 h 747897"/>
                <a:gd name="connsiteX21" fmla="*/ 443213 w 755293"/>
                <a:gd name="connsiteY21" fmla="*/ 657061 h 747897"/>
                <a:gd name="connsiteX22" fmla="*/ 374351 w 755293"/>
                <a:gd name="connsiteY22" fmla="*/ 665123 h 747897"/>
                <a:gd name="connsiteX23" fmla="*/ 328930 w 755293"/>
                <a:gd name="connsiteY23" fmla="*/ 747897 h 747897"/>
                <a:gd name="connsiteX24" fmla="*/ 270322 w 755293"/>
                <a:gd name="connsiteY24" fmla="*/ 735444 h 747897"/>
                <a:gd name="connsiteX25" fmla="*/ 263733 w 755293"/>
                <a:gd name="connsiteY25" fmla="*/ 642416 h 747897"/>
                <a:gd name="connsiteX26" fmla="*/ 200728 w 755293"/>
                <a:gd name="connsiteY26" fmla="*/ 606522 h 747897"/>
                <a:gd name="connsiteX27" fmla="*/ 115748 w 755293"/>
                <a:gd name="connsiteY27" fmla="*/ 646806 h 747897"/>
                <a:gd name="connsiteX28" fmla="*/ 76923 w 755293"/>
                <a:gd name="connsiteY28" fmla="*/ 602858 h 747897"/>
                <a:gd name="connsiteX29" fmla="*/ 126736 w 755293"/>
                <a:gd name="connsiteY29" fmla="*/ 523748 h 747897"/>
                <a:gd name="connsiteX30" fmla="*/ 109885 w 755293"/>
                <a:gd name="connsiteY30" fmla="*/ 490780 h 747897"/>
                <a:gd name="connsiteX31" fmla="*/ 97432 w 755293"/>
                <a:gd name="connsiteY31" fmla="*/ 455626 h 747897"/>
                <a:gd name="connsiteX32" fmla="*/ 5123 w 755293"/>
                <a:gd name="connsiteY32" fmla="*/ 438043 h 747897"/>
                <a:gd name="connsiteX33" fmla="*/ 0 w 755293"/>
                <a:gd name="connsiteY33" fmla="*/ 379442 h 747897"/>
                <a:gd name="connsiteX34" fmla="*/ 87178 w 755293"/>
                <a:gd name="connsiteY34" fmla="*/ 344282 h 747897"/>
                <a:gd name="connsiteX35" fmla="*/ 103295 w 755293"/>
                <a:gd name="connsiteY35" fmla="*/ 273228 h 747897"/>
                <a:gd name="connsiteX36" fmla="*/ 39558 w 755293"/>
                <a:gd name="connsiteY36" fmla="*/ 205106 h 747897"/>
                <a:gd name="connsiteX37" fmla="*/ 70327 w 755293"/>
                <a:gd name="connsiteY37" fmla="*/ 153828 h 747897"/>
                <a:gd name="connsiteX38" fmla="*/ 161903 w 755293"/>
                <a:gd name="connsiteY38" fmla="*/ 176535 h 747897"/>
                <a:gd name="connsiteX39" fmla="*/ 214647 w 755293"/>
                <a:gd name="connsiteY39" fmla="*/ 131121 h 747897"/>
                <a:gd name="connsiteX40" fmla="*/ 202927 w 755293"/>
                <a:gd name="connsiteY40" fmla="*/ 38825 h 747897"/>
                <a:gd name="connsiteX41" fmla="*/ 225634 w 755293"/>
                <a:gd name="connsiteY41" fmla="*/ 27838 h 747897"/>
                <a:gd name="connsiteX42" fmla="*/ 259335 w 755293"/>
                <a:gd name="connsiteY42" fmla="*/ 14652 h 747897"/>
                <a:gd name="connsiteX43" fmla="*/ 320135 w 755293"/>
                <a:gd name="connsiteY43" fmla="*/ 87172 h 747897"/>
                <a:gd name="connsiteX44" fmla="*/ 385338 w 755293"/>
                <a:gd name="connsiteY44" fmla="*/ 82048 h 747897"/>
                <a:gd name="connsiteX45" fmla="*/ 430760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0" y="0"/>
                  </a:moveTo>
                  <a:cubicBezTo>
                    <a:pt x="452001" y="2932"/>
                    <a:pt x="472517" y="8063"/>
                    <a:pt x="493025" y="14652"/>
                  </a:cubicBezTo>
                  <a:lnTo>
                    <a:pt x="499622" y="109146"/>
                  </a:lnTo>
                  <a:cubicBezTo>
                    <a:pt x="518671" y="117935"/>
                    <a:pt x="536248" y="128922"/>
                    <a:pt x="553098" y="141375"/>
                  </a:cubicBezTo>
                  <a:lnTo>
                    <a:pt x="638078" y="101091"/>
                  </a:lnTo>
                  <a:cubicBezTo>
                    <a:pt x="653463" y="116475"/>
                    <a:pt x="667381" y="132586"/>
                    <a:pt x="680567" y="150170"/>
                  </a:cubicBezTo>
                  <a:lnTo>
                    <a:pt x="630755" y="230012"/>
                  </a:lnTo>
                  <a:cubicBezTo>
                    <a:pt x="635879" y="238801"/>
                    <a:pt x="640277" y="247589"/>
                    <a:pt x="644674" y="257117"/>
                  </a:cubicBezTo>
                  <a:cubicBezTo>
                    <a:pt x="649072" y="266638"/>
                    <a:pt x="652730" y="276160"/>
                    <a:pt x="655661" y="285681"/>
                  </a:cubicBezTo>
                  <a:lnTo>
                    <a:pt x="748696" y="303265"/>
                  </a:lnTo>
                  <a:cubicBezTo>
                    <a:pt x="753094" y="324506"/>
                    <a:pt x="755293" y="346481"/>
                    <a:pt x="755293" y="367722"/>
                  </a:cubicBezTo>
                  <a:lnTo>
                    <a:pt x="668114" y="402882"/>
                  </a:lnTo>
                  <a:cubicBezTo>
                    <a:pt x="665916" y="423391"/>
                    <a:pt x="661525" y="443906"/>
                    <a:pt x="654928" y="463682"/>
                  </a:cubicBezTo>
                  <a:lnTo>
                    <a:pt x="719393" y="532537"/>
                  </a:lnTo>
                  <a:cubicBezTo>
                    <a:pt x="710604" y="552312"/>
                    <a:pt x="700350" y="570629"/>
                    <a:pt x="687897" y="588206"/>
                  </a:cubicBezTo>
                  <a:lnTo>
                    <a:pt x="597054" y="565498"/>
                  </a:lnTo>
                  <a:cubicBezTo>
                    <a:pt x="583135" y="581616"/>
                    <a:pt x="566284" y="596268"/>
                    <a:pt x="548708" y="609447"/>
                  </a:cubicBezTo>
                  <a:lnTo>
                    <a:pt x="547968" y="609447"/>
                  </a:lnTo>
                  <a:lnTo>
                    <a:pt x="559695" y="703208"/>
                  </a:lnTo>
                  <a:cubicBezTo>
                    <a:pt x="549440" y="709072"/>
                    <a:pt x="538447" y="714196"/>
                    <a:pt x="527459" y="719326"/>
                  </a:cubicBezTo>
                  <a:cubicBezTo>
                    <a:pt x="519404" y="722991"/>
                    <a:pt x="511342" y="725916"/>
                    <a:pt x="503279" y="728847"/>
                  </a:cubicBezTo>
                  <a:lnTo>
                    <a:pt x="443213" y="657061"/>
                  </a:lnTo>
                  <a:cubicBezTo>
                    <a:pt x="420506" y="662924"/>
                    <a:pt x="397059" y="665123"/>
                    <a:pt x="374351" y="665123"/>
                  </a:cubicBezTo>
                  <a:lnTo>
                    <a:pt x="328930" y="747897"/>
                  </a:lnTo>
                  <a:cubicBezTo>
                    <a:pt x="309147" y="744965"/>
                    <a:pt x="289372" y="741300"/>
                    <a:pt x="270322" y="735444"/>
                  </a:cubicBezTo>
                  <a:lnTo>
                    <a:pt x="263733" y="642416"/>
                  </a:lnTo>
                  <a:cubicBezTo>
                    <a:pt x="241752" y="633620"/>
                    <a:pt x="220510" y="621167"/>
                    <a:pt x="200728" y="606522"/>
                  </a:cubicBezTo>
                  <a:lnTo>
                    <a:pt x="115748" y="646806"/>
                  </a:lnTo>
                  <a:cubicBezTo>
                    <a:pt x="101830" y="633620"/>
                    <a:pt x="88644" y="618969"/>
                    <a:pt x="76923" y="602858"/>
                  </a:cubicBezTo>
                  <a:lnTo>
                    <a:pt x="126736" y="523748"/>
                  </a:lnTo>
                  <a:cubicBezTo>
                    <a:pt x="120879" y="513494"/>
                    <a:pt x="115016" y="502507"/>
                    <a:pt x="109885" y="490780"/>
                  </a:cubicBezTo>
                  <a:cubicBezTo>
                    <a:pt x="104761" y="479067"/>
                    <a:pt x="101097" y="467340"/>
                    <a:pt x="97432" y="455626"/>
                  </a:cubicBezTo>
                  <a:lnTo>
                    <a:pt x="5123" y="438043"/>
                  </a:lnTo>
                  <a:cubicBezTo>
                    <a:pt x="2198" y="418267"/>
                    <a:pt x="0" y="399218"/>
                    <a:pt x="0" y="379442"/>
                  </a:cubicBezTo>
                  <a:lnTo>
                    <a:pt x="87178" y="344282"/>
                  </a:lnTo>
                  <a:cubicBezTo>
                    <a:pt x="89370" y="320109"/>
                    <a:pt x="95233" y="295935"/>
                    <a:pt x="103295" y="273228"/>
                  </a:cubicBezTo>
                  <a:lnTo>
                    <a:pt x="39558" y="205106"/>
                  </a:lnTo>
                  <a:cubicBezTo>
                    <a:pt x="48353" y="187522"/>
                    <a:pt x="58607" y="169946"/>
                    <a:pt x="70327" y="153828"/>
                  </a:cubicBezTo>
                  <a:lnTo>
                    <a:pt x="161903" y="176535"/>
                  </a:lnTo>
                  <a:cubicBezTo>
                    <a:pt x="177281" y="159691"/>
                    <a:pt x="194871" y="144307"/>
                    <a:pt x="214647" y="131121"/>
                  </a:cubicBezTo>
                  <a:lnTo>
                    <a:pt x="202927" y="38825"/>
                  </a:lnTo>
                  <a:cubicBezTo>
                    <a:pt x="210249" y="35161"/>
                    <a:pt x="217578" y="31503"/>
                    <a:pt x="225634" y="27838"/>
                  </a:cubicBezTo>
                  <a:cubicBezTo>
                    <a:pt x="236621" y="22714"/>
                    <a:pt x="247615" y="18317"/>
                    <a:pt x="259335" y="14652"/>
                  </a:cubicBezTo>
                  <a:lnTo>
                    <a:pt x="320135" y="87172"/>
                  </a:lnTo>
                  <a:cubicBezTo>
                    <a:pt x="342116" y="82774"/>
                    <a:pt x="364090" y="82048"/>
                    <a:pt x="385338" y="82048"/>
                  </a:cubicBezTo>
                  <a:lnTo>
                    <a:pt x="430760" y="0"/>
                  </a:ln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4" name="Freeform: Shape 63">
              <a:extLst>
                <a:ext uri="{FF2B5EF4-FFF2-40B4-BE49-F238E27FC236}">
                  <a16:creationId xmlns:a16="http://schemas.microsoft.com/office/drawing/2014/main" id="{31A7B467-E28A-A94D-FF31-10752734988B}"/>
                </a:ext>
              </a:extLst>
            </p:cNvPr>
            <p:cNvSpPr/>
            <p:nvPr/>
          </p:nvSpPr>
          <p:spPr>
            <a:xfrm>
              <a:off x="3992627" y="5151735"/>
              <a:ext cx="978001" cy="977345"/>
            </a:xfrm>
            <a:custGeom>
              <a:avLst/>
              <a:gdLst>
                <a:gd name="connsiteX0" fmla="*/ 542112 w 1304001"/>
                <a:gd name="connsiteY0" fmla="*/ 0 h 1303126"/>
                <a:gd name="connsiteX1" fmla="*/ 619036 w 1304001"/>
                <a:gd name="connsiteY1" fmla="*/ 142100 h 1303126"/>
                <a:gd name="connsiteX2" fmla="*/ 711338 w 1304001"/>
                <a:gd name="connsiteY2" fmla="*/ 145032 h 1303126"/>
                <a:gd name="connsiteX3" fmla="*/ 791193 w 1304001"/>
                <a:gd name="connsiteY3" fmla="*/ 5856 h 1303126"/>
                <a:gd name="connsiteX4" fmla="*/ 882762 w 1304001"/>
                <a:gd name="connsiteY4" fmla="*/ 32228 h 1303126"/>
                <a:gd name="connsiteX5" fmla="*/ 878365 w 1304001"/>
                <a:gd name="connsiteY5" fmla="*/ 193378 h 1303126"/>
                <a:gd name="connsiteX6" fmla="*/ 954556 w 1304001"/>
                <a:gd name="connsiteY6" fmla="*/ 239526 h 1303126"/>
                <a:gd name="connsiteX7" fmla="*/ 1093745 w 1304001"/>
                <a:gd name="connsiteY7" fmla="*/ 158218 h 1303126"/>
                <a:gd name="connsiteX8" fmla="*/ 1160414 w 1304001"/>
                <a:gd name="connsiteY8" fmla="*/ 227806 h 1303126"/>
                <a:gd name="connsiteX9" fmla="*/ 1075428 w 1304001"/>
                <a:gd name="connsiteY9" fmla="*/ 364783 h 1303126"/>
                <a:gd name="connsiteX10" fmla="*/ 1098875 w 1304001"/>
                <a:gd name="connsiteY10" fmla="*/ 402142 h 1303126"/>
                <a:gd name="connsiteX11" fmla="*/ 1118651 w 1304001"/>
                <a:gd name="connsiteY11" fmla="*/ 440234 h 1303126"/>
                <a:gd name="connsiteX12" fmla="*/ 1279821 w 1304001"/>
                <a:gd name="connsiteY12" fmla="*/ 440234 h 1303126"/>
                <a:gd name="connsiteX13" fmla="*/ 1304001 w 1304001"/>
                <a:gd name="connsiteY13" fmla="*/ 533262 h 1303126"/>
                <a:gd name="connsiteX14" fmla="*/ 1162607 w 1304001"/>
                <a:gd name="connsiteY14" fmla="*/ 609440 h 1303126"/>
                <a:gd name="connsiteX15" fmla="*/ 1162607 w 1304001"/>
                <a:gd name="connsiteY15" fmla="*/ 698077 h 1303126"/>
                <a:gd name="connsiteX16" fmla="*/ 1302535 w 1304001"/>
                <a:gd name="connsiteY16" fmla="*/ 777919 h 1303126"/>
                <a:gd name="connsiteX17" fmla="*/ 1277623 w 1304001"/>
                <a:gd name="connsiteY17" fmla="*/ 869481 h 1303126"/>
                <a:gd name="connsiteX18" fmla="*/ 1117192 w 1304001"/>
                <a:gd name="connsiteY18" fmla="*/ 865091 h 1303126"/>
                <a:gd name="connsiteX19" fmla="*/ 1071770 w 1304001"/>
                <a:gd name="connsiteY19" fmla="*/ 944933 h 1303126"/>
                <a:gd name="connsiteX20" fmla="*/ 1153085 w 1304001"/>
                <a:gd name="connsiteY20" fmla="*/ 1084841 h 1303126"/>
                <a:gd name="connsiteX21" fmla="*/ 1087155 w 1304001"/>
                <a:gd name="connsiteY21" fmla="*/ 1150765 h 1303126"/>
                <a:gd name="connsiteX22" fmla="*/ 950891 w 1304001"/>
                <a:gd name="connsiteY22" fmla="*/ 1066525 h 1303126"/>
                <a:gd name="connsiteX23" fmla="*/ 950891 w 1304001"/>
                <a:gd name="connsiteY23" fmla="*/ 1068724 h 1303126"/>
                <a:gd name="connsiteX24" fmla="*/ 902538 w 1304001"/>
                <a:gd name="connsiteY24" fmla="*/ 1099487 h 1303126"/>
                <a:gd name="connsiteX25" fmla="*/ 868110 w 1304001"/>
                <a:gd name="connsiteY25" fmla="*/ 1117803 h 1303126"/>
                <a:gd name="connsiteX26" fmla="*/ 868110 w 1304001"/>
                <a:gd name="connsiteY26" fmla="*/ 1279686 h 1303126"/>
                <a:gd name="connsiteX27" fmla="*/ 780932 w 1304001"/>
                <a:gd name="connsiteY27" fmla="*/ 1303126 h 1303126"/>
                <a:gd name="connsiteX28" fmla="*/ 704741 w 1304001"/>
                <a:gd name="connsiteY28" fmla="*/ 1162485 h 1303126"/>
                <a:gd name="connsiteX29" fmla="*/ 602918 w 1304001"/>
                <a:gd name="connsiteY29" fmla="*/ 1162485 h 1303126"/>
                <a:gd name="connsiteX30" fmla="*/ 523062 w 1304001"/>
                <a:gd name="connsiteY30" fmla="*/ 1302394 h 1303126"/>
                <a:gd name="connsiteX31" fmla="*/ 437350 w 1304001"/>
                <a:gd name="connsiteY31" fmla="*/ 1279686 h 1303126"/>
                <a:gd name="connsiteX32" fmla="*/ 441748 w 1304001"/>
                <a:gd name="connsiteY32" fmla="*/ 1120002 h 1303126"/>
                <a:gd name="connsiteX33" fmla="*/ 350172 w 1304001"/>
                <a:gd name="connsiteY33" fmla="*/ 1067258 h 1303126"/>
                <a:gd name="connsiteX34" fmla="*/ 210983 w 1304001"/>
                <a:gd name="connsiteY34" fmla="*/ 1148566 h 1303126"/>
                <a:gd name="connsiteX35" fmla="*/ 149444 w 1304001"/>
                <a:gd name="connsiteY35" fmla="*/ 1086307 h 1303126"/>
                <a:gd name="connsiteX36" fmla="*/ 233697 w 1304001"/>
                <a:gd name="connsiteY36" fmla="*/ 950057 h 1303126"/>
                <a:gd name="connsiteX37" fmla="*/ 205126 w 1304001"/>
                <a:gd name="connsiteY37" fmla="*/ 904642 h 1303126"/>
                <a:gd name="connsiteX38" fmla="*/ 181679 w 1304001"/>
                <a:gd name="connsiteY38" fmla="*/ 857028 h 1303126"/>
                <a:gd name="connsiteX39" fmla="*/ 21242 w 1304001"/>
                <a:gd name="connsiteY39" fmla="*/ 857028 h 1303126"/>
                <a:gd name="connsiteX40" fmla="*/ 0 w 1304001"/>
                <a:gd name="connsiteY40" fmla="*/ 772062 h 1303126"/>
                <a:gd name="connsiteX41" fmla="*/ 141388 w 1304001"/>
                <a:gd name="connsiteY41" fmla="*/ 695878 h 1303126"/>
                <a:gd name="connsiteX42" fmla="*/ 143587 w 1304001"/>
                <a:gd name="connsiteY42" fmla="*/ 590397 h 1303126"/>
                <a:gd name="connsiteX43" fmla="*/ 5131 w 1304001"/>
                <a:gd name="connsiteY43" fmla="*/ 511288 h 1303126"/>
                <a:gd name="connsiteX44" fmla="*/ 30037 w 1304001"/>
                <a:gd name="connsiteY44" fmla="*/ 426315 h 1303126"/>
                <a:gd name="connsiteX45" fmla="*/ 191207 w 1304001"/>
                <a:gd name="connsiteY45" fmla="*/ 430713 h 1303126"/>
                <a:gd name="connsiteX46" fmla="*/ 244684 w 1304001"/>
                <a:gd name="connsiteY46" fmla="*/ 343541 h 1303126"/>
                <a:gd name="connsiteX47" fmla="*/ 164095 w 1304001"/>
                <a:gd name="connsiteY47" fmla="*/ 205831 h 1303126"/>
                <a:gd name="connsiteX48" fmla="*/ 230032 w 1304001"/>
                <a:gd name="connsiteY48" fmla="*/ 143566 h 1303126"/>
                <a:gd name="connsiteX49" fmla="*/ 367755 w 1304001"/>
                <a:gd name="connsiteY49" fmla="*/ 228539 h 1303126"/>
                <a:gd name="connsiteX50" fmla="*/ 401457 w 1304001"/>
                <a:gd name="connsiteY50" fmla="*/ 207297 h 1303126"/>
                <a:gd name="connsiteX51" fmla="*/ 452002 w 1304001"/>
                <a:gd name="connsiteY51" fmla="*/ 182391 h 1303126"/>
                <a:gd name="connsiteX52" fmla="*/ 452002 w 1304001"/>
                <a:gd name="connsiteY52" fmla="*/ 21974 h 1303126"/>
                <a:gd name="connsiteX53" fmla="*/ 542112 w 1304001"/>
                <a:gd name="connsiteY53" fmla="*/ 0 h 1303126"/>
                <a:gd name="connsiteX54" fmla="*/ 681733 w 1304001"/>
                <a:gd name="connsiteY54" fmla="*/ 288026 h 1303126"/>
                <a:gd name="connsiteX55" fmla="*/ 473976 w 1304001"/>
                <a:gd name="connsiteY55" fmla="*/ 333287 h 1303126"/>
                <a:gd name="connsiteX56" fmla="*/ 334787 w 1304001"/>
                <a:gd name="connsiteY56" fmla="*/ 828464 h 1303126"/>
                <a:gd name="connsiteX57" fmla="*/ 830018 w 1304001"/>
                <a:gd name="connsiteY57" fmla="*/ 967640 h 1303126"/>
                <a:gd name="connsiteX58" fmla="*/ 969208 w 1304001"/>
                <a:gd name="connsiteY58" fmla="*/ 472463 h 1303126"/>
                <a:gd name="connsiteX59" fmla="*/ 681733 w 1304001"/>
                <a:gd name="connsiteY59" fmla="*/ 288026 h 130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3126">
                  <a:moveTo>
                    <a:pt x="542112" y="0"/>
                  </a:moveTo>
                  <a:lnTo>
                    <a:pt x="619036" y="142100"/>
                  </a:lnTo>
                  <a:cubicBezTo>
                    <a:pt x="649799" y="140641"/>
                    <a:pt x="680568" y="141367"/>
                    <a:pt x="711338" y="145032"/>
                  </a:cubicBezTo>
                  <a:lnTo>
                    <a:pt x="791193" y="5856"/>
                  </a:lnTo>
                  <a:cubicBezTo>
                    <a:pt x="822689" y="12453"/>
                    <a:pt x="852726" y="21241"/>
                    <a:pt x="882762" y="32228"/>
                  </a:cubicBezTo>
                  <a:lnTo>
                    <a:pt x="878365" y="193378"/>
                  </a:lnTo>
                  <a:cubicBezTo>
                    <a:pt x="905476" y="206564"/>
                    <a:pt x="930383" y="221942"/>
                    <a:pt x="954556" y="239526"/>
                  </a:cubicBezTo>
                  <a:lnTo>
                    <a:pt x="1093745" y="158218"/>
                  </a:lnTo>
                  <a:cubicBezTo>
                    <a:pt x="1117192" y="179459"/>
                    <a:pt x="1139899" y="202900"/>
                    <a:pt x="1160414" y="227806"/>
                  </a:cubicBezTo>
                  <a:lnTo>
                    <a:pt x="1075428" y="364783"/>
                  </a:lnTo>
                  <a:cubicBezTo>
                    <a:pt x="1084224" y="377236"/>
                    <a:pt x="1091553" y="388956"/>
                    <a:pt x="1098875" y="402142"/>
                  </a:cubicBezTo>
                  <a:cubicBezTo>
                    <a:pt x="1106205" y="414595"/>
                    <a:pt x="1112794" y="427781"/>
                    <a:pt x="1118651" y="440234"/>
                  </a:cubicBezTo>
                  <a:lnTo>
                    <a:pt x="1279821" y="440234"/>
                  </a:lnTo>
                  <a:cubicBezTo>
                    <a:pt x="1290082" y="470997"/>
                    <a:pt x="1298138" y="501767"/>
                    <a:pt x="1304001" y="533262"/>
                  </a:cubicBezTo>
                  <a:lnTo>
                    <a:pt x="1162607" y="609440"/>
                  </a:lnTo>
                  <a:cubicBezTo>
                    <a:pt x="1165538" y="638744"/>
                    <a:pt x="1165538" y="668773"/>
                    <a:pt x="1162607" y="698077"/>
                  </a:cubicBezTo>
                  <a:lnTo>
                    <a:pt x="1302535" y="777919"/>
                  </a:lnTo>
                  <a:cubicBezTo>
                    <a:pt x="1296672" y="808682"/>
                    <a:pt x="1287884" y="839452"/>
                    <a:pt x="1277623" y="869481"/>
                  </a:cubicBezTo>
                  <a:lnTo>
                    <a:pt x="1117192" y="865091"/>
                  </a:lnTo>
                  <a:cubicBezTo>
                    <a:pt x="1104732" y="892922"/>
                    <a:pt x="1089347" y="919294"/>
                    <a:pt x="1071770" y="944933"/>
                  </a:cubicBezTo>
                  <a:lnTo>
                    <a:pt x="1153085" y="1084841"/>
                  </a:lnTo>
                  <a:cubicBezTo>
                    <a:pt x="1132577" y="1108282"/>
                    <a:pt x="1110596" y="1130256"/>
                    <a:pt x="1087155" y="1150765"/>
                  </a:cubicBezTo>
                  <a:lnTo>
                    <a:pt x="950891" y="1066525"/>
                  </a:lnTo>
                  <a:lnTo>
                    <a:pt x="950891" y="1068724"/>
                  </a:lnTo>
                  <a:cubicBezTo>
                    <a:pt x="935506" y="1079711"/>
                    <a:pt x="919395" y="1089965"/>
                    <a:pt x="902538" y="1099487"/>
                  </a:cubicBezTo>
                  <a:cubicBezTo>
                    <a:pt x="891551" y="1106083"/>
                    <a:pt x="879098" y="1111940"/>
                    <a:pt x="868110" y="1117803"/>
                  </a:cubicBezTo>
                  <a:lnTo>
                    <a:pt x="868110" y="1279686"/>
                  </a:lnTo>
                  <a:cubicBezTo>
                    <a:pt x="839540" y="1289208"/>
                    <a:pt x="810236" y="1297270"/>
                    <a:pt x="780932" y="1303126"/>
                  </a:cubicBezTo>
                  <a:lnTo>
                    <a:pt x="704741" y="1162485"/>
                  </a:lnTo>
                  <a:cubicBezTo>
                    <a:pt x="671047" y="1166149"/>
                    <a:pt x="636613" y="1166149"/>
                    <a:pt x="602918" y="1162485"/>
                  </a:cubicBezTo>
                  <a:lnTo>
                    <a:pt x="523062" y="1302394"/>
                  </a:lnTo>
                  <a:cubicBezTo>
                    <a:pt x="493759" y="1297270"/>
                    <a:pt x="465188" y="1289208"/>
                    <a:pt x="437350" y="1279686"/>
                  </a:cubicBezTo>
                  <a:lnTo>
                    <a:pt x="441748" y="1120002"/>
                  </a:lnTo>
                  <a:cubicBezTo>
                    <a:pt x="409512" y="1106083"/>
                    <a:pt x="378743" y="1088499"/>
                    <a:pt x="350172" y="1067258"/>
                  </a:cubicBezTo>
                  <a:lnTo>
                    <a:pt x="210983" y="1148566"/>
                  </a:lnTo>
                  <a:cubicBezTo>
                    <a:pt x="189008" y="1129523"/>
                    <a:pt x="168493" y="1108282"/>
                    <a:pt x="149444" y="1086307"/>
                  </a:cubicBezTo>
                  <a:lnTo>
                    <a:pt x="233697" y="950057"/>
                  </a:lnTo>
                  <a:cubicBezTo>
                    <a:pt x="223436" y="935411"/>
                    <a:pt x="213914" y="920027"/>
                    <a:pt x="205126" y="904642"/>
                  </a:cubicBezTo>
                  <a:cubicBezTo>
                    <a:pt x="196331" y="888524"/>
                    <a:pt x="189008" y="872413"/>
                    <a:pt x="181679" y="857028"/>
                  </a:cubicBezTo>
                  <a:lnTo>
                    <a:pt x="21242" y="857028"/>
                  </a:lnTo>
                  <a:cubicBezTo>
                    <a:pt x="12453" y="828464"/>
                    <a:pt x="5131" y="800627"/>
                    <a:pt x="0" y="772062"/>
                  </a:cubicBezTo>
                  <a:lnTo>
                    <a:pt x="141388" y="695878"/>
                  </a:lnTo>
                  <a:cubicBezTo>
                    <a:pt x="138456" y="660718"/>
                    <a:pt x="139189" y="625558"/>
                    <a:pt x="143587" y="590397"/>
                  </a:cubicBezTo>
                  <a:lnTo>
                    <a:pt x="5131" y="511288"/>
                  </a:lnTo>
                  <a:cubicBezTo>
                    <a:pt x="11720" y="482717"/>
                    <a:pt x="19782" y="454153"/>
                    <a:pt x="30037" y="426315"/>
                  </a:cubicBezTo>
                  <a:lnTo>
                    <a:pt x="191207" y="430713"/>
                  </a:lnTo>
                  <a:cubicBezTo>
                    <a:pt x="205859" y="399943"/>
                    <a:pt x="224169" y="370646"/>
                    <a:pt x="244684" y="343541"/>
                  </a:cubicBezTo>
                  <a:lnTo>
                    <a:pt x="164095" y="205831"/>
                  </a:lnTo>
                  <a:cubicBezTo>
                    <a:pt x="184611" y="183857"/>
                    <a:pt x="206585" y="163342"/>
                    <a:pt x="230032" y="143566"/>
                  </a:cubicBezTo>
                  <a:lnTo>
                    <a:pt x="367755" y="228539"/>
                  </a:lnTo>
                  <a:cubicBezTo>
                    <a:pt x="378743" y="221216"/>
                    <a:pt x="389730" y="213887"/>
                    <a:pt x="401457" y="207297"/>
                  </a:cubicBezTo>
                  <a:cubicBezTo>
                    <a:pt x="418307" y="197776"/>
                    <a:pt x="435151" y="189714"/>
                    <a:pt x="452002" y="182391"/>
                  </a:cubicBezTo>
                  <a:lnTo>
                    <a:pt x="452002" y="21974"/>
                  </a:lnTo>
                  <a:cubicBezTo>
                    <a:pt x="481306" y="12453"/>
                    <a:pt x="512075" y="5123"/>
                    <a:pt x="542112" y="0"/>
                  </a:cubicBezTo>
                  <a:close/>
                  <a:moveTo>
                    <a:pt x="681733" y="288026"/>
                  </a:moveTo>
                  <a:cubicBezTo>
                    <a:pt x="611890" y="282228"/>
                    <a:pt x="539637" y="296478"/>
                    <a:pt x="473976" y="333287"/>
                  </a:cubicBezTo>
                  <a:cubicBezTo>
                    <a:pt x="298894" y="431446"/>
                    <a:pt x="236622" y="653395"/>
                    <a:pt x="334787" y="828464"/>
                  </a:cubicBezTo>
                  <a:cubicBezTo>
                    <a:pt x="432959" y="1003533"/>
                    <a:pt x="654929" y="1065799"/>
                    <a:pt x="830018" y="967640"/>
                  </a:cubicBezTo>
                  <a:cubicBezTo>
                    <a:pt x="1005101" y="869481"/>
                    <a:pt x="1067373" y="647532"/>
                    <a:pt x="969208" y="472463"/>
                  </a:cubicBezTo>
                  <a:cubicBezTo>
                    <a:pt x="907854" y="363045"/>
                    <a:pt x="798140" y="297691"/>
                    <a:pt x="681733" y="288026"/>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5" name="Freeform: Shape 64">
              <a:extLst>
                <a:ext uri="{FF2B5EF4-FFF2-40B4-BE49-F238E27FC236}">
                  <a16:creationId xmlns:a16="http://schemas.microsoft.com/office/drawing/2014/main" id="{4BE79CFD-0E36-5E3F-3E6C-C0267437DC1F}"/>
                </a:ext>
              </a:extLst>
            </p:cNvPr>
            <p:cNvSpPr/>
            <p:nvPr/>
          </p:nvSpPr>
          <p:spPr>
            <a:xfrm>
              <a:off x="4709644" y="5897789"/>
              <a:ext cx="566470" cy="560923"/>
            </a:xfrm>
            <a:custGeom>
              <a:avLst/>
              <a:gdLst>
                <a:gd name="connsiteX0" fmla="*/ 430760 w 755293"/>
                <a:gd name="connsiteY0" fmla="*/ 0 h 747897"/>
                <a:gd name="connsiteX1" fmla="*/ 493025 w 755293"/>
                <a:gd name="connsiteY1" fmla="*/ 14652 h 747897"/>
                <a:gd name="connsiteX2" fmla="*/ 499622 w 755293"/>
                <a:gd name="connsiteY2" fmla="*/ 109146 h 747897"/>
                <a:gd name="connsiteX3" fmla="*/ 553098 w 755293"/>
                <a:gd name="connsiteY3" fmla="*/ 141375 h 747897"/>
                <a:gd name="connsiteX4" fmla="*/ 638078 w 755293"/>
                <a:gd name="connsiteY4" fmla="*/ 101091 h 747897"/>
                <a:gd name="connsiteX5" fmla="*/ 680567 w 755293"/>
                <a:gd name="connsiteY5" fmla="*/ 150170 h 747897"/>
                <a:gd name="connsiteX6" fmla="*/ 630755 w 755293"/>
                <a:gd name="connsiteY6" fmla="*/ 230012 h 747897"/>
                <a:gd name="connsiteX7" fmla="*/ 644674 w 755293"/>
                <a:gd name="connsiteY7" fmla="*/ 257117 h 747897"/>
                <a:gd name="connsiteX8" fmla="*/ 655661 w 755293"/>
                <a:gd name="connsiteY8" fmla="*/ 285681 h 747897"/>
                <a:gd name="connsiteX9" fmla="*/ 748696 w 755293"/>
                <a:gd name="connsiteY9" fmla="*/ 303265 h 747897"/>
                <a:gd name="connsiteX10" fmla="*/ 755293 w 755293"/>
                <a:gd name="connsiteY10" fmla="*/ 367722 h 747897"/>
                <a:gd name="connsiteX11" fmla="*/ 668114 w 755293"/>
                <a:gd name="connsiteY11" fmla="*/ 402882 h 747897"/>
                <a:gd name="connsiteX12" fmla="*/ 654928 w 755293"/>
                <a:gd name="connsiteY12" fmla="*/ 463682 h 747897"/>
                <a:gd name="connsiteX13" fmla="*/ 719393 w 755293"/>
                <a:gd name="connsiteY13" fmla="*/ 532537 h 747897"/>
                <a:gd name="connsiteX14" fmla="*/ 687897 w 755293"/>
                <a:gd name="connsiteY14" fmla="*/ 588206 h 747897"/>
                <a:gd name="connsiteX15" fmla="*/ 597054 w 755293"/>
                <a:gd name="connsiteY15" fmla="*/ 565498 h 747897"/>
                <a:gd name="connsiteX16" fmla="*/ 548708 w 755293"/>
                <a:gd name="connsiteY16" fmla="*/ 609447 h 747897"/>
                <a:gd name="connsiteX17" fmla="*/ 547968 w 755293"/>
                <a:gd name="connsiteY17" fmla="*/ 609447 h 747897"/>
                <a:gd name="connsiteX18" fmla="*/ 559695 w 755293"/>
                <a:gd name="connsiteY18" fmla="*/ 703208 h 747897"/>
                <a:gd name="connsiteX19" fmla="*/ 527459 w 755293"/>
                <a:gd name="connsiteY19" fmla="*/ 719326 h 747897"/>
                <a:gd name="connsiteX20" fmla="*/ 503279 w 755293"/>
                <a:gd name="connsiteY20" fmla="*/ 728847 h 747897"/>
                <a:gd name="connsiteX21" fmla="*/ 443213 w 755293"/>
                <a:gd name="connsiteY21" fmla="*/ 657061 h 747897"/>
                <a:gd name="connsiteX22" fmla="*/ 374351 w 755293"/>
                <a:gd name="connsiteY22" fmla="*/ 665123 h 747897"/>
                <a:gd name="connsiteX23" fmla="*/ 328930 w 755293"/>
                <a:gd name="connsiteY23" fmla="*/ 747897 h 747897"/>
                <a:gd name="connsiteX24" fmla="*/ 270322 w 755293"/>
                <a:gd name="connsiteY24" fmla="*/ 735444 h 747897"/>
                <a:gd name="connsiteX25" fmla="*/ 263733 w 755293"/>
                <a:gd name="connsiteY25" fmla="*/ 642416 h 747897"/>
                <a:gd name="connsiteX26" fmla="*/ 200728 w 755293"/>
                <a:gd name="connsiteY26" fmla="*/ 606522 h 747897"/>
                <a:gd name="connsiteX27" fmla="*/ 115748 w 755293"/>
                <a:gd name="connsiteY27" fmla="*/ 646806 h 747897"/>
                <a:gd name="connsiteX28" fmla="*/ 76923 w 755293"/>
                <a:gd name="connsiteY28" fmla="*/ 602858 h 747897"/>
                <a:gd name="connsiteX29" fmla="*/ 126736 w 755293"/>
                <a:gd name="connsiteY29" fmla="*/ 523748 h 747897"/>
                <a:gd name="connsiteX30" fmla="*/ 109885 w 755293"/>
                <a:gd name="connsiteY30" fmla="*/ 490780 h 747897"/>
                <a:gd name="connsiteX31" fmla="*/ 97432 w 755293"/>
                <a:gd name="connsiteY31" fmla="*/ 455626 h 747897"/>
                <a:gd name="connsiteX32" fmla="*/ 5123 w 755293"/>
                <a:gd name="connsiteY32" fmla="*/ 438043 h 747897"/>
                <a:gd name="connsiteX33" fmla="*/ 0 w 755293"/>
                <a:gd name="connsiteY33" fmla="*/ 379442 h 747897"/>
                <a:gd name="connsiteX34" fmla="*/ 87178 w 755293"/>
                <a:gd name="connsiteY34" fmla="*/ 344282 h 747897"/>
                <a:gd name="connsiteX35" fmla="*/ 103295 w 755293"/>
                <a:gd name="connsiteY35" fmla="*/ 273228 h 747897"/>
                <a:gd name="connsiteX36" fmla="*/ 39558 w 755293"/>
                <a:gd name="connsiteY36" fmla="*/ 205106 h 747897"/>
                <a:gd name="connsiteX37" fmla="*/ 70327 w 755293"/>
                <a:gd name="connsiteY37" fmla="*/ 153828 h 747897"/>
                <a:gd name="connsiteX38" fmla="*/ 161903 w 755293"/>
                <a:gd name="connsiteY38" fmla="*/ 176535 h 747897"/>
                <a:gd name="connsiteX39" fmla="*/ 214647 w 755293"/>
                <a:gd name="connsiteY39" fmla="*/ 131121 h 747897"/>
                <a:gd name="connsiteX40" fmla="*/ 202927 w 755293"/>
                <a:gd name="connsiteY40" fmla="*/ 38825 h 747897"/>
                <a:gd name="connsiteX41" fmla="*/ 225634 w 755293"/>
                <a:gd name="connsiteY41" fmla="*/ 27838 h 747897"/>
                <a:gd name="connsiteX42" fmla="*/ 259335 w 755293"/>
                <a:gd name="connsiteY42" fmla="*/ 14652 h 747897"/>
                <a:gd name="connsiteX43" fmla="*/ 320135 w 755293"/>
                <a:gd name="connsiteY43" fmla="*/ 87172 h 747897"/>
                <a:gd name="connsiteX44" fmla="*/ 385338 w 755293"/>
                <a:gd name="connsiteY44" fmla="*/ 82048 h 747897"/>
                <a:gd name="connsiteX45" fmla="*/ 430760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0" y="0"/>
                  </a:moveTo>
                  <a:cubicBezTo>
                    <a:pt x="452001" y="2932"/>
                    <a:pt x="472517" y="8063"/>
                    <a:pt x="493025" y="14652"/>
                  </a:cubicBezTo>
                  <a:lnTo>
                    <a:pt x="499622" y="109146"/>
                  </a:lnTo>
                  <a:cubicBezTo>
                    <a:pt x="518671" y="117935"/>
                    <a:pt x="536248" y="128922"/>
                    <a:pt x="553098" y="141375"/>
                  </a:cubicBezTo>
                  <a:lnTo>
                    <a:pt x="638078" y="101091"/>
                  </a:lnTo>
                  <a:cubicBezTo>
                    <a:pt x="653463" y="116475"/>
                    <a:pt x="667381" y="132586"/>
                    <a:pt x="680567" y="150170"/>
                  </a:cubicBezTo>
                  <a:lnTo>
                    <a:pt x="630755" y="230012"/>
                  </a:lnTo>
                  <a:cubicBezTo>
                    <a:pt x="635879" y="238801"/>
                    <a:pt x="640277" y="247589"/>
                    <a:pt x="644674" y="257117"/>
                  </a:cubicBezTo>
                  <a:cubicBezTo>
                    <a:pt x="649072" y="266638"/>
                    <a:pt x="652730" y="276160"/>
                    <a:pt x="655661" y="285681"/>
                  </a:cubicBezTo>
                  <a:lnTo>
                    <a:pt x="748696" y="303265"/>
                  </a:lnTo>
                  <a:cubicBezTo>
                    <a:pt x="753094" y="324506"/>
                    <a:pt x="755293" y="346481"/>
                    <a:pt x="755293" y="367722"/>
                  </a:cubicBezTo>
                  <a:lnTo>
                    <a:pt x="668114" y="402882"/>
                  </a:lnTo>
                  <a:cubicBezTo>
                    <a:pt x="665916" y="423391"/>
                    <a:pt x="661525" y="443906"/>
                    <a:pt x="654928" y="463682"/>
                  </a:cubicBezTo>
                  <a:lnTo>
                    <a:pt x="719393" y="532537"/>
                  </a:lnTo>
                  <a:cubicBezTo>
                    <a:pt x="710604" y="552312"/>
                    <a:pt x="700350" y="570629"/>
                    <a:pt x="687897" y="588206"/>
                  </a:cubicBezTo>
                  <a:lnTo>
                    <a:pt x="597054" y="565498"/>
                  </a:lnTo>
                  <a:cubicBezTo>
                    <a:pt x="583135" y="581616"/>
                    <a:pt x="566284" y="596268"/>
                    <a:pt x="548708" y="609447"/>
                  </a:cubicBezTo>
                  <a:lnTo>
                    <a:pt x="547968" y="609447"/>
                  </a:lnTo>
                  <a:lnTo>
                    <a:pt x="559695" y="703208"/>
                  </a:lnTo>
                  <a:cubicBezTo>
                    <a:pt x="549440" y="709072"/>
                    <a:pt x="538447" y="714196"/>
                    <a:pt x="527459" y="719326"/>
                  </a:cubicBezTo>
                  <a:cubicBezTo>
                    <a:pt x="519404" y="722991"/>
                    <a:pt x="511342" y="725916"/>
                    <a:pt x="503279" y="728847"/>
                  </a:cubicBezTo>
                  <a:lnTo>
                    <a:pt x="443213" y="657061"/>
                  </a:lnTo>
                  <a:cubicBezTo>
                    <a:pt x="420506" y="662924"/>
                    <a:pt x="397059" y="665123"/>
                    <a:pt x="374351" y="665123"/>
                  </a:cubicBezTo>
                  <a:lnTo>
                    <a:pt x="328930" y="747897"/>
                  </a:lnTo>
                  <a:cubicBezTo>
                    <a:pt x="309147" y="744965"/>
                    <a:pt x="289372" y="741300"/>
                    <a:pt x="270322" y="735444"/>
                  </a:cubicBezTo>
                  <a:lnTo>
                    <a:pt x="263733" y="642416"/>
                  </a:lnTo>
                  <a:cubicBezTo>
                    <a:pt x="241752" y="633620"/>
                    <a:pt x="220510" y="621167"/>
                    <a:pt x="200728" y="606522"/>
                  </a:cubicBezTo>
                  <a:lnTo>
                    <a:pt x="115748" y="646806"/>
                  </a:lnTo>
                  <a:cubicBezTo>
                    <a:pt x="101830" y="633620"/>
                    <a:pt x="88644" y="618969"/>
                    <a:pt x="76923" y="602858"/>
                  </a:cubicBezTo>
                  <a:lnTo>
                    <a:pt x="126736" y="523748"/>
                  </a:lnTo>
                  <a:cubicBezTo>
                    <a:pt x="120879" y="513494"/>
                    <a:pt x="115016" y="502507"/>
                    <a:pt x="109885" y="490780"/>
                  </a:cubicBezTo>
                  <a:cubicBezTo>
                    <a:pt x="104761" y="479067"/>
                    <a:pt x="101097" y="467340"/>
                    <a:pt x="97432" y="455626"/>
                  </a:cubicBezTo>
                  <a:lnTo>
                    <a:pt x="5123" y="438043"/>
                  </a:lnTo>
                  <a:cubicBezTo>
                    <a:pt x="2198" y="418267"/>
                    <a:pt x="0" y="399218"/>
                    <a:pt x="0" y="379442"/>
                  </a:cubicBezTo>
                  <a:lnTo>
                    <a:pt x="87178" y="344282"/>
                  </a:lnTo>
                  <a:cubicBezTo>
                    <a:pt x="89370" y="320109"/>
                    <a:pt x="95233" y="295935"/>
                    <a:pt x="103295" y="273228"/>
                  </a:cubicBezTo>
                  <a:lnTo>
                    <a:pt x="39558" y="205106"/>
                  </a:lnTo>
                  <a:cubicBezTo>
                    <a:pt x="48353" y="187522"/>
                    <a:pt x="58607" y="169946"/>
                    <a:pt x="70327" y="153828"/>
                  </a:cubicBezTo>
                  <a:lnTo>
                    <a:pt x="161903" y="176535"/>
                  </a:lnTo>
                  <a:cubicBezTo>
                    <a:pt x="177281" y="159691"/>
                    <a:pt x="194871" y="144307"/>
                    <a:pt x="214647" y="131121"/>
                  </a:cubicBezTo>
                  <a:lnTo>
                    <a:pt x="202927" y="38825"/>
                  </a:lnTo>
                  <a:cubicBezTo>
                    <a:pt x="210249" y="35161"/>
                    <a:pt x="217578" y="31503"/>
                    <a:pt x="225634" y="27838"/>
                  </a:cubicBezTo>
                  <a:cubicBezTo>
                    <a:pt x="236621" y="22714"/>
                    <a:pt x="247615" y="18317"/>
                    <a:pt x="259335" y="14652"/>
                  </a:cubicBezTo>
                  <a:lnTo>
                    <a:pt x="320135" y="87172"/>
                  </a:lnTo>
                  <a:cubicBezTo>
                    <a:pt x="342116" y="82774"/>
                    <a:pt x="364090" y="82048"/>
                    <a:pt x="385338" y="82048"/>
                  </a:cubicBezTo>
                  <a:lnTo>
                    <a:pt x="430760" y="0"/>
                  </a:ln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7" name="TextBox 26">
              <a:extLst>
                <a:ext uri="{FF2B5EF4-FFF2-40B4-BE49-F238E27FC236}">
                  <a16:creationId xmlns:a16="http://schemas.microsoft.com/office/drawing/2014/main" id="{1DF45A07-87F5-B374-CF26-F821A90FD9F4}"/>
                </a:ext>
              </a:extLst>
            </p:cNvPr>
            <p:cNvSpPr txBox="1"/>
            <p:nvPr/>
          </p:nvSpPr>
          <p:spPr>
            <a:xfrm>
              <a:off x="4216267" y="5413629"/>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02</a:t>
              </a:r>
            </a:p>
          </p:txBody>
        </p:sp>
        <p:sp>
          <p:nvSpPr>
            <p:cNvPr id="70" name="Freeform: Shape 69">
              <a:extLst>
                <a:ext uri="{FF2B5EF4-FFF2-40B4-BE49-F238E27FC236}">
                  <a16:creationId xmlns:a16="http://schemas.microsoft.com/office/drawing/2014/main" id="{6C8E7DFF-1688-F05E-BE8D-4A478DC26287}"/>
                </a:ext>
              </a:extLst>
            </p:cNvPr>
            <p:cNvSpPr/>
            <p:nvPr/>
          </p:nvSpPr>
          <p:spPr>
            <a:xfrm>
              <a:off x="8334566" y="4069454"/>
              <a:ext cx="1606007" cy="2179940"/>
            </a:xfrm>
            <a:custGeom>
              <a:avLst/>
              <a:gdLst>
                <a:gd name="connsiteX0" fmla="*/ 405854 w 2141342"/>
                <a:gd name="connsiteY0" fmla="*/ 0 h 2906587"/>
                <a:gd name="connsiteX1" fmla="*/ 1735494 w 2141342"/>
                <a:gd name="connsiteY1" fmla="*/ 0 h 2906587"/>
                <a:gd name="connsiteX2" fmla="*/ 2141342 w 2141342"/>
                <a:gd name="connsiteY2" fmla="*/ 405807 h 2906587"/>
                <a:gd name="connsiteX3" fmla="*/ 2141342 w 2141342"/>
                <a:gd name="connsiteY3" fmla="*/ 2500780 h 2906587"/>
                <a:gd name="connsiteX4" fmla="*/ 1735494 w 2141342"/>
                <a:gd name="connsiteY4" fmla="*/ 2906587 h 2906587"/>
                <a:gd name="connsiteX5" fmla="*/ 1025616 w 2141342"/>
                <a:gd name="connsiteY5" fmla="*/ 2906587 h 2906587"/>
                <a:gd name="connsiteX6" fmla="*/ 1012430 w 2141342"/>
                <a:gd name="connsiteY6" fmla="*/ 2893407 h 2906587"/>
                <a:gd name="connsiteX7" fmla="*/ 1025616 w 2141342"/>
                <a:gd name="connsiteY7" fmla="*/ 2880221 h 2906587"/>
                <a:gd name="connsiteX8" fmla="*/ 1735494 w 2141342"/>
                <a:gd name="connsiteY8" fmla="*/ 2880221 h 2906587"/>
                <a:gd name="connsiteX9" fmla="*/ 2114970 w 2141342"/>
                <a:gd name="connsiteY9" fmla="*/ 2500780 h 2906587"/>
                <a:gd name="connsiteX10" fmla="*/ 2114970 w 2141342"/>
                <a:gd name="connsiteY10" fmla="*/ 405807 h 2906587"/>
                <a:gd name="connsiteX11" fmla="*/ 1735494 w 2141342"/>
                <a:gd name="connsiteY11" fmla="*/ 26372 h 2906587"/>
                <a:gd name="connsiteX12" fmla="*/ 405854 w 2141342"/>
                <a:gd name="connsiteY12" fmla="*/ 26372 h 2906587"/>
                <a:gd name="connsiteX13" fmla="*/ 26372 w 2141342"/>
                <a:gd name="connsiteY13" fmla="*/ 405807 h 2906587"/>
                <a:gd name="connsiteX14" fmla="*/ 26372 w 2141342"/>
                <a:gd name="connsiteY14" fmla="*/ 1508233 h 2906587"/>
                <a:gd name="connsiteX15" fmla="*/ 13186 w 2141342"/>
                <a:gd name="connsiteY15" fmla="*/ 1521419 h 2906587"/>
                <a:gd name="connsiteX16" fmla="*/ 0 w 2141342"/>
                <a:gd name="connsiteY16" fmla="*/ 1508233 h 2906587"/>
                <a:gd name="connsiteX17" fmla="*/ 0 w 2141342"/>
                <a:gd name="connsiteY17" fmla="*/ 405807 h 2906587"/>
                <a:gd name="connsiteX18" fmla="*/ 405854 w 2141342"/>
                <a:gd name="connsiteY18" fmla="*/ 0 h 290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87">
                  <a:moveTo>
                    <a:pt x="405854" y="0"/>
                  </a:moveTo>
                  <a:lnTo>
                    <a:pt x="1735494" y="0"/>
                  </a:lnTo>
                  <a:cubicBezTo>
                    <a:pt x="1958930" y="0"/>
                    <a:pt x="2141342" y="181659"/>
                    <a:pt x="2141342" y="405807"/>
                  </a:cubicBezTo>
                  <a:lnTo>
                    <a:pt x="2141342" y="2500780"/>
                  </a:lnTo>
                  <a:cubicBezTo>
                    <a:pt x="2141342" y="2724195"/>
                    <a:pt x="1959663" y="2906587"/>
                    <a:pt x="1735494" y="2906587"/>
                  </a:cubicBezTo>
                  <a:lnTo>
                    <a:pt x="1025616" y="2906587"/>
                  </a:lnTo>
                  <a:cubicBezTo>
                    <a:pt x="1018294" y="2906587"/>
                    <a:pt x="1012430" y="2900730"/>
                    <a:pt x="1012430" y="2893407"/>
                  </a:cubicBezTo>
                  <a:cubicBezTo>
                    <a:pt x="1012430" y="2886078"/>
                    <a:pt x="1018294" y="2880221"/>
                    <a:pt x="1025616" y="2880221"/>
                  </a:cubicBezTo>
                  <a:lnTo>
                    <a:pt x="1735494" y="2880221"/>
                  </a:lnTo>
                  <a:cubicBezTo>
                    <a:pt x="1945011" y="2880221"/>
                    <a:pt x="2114970" y="2710276"/>
                    <a:pt x="2114970" y="2500780"/>
                  </a:cubicBezTo>
                  <a:lnTo>
                    <a:pt x="2114970" y="405807"/>
                  </a:lnTo>
                  <a:cubicBezTo>
                    <a:pt x="2114970" y="196311"/>
                    <a:pt x="1945011" y="26372"/>
                    <a:pt x="1735494" y="26372"/>
                  </a:cubicBezTo>
                  <a:lnTo>
                    <a:pt x="405854" y="26372"/>
                  </a:lnTo>
                  <a:cubicBezTo>
                    <a:pt x="196338" y="26372"/>
                    <a:pt x="26372" y="196311"/>
                    <a:pt x="26372" y="405807"/>
                  </a:cubicBezTo>
                  <a:lnTo>
                    <a:pt x="26372" y="1508233"/>
                  </a:lnTo>
                  <a:cubicBezTo>
                    <a:pt x="26372" y="1515555"/>
                    <a:pt x="20516" y="1521419"/>
                    <a:pt x="13186" y="1521419"/>
                  </a:cubicBezTo>
                  <a:cubicBezTo>
                    <a:pt x="5864" y="1521419"/>
                    <a:pt x="0" y="1515555"/>
                    <a:pt x="0" y="1508233"/>
                  </a:cubicBezTo>
                  <a:lnTo>
                    <a:pt x="0" y="405807"/>
                  </a:lnTo>
                  <a:cubicBezTo>
                    <a:pt x="0" y="182392"/>
                    <a:pt x="181686" y="0"/>
                    <a:pt x="405854"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1" name="Freeform: Shape 70">
              <a:extLst>
                <a:ext uri="{FF2B5EF4-FFF2-40B4-BE49-F238E27FC236}">
                  <a16:creationId xmlns:a16="http://schemas.microsoft.com/office/drawing/2014/main" id="{8674C68F-7855-3B73-3ECC-B1AD34D385B1}"/>
                </a:ext>
              </a:extLst>
            </p:cNvPr>
            <p:cNvSpPr/>
            <p:nvPr/>
          </p:nvSpPr>
          <p:spPr>
            <a:xfrm>
              <a:off x="8573025" y="5897789"/>
              <a:ext cx="566470" cy="560923"/>
            </a:xfrm>
            <a:custGeom>
              <a:avLst/>
              <a:gdLst>
                <a:gd name="connsiteX0" fmla="*/ 430761 w 755293"/>
                <a:gd name="connsiteY0" fmla="*/ 0 h 747897"/>
                <a:gd name="connsiteX1" fmla="*/ 493026 w 755293"/>
                <a:gd name="connsiteY1" fmla="*/ 14652 h 747897"/>
                <a:gd name="connsiteX2" fmla="*/ 499622 w 755293"/>
                <a:gd name="connsiteY2" fmla="*/ 109146 h 747897"/>
                <a:gd name="connsiteX3" fmla="*/ 553099 w 755293"/>
                <a:gd name="connsiteY3" fmla="*/ 141375 h 747897"/>
                <a:gd name="connsiteX4" fmla="*/ 638079 w 755293"/>
                <a:gd name="connsiteY4" fmla="*/ 101091 h 747897"/>
                <a:gd name="connsiteX5" fmla="*/ 680568 w 755293"/>
                <a:gd name="connsiteY5" fmla="*/ 150170 h 747897"/>
                <a:gd name="connsiteX6" fmla="*/ 630756 w 755293"/>
                <a:gd name="connsiteY6" fmla="*/ 230012 h 747897"/>
                <a:gd name="connsiteX7" fmla="*/ 644675 w 755293"/>
                <a:gd name="connsiteY7" fmla="*/ 257117 h 747897"/>
                <a:gd name="connsiteX8" fmla="*/ 655662 w 755293"/>
                <a:gd name="connsiteY8" fmla="*/ 285681 h 747897"/>
                <a:gd name="connsiteX9" fmla="*/ 748697 w 755293"/>
                <a:gd name="connsiteY9" fmla="*/ 303265 h 747897"/>
                <a:gd name="connsiteX10" fmla="*/ 755293 w 755293"/>
                <a:gd name="connsiteY10" fmla="*/ 367722 h 747897"/>
                <a:gd name="connsiteX11" fmla="*/ 668115 w 755293"/>
                <a:gd name="connsiteY11" fmla="*/ 402882 h 747897"/>
                <a:gd name="connsiteX12" fmla="*/ 654929 w 755293"/>
                <a:gd name="connsiteY12" fmla="*/ 463682 h 747897"/>
                <a:gd name="connsiteX13" fmla="*/ 719393 w 755293"/>
                <a:gd name="connsiteY13" fmla="*/ 532537 h 747897"/>
                <a:gd name="connsiteX14" fmla="*/ 687897 w 755293"/>
                <a:gd name="connsiteY14" fmla="*/ 588206 h 747897"/>
                <a:gd name="connsiteX15" fmla="*/ 597055 w 755293"/>
                <a:gd name="connsiteY15" fmla="*/ 565498 h 747897"/>
                <a:gd name="connsiteX16" fmla="*/ 548708 w 755293"/>
                <a:gd name="connsiteY16" fmla="*/ 609447 h 747897"/>
                <a:gd name="connsiteX17" fmla="*/ 547975 w 755293"/>
                <a:gd name="connsiteY17" fmla="*/ 609447 h 747897"/>
                <a:gd name="connsiteX18" fmla="*/ 559695 w 755293"/>
                <a:gd name="connsiteY18" fmla="*/ 703208 h 747897"/>
                <a:gd name="connsiteX19" fmla="*/ 527460 w 755293"/>
                <a:gd name="connsiteY19" fmla="*/ 719326 h 747897"/>
                <a:gd name="connsiteX20" fmla="*/ 503287 w 755293"/>
                <a:gd name="connsiteY20" fmla="*/ 728847 h 747897"/>
                <a:gd name="connsiteX21" fmla="*/ 443214 w 755293"/>
                <a:gd name="connsiteY21" fmla="*/ 657061 h 747897"/>
                <a:gd name="connsiteX22" fmla="*/ 374345 w 755293"/>
                <a:gd name="connsiteY22" fmla="*/ 665123 h 747897"/>
                <a:gd name="connsiteX23" fmla="*/ 328931 w 755293"/>
                <a:gd name="connsiteY23" fmla="*/ 747897 h 747897"/>
                <a:gd name="connsiteX24" fmla="*/ 270323 w 755293"/>
                <a:gd name="connsiteY24" fmla="*/ 735444 h 747897"/>
                <a:gd name="connsiteX25" fmla="*/ 263734 w 755293"/>
                <a:gd name="connsiteY25" fmla="*/ 642416 h 747897"/>
                <a:gd name="connsiteX26" fmla="*/ 200729 w 755293"/>
                <a:gd name="connsiteY26" fmla="*/ 606522 h 747897"/>
                <a:gd name="connsiteX27" fmla="*/ 115749 w 755293"/>
                <a:gd name="connsiteY27" fmla="*/ 646806 h 747897"/>
                <a:gd name="connsiteX28" fmla="*/ 76924 w 755293"/>
                <a:gd name="connsiteY28" fmla="*/ 602858 h 747897"/>
                <a:gd name="connsiteX29" fmla="*/ 126736 w 755293"/>
                <a:gd name="connsiteY29" fmla="*/ 523748 h 747897"/>
                <a:gd name="connsiteX30" fmla="*/ 109886 w 755293"/>
                <a:gd name="connsiteY30" fmla="*/ 490780 h 747897"/>
                <a:gd name="connsiteX31" fmla="*/ 97433 w 755293"/>
                <a:gd name="connsiteY31" fmla="*/ 455626 h 747897"/>
                <a:gd name="connsiteX32" fmla="*/ 5124 w 755293"/>
                <a:gd name="connsiteY32" fmla="*/ 438043 h 747897"/>
                <a:gd name="connsiteX33" fmla="*/ 0 w 755293"/>
                <a:gd name="connsiteY33" fmla="*/ 379442 h 747897"/>
                <a:gd name="connsiteX34" fmla="*/ 87178 w 755293"/>
                <a:gd name="connsiteY34" fmla="*/ 344282 h 747897"/>
                <a:gd name="connsiteX35" fmla="*/ 103289 w 755293"/>
                <a:gd name="connsiteY35" fmla="*/ 273228 h 747897"/>
                <a:gd name="connsiteX36" fmla="*/ 39558 w 755293"/>
                <a:gd name="connsiteY36" fmla="*/ 205106 h 747897"/>
                <a:gd name="connsiteX37" fmla="*/ 70328 w 755293"/>
                <a:gd name="connsiteY37" fmla="*/ 153828 h 747897"/>
                <a:gd name="connsiteX38" fmla="*/ 161897 w 755293"/>
                <a:gd name="connsiteY38" fmla="*/ 176535 h 747897"/>
                <a:gd name="connsiteX39" fmla="*/ 214647 w 755293"/>
                <a:gd name="connsiteY39" fmla="*/ 131121 h 747897"/>
                <a:gd name="connsiteX40" fmla="*/ 202927 w 755293"/>
                <a:gd name="connsiteY40" fmla="*/ 38825 h 747897"/>
                <a:gd name="connsiteX41" fmla="*/ 225635 w 755293"/>
                <a:gd name="connsiteY41" fmla="*/ 27838 h 747897"/>
                <a:gd name="connsiteX42" fmla="*/ 259336 w 755293"/>
                <a:gd name="connsiteY42" fmla="*/ 14652 h 747897"/>
                <a:gd name="connsiteX43" fmla="*/ 320135 w 755293"/>
                <a:gd name="connsiteY43" fmla="*/ 87172 h 747897"/>
                <a:gd name="connsiteX44" fmla="*/ 385339 w 755293"/>
                <a:gd name="connsiteY44" fmla="*/ 82048 h 747897"/>
                <a:gd name="connsiteX45" fmla="*/ 430761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1" y="0"/>
                  </a:moveTo>
                  <a:cubicBezTo>
                    <a:pt x="452002" y="2932"/>
                    <a:pt x="472517" y="8063"/>
                    <a:pt x="493026" y="14652"/>
                  </a:cubicBezTo>
                  <a:lnTo>
                    <a:pt x="499622" y="109146"/>
                  </a:lnTo>
                  <a:cubicBezTo>
                    <a:pt x="518672" y="117935"/>
                    <a:pt x="536249" y="128922"/>
                    <a:pt x="553099" y="141375"/>
                  </a:cubicBezTo>
                  <a:lnTo>
                    <a:pt x="638079" y="101091"/>
                  </a:lnTo>
                  <a:cubicBezTo>
                    <a:pt x="653463" y="116475"/>
                    <a:pt x="667382" y="132586"/>
                    <a:pt x="680568" y="150170"/>
                  </a:cubicBezTo>
                  <a:lnTo>
                    <a:pt x="630756" y="230012"/>
                  </a:lnTo>
                  <a:cubicBezTo>
                    <a:pt x="635880" y="238801"/>
                    <a:pt x="640277" y="247589"/>
                    <a:pt x="644675" y="257117"/>
                  </a:cubicBezTo>
                  <a:cubicBezTo>
                    <a:pt x="649066" y="266638"/>
                    <a:pt x="652730" y="276160"/>
                    <a:pt x="655662" y="285681"/>
                  </a:cubicBezTo>
                  <a:lnTo>
                    <a:pt x="748697" y="303265"/>
                  </a:lnTo>
                  <a:cubicBezTo>
                    <a:pt x="753095" y="324506"/>
                    <a:pt x="755293" y="346481"/>
                    <a:pt x="755293" y="367722"/>
                  </a:cubicBezTo>
                  <a:lnTo>
                    <a:pt x="668115" y="402882"/>
                  </a:lnTo>
                  <a:cubicBezTo>
                    <a:pt x="665916" y="423391"/>
                    <a:pt x="661525" y="443906"/>
                    <a:pt x="654929" y="463682"/>
                  </a:cubicBezTo>
                  <a:lnTo>
                    <a:pt x="719393" y="532537"/>
                  </a:lnTo>
                  <a:cubicBezTo>
                    <a:pt x="710605" y="552312"/>
                    <a:pt x="700351" y="570629"/>
                    <a:pt x="687897" y="588206"/>
                  </a:cubicBezTo>
                  <a:lnTo>
                    <a:pt x="597055" y="565498"/>
                  </a:lnTo>
                  <a:cubicBezTo>
                    <a:pt x="583136" y="581616"/>
                    <a:pt x="566285" y="596268"/>
                    <a:pt x="548708" y="609447"/>
                  </a:cubicBezTo>
                  <a:lnTo>
                    <a:pt x="547975" y="609447"/>
                  </a:lnTo>
                  <a:lnTo>
                    <a:pt x="559695" y="703208"/>
                  </a:lnTo>
                  <a:cubicBezTo>
                    <a:pt x="549441" y="709072"/>
                    <a:pt x="538447" y="714196"/>
                    <a:pt x="527460" y="719326"/>
                  </a:cubicBezTo>
                  <a:cubicBezTo>
                    <a:pt x="519405" y="722991"/>
                    <a:pt x="511342" y="725916"/>
                    <a:pt x="503287" y="728847"/>
                  </a:cubicBezTo>
                  <a:lnTo>
                    <a:pt x="443214" y="657061"/>
                  </a:lnTo>
                  <a:cubicBezTo>
                    <a:pt x="420506" y="662924"/>
                    <a:pt x="397059" y="665123"/>
                    <a:pt x="374345" y="665123"/>
                  </a:cubicBezTo>
                  <a:lnTo>
                    <a:pt x="328931" y="747897"/>
                  </a:lnTo>
                  <a:cubicBezTo>
                    <a:pt x="309148" y="744965"/>
                    <a:pt x="289373" y="741300"/>
                    <a:pt x="270323" y="735444"/>
                  </a:cubicBezTo>
                  <a:lnTo>
                    <a:pt x="263734" y="642416"/>
                  </a:lnTo>
                  <a:cubicBezTo>
                    <a:pt x="241752" y="633620"/>
                    <a:pt x="220504" y="621167"/>
                    <a:pt x="200729" y="606522"/>
                  </a:cubicBezTo>
                  <a:lnTo>
                    <a:pt x="115749" y="646806"/>
                  </a:lnTo>
                  <a:cubicBezTo>
                    <a:pt x="101830" y="633620"/>
                    <a:pt x="88638" y="618969"/>
                    <a:pt x="76924" y="602858"/>
                  </a:cubicBezTo>
                  <a:lnTo>
                    <a:pt x="126736" y="523748"/>
                  </a:lnTo>
                  <a:cubicBezTo>
                    <a:pt x="120880" y="513494"/>
                    <a:pt x="115016" y="502507"/>
                    <a:pt x="109886" y="490780"/>
                  </a:cubicBezTo>
                  <a:cubicBezTo>
                    <a:pt x="104762" y="479067"/>
                    <a:pt x="101097" y="467340"/>
                    <a:pt x="97433" y="455626"/>
                  </a:cubicBezTo>
                  <a:lnTo>
                    <a:pt x="5124" y="438043"/>
                  </a:lnTo>
                  <a:cubicBezTo>
                    <a:pt x="2199" y="418267"/>
                    <a:pt x="0" y="399218"/>
                    <a:pt x="0" y="379442"/>
                  </a:cubicBezTo>
                  <a:lnTo>
                    <a:pt x="87178" y="344282"/>
                  </a:lnTo>
                  <a:cubicBezTo>
                    <a:pt x="89377" y="320109"/>
                    <a:pt x="95234" y="295935"/>
                    <a:pt x="103289" y="273228"/>
                  </a:cubicBezTo>
                  <a:lnTo>
                    <a:pt x="39558" y="205106"/>
                  </a:lnTo>
                  <a:cubicBezTo>
                    <a:pt x="48347" y="187522"/>
                    <a:pt x="58608" y="169946"/>
                    <a:pt x="70328" y="153828"/>
                  </a:cubicBezTo>
                  <a:lnTo>
                    <a:pt x="161897" y="176535"/>
                  </a:lnTo>
                  <a:cubicBezTo>
                    <a:pt x="177282" y="159691"/>
                    <a:pt x="194865" y="144307"/>
                    <a:pt x="214647" y="131121"/>
                  </a:cubicBezTo>
                  <a:lnTo>
                    <a:pt x="202927" y="38825"/>
                  </a:lnTo>
                  <a:cubicBezTo>
                    <a:pt x="210250" y="35161"/>
                    <a:pt x="217579" y="31503"/>
                    <a:pt x="225635" y="27838"/>
                  </a:cubicBezTo>
                  <a:cubicBezTo>
                    <a:pt x="236622" y="22714"/>
                    <a:pt x="247616" y="18317"/>
                    <a:pt x="259336" y="14652"/>
                  </a:cubicBezTo>
                  <a:lnTo>
                    <a:pt x="320135" y="87172"/>
                  </a:lnTo>
                  <a:cubicBezTo>
                    <a:pt x="342117" y="82774"/>
                    <a:pt x="364091" y="82048"/>
                    <a:pt x="385339" y="82048"/>
                  </a:cubicBezTo>
                  <a:lnTo>
                    <a:pt x="430761" y="0"/>
                  </a:ln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3" name="Freeform: Shape 72">
              <a:extLst>
                <a:ext uri="{FF2B5EF4-FFF2-40B4-BE49-F238E27FC236}">
                  <a16:creationId xmlns:a16="http://schemas.microsoft.com/office/drawing/2014/main" id="{048D33F3-7AB4-B115-8EFA-8B9632382EC7}"/>
                </a:ext>
              </a:extLst>
            </p:cNvPr>
            <p:cNvSpPr/>
            <p:nvPr/>
          </p:nvSpPr>
          <p:spPr>
            <a:xfrm>
              <a:off x="7855459" y="5151735"/>
              <a:ext cx="978001" cy="977345"/>
            </a:xfrm>
            <a:custGeom>
              <a:avLst/>
              <a:gdLst>
                <a:gd name="connsiteX0" fmla="*/ 542112 w 1304001"/>
                <a:gd name="connsiteY0" fmla="*/ 0 h 1303126"/>
                <a:gd name="connsiteX1" fmla="*/ 619036 w 1304001"/>
                <a:gd name="connsiteY1" fmla="*/ 142100 h 1303126"/>
                <a:gd name="connsiteX2" fmla="*/ 711337 w 1304001"/>
                <a:gd name="connsiteY2" fmla="*/ 145032 h 1303126"/>
                <a:gd name="connsiteX3" fmla="*/ 791193 w 1304001"/>
                <a:gd name="connsiteY3" fmla="*/ 5856 h 1303126"/>
                <a:gd name="connsiteX4" fmla="*/ 882762 w 1304001"/>
                <a:gd name="connsiteY4" fmla="*/ 32228 h 1303126"/>
                <a:gd name="connsiteX5" fmla="*/ 878365 w 1304001"/>
                <a:gd name="connsiteY5" fmla="*/ 193378 h 1303126"/>
                <a:gd name="connsiteX6" fmla="*/ 954555 w 1304001"/>
                <a:gd name="connsiteY6" fmla="*/ 239526 h 1303126"/>
                <a:gd name="connsiteX7" fmla="*/ 1093745 w 1304001"/>
                <a:gd name="connsiteY7" fmla="*/ 158218 h 1303126"/>
                <a:gd name="connsiteX8" fmla="*/ 1160414 w 1304001"/>
                <a:gd name="connsiteY8" fmla="*/ 227806 h 1303126"/>
                <a:gd name="connsiteX9" fmla="*/ 1075428 w 1304001"/>
                <a:gd name="connsiteY9" fmla="*/ 364783 h 1303126"/>
                <a:gd name="connsiteX10" fmla="*/ 1098875 w 1304001"/>
                <a:gd name="connsiteY10" fmla="*/ 402142 h 1303126"/>
                <a:gd name="connsiteX11" fmla="*/ 1118651 w 1304001"/>
                <a:gd name="connsiteY11" fmla="*/ 440234 h 1303126"/>
                <a:gd name="connsiteX12" fmla="*/ 1279821 w 1304001"/>
                <a:gd name="connsiteY12" fmla="*/ 440234 h 1303126"/>
                <a:gd name="connsiteX13" fmla="*/ 1304001 w 1304001"/>
                <a:gd name="connsiteY13" fmla="*/ 533262 h 1303126"/>
                <a:gd name="connsiteX14" fmla="*/ 1162606 w 1304001"/>
                <a:gd name="connsiteY14" fmla="*/ 609440 h 1303126"/>
                <a:gd name="connsiteX15" fmla="*/ 1162606 w 1304001"/>
                <a:gd name="connsiteY15" fmla="*/ 698077 h 1303126"/>
                <a:gd name="connsiteX16" fmla="*/ 1302535 w 1304001"/>
                <a:gd name="connsiteY16" fmla="*/ 777919 h 1303126"/>
                <a:gd name="connsiteX17" fmla="*/ 1277622 w 1304001"/>
                <a:gd name="connsiteY17" fmla="*/ 869481 h 1303126"/>
                <a:gd name="connsiteX18" fmla="*/ 1117192 w 1304001"/>
                <a:gd name="connsiteY18" fmla="*/ 865091 h 1303126"/>
                <a:gd name="connsiteX19" fmla="*/ 1071770 w 1304001"/>
                <a:gd name="connsiteY19" fmla="*/ 944933 h 1303126"/>
                <a:gd name="connsiteX20" fmla="*/ 1153085 w 1304001"/>
                <a:gd name="connsiteY20" fmla="*/ 1084841 h 1303126"/>
                <a:gd name="connsiteX21" fmla="*/ 1087155 w 1304001"/>
                <a:gd name="connsiteY21" fmla="*/ 1150765 h 1303126"/>
                <a:gd name="connsiteX22" fmla="*/ 950891 w 1304001"/>
                <a:gd name="connsiteY22" fmla="*/ 1066525 h 1303126"/>
                <a:gd name="connsiteX23" fmla="*/ 950891 w 1304001"/>
                <a:gd name="connsiteY23" fmla="*/ 1068724 h 1303126"/>
                <a:gd name="connsiteX24" fmla="*/ 902538 w 1304001"/>
                <a:gd name="connsiteY24" fmla="*/ 1099487 h 1303126"/>
                <a:gd name="connsiteX25" fmla="*/ 868110 w 1304001"/>
                <a:gd name="connsiteY25" fmla="*/ 1117803 h 1303126"/>
                <a:gd name="connsiteX26" fmla="*/ 868110 w 1304001"/>
                <a:gd name="connsiteY26" fmla="*/ 1279686 h 1303126"/>
                <a:gd name="connsiteX27" fmla="*/ 780932 w 1304001"/>
                <a:gd name="connsiteY27" fmla="*/ 1303126 h 1303126"/>
                <a:gd name="connsiteX28" fmla="*/ 704741 w 1304001"/>
                <a:gd name="connsiteY28" fmla="*/ 1162485 h 1303126"/>
                <a:gd name="connsiteX29" fmla="*/ 602918 w 1304001"/>
                <a:gd name="connsiteY29" fmla="*/ 1162485 h 1303126"/>
                <a:gd name="connsiteX30" fmla="*/ 523062 w 1304001"/>
                <a:gd name="connsiteY30" fmla="*/ 1302394 h 1303126"/>
                <a:gd name="connsiteX31" fmla="*/ 437350 w 1304001"/>
                <a:gd name="connsiteY31" fmla="*/ 1279686 h 1303126"/>
                <a:gd name="connsiteX32" fmla="*/ 441748 w 1304001"/>
                <a:gd name="connsiteY32" fmla="*/ 1120002 h 1303126"/>
                <a:gd name="connsiteX33" fmla="*/ 350172 w 1304001"/>
                <a:gd name="connsiteY33" fmla="*/ 1067258 h 1303126"/>
                <a:gd name="connsiteX34" fmla="*/ 210983 w 1304001"/>
                <a:gd name="connsiteY34" fmla="*/ 1148566 h 1303126"/>
                <a:gd name="connsiteX35" fmla="*/ 149444 w 1304001"/>
                <a:gd name="connsiteY35" fmla="*/ 1086307 h 1303126"/>
                <a:gd name="connsiteX36" fmla="*/ 233697 w 1304001"/>
                <a:gd name="connsiteY36" fmla="*/ 950057 h 1303126"/>
                <a:gd name="connsiteX37" fmla="*/ 205126 w 1304001"/>
                <a:gd name="connsiteY37" fmla="*/ 904642 h 1303126"/>
                <a:gd name="connsiteX38" fmla="*/ 181679 w 1304001"/>
                <a:gd name="connsiteY38" fmla="*/ 857028 h 1303126"/>
                <a:gd name="connsiteX39" fmla="*/ 21242 w 1304001"/>
                <a:gd name="connsiteY39" fmla="*/ 857028 h 1303126"/>
                <a:gd name="connsiteX40" fmla="*/ 0 w 1304001"/>
                <a:gd name="connsiteY40" fmla="*/ 772062 h 1303126"/>
                <a:gd name="connsiteX41" fmla="*/ 141388 w 1304001"/>
                <a:gd name="connsiteY41" fmla="*/ 695878 h 1303126"/>
                <a:gd name="connsiteX42" fmla="*/ 143587 w 1304001"/>
                <a:gd name="connsiteY42" fmla="*/ 590397 h 1303126"/>
                <a:gd name="connsiteX43" fmla="*/ 5124 w 1304001"/>
                <a:gd name="connsiteY43" fmla="*/ 511288 h 1303126"/>
                <a:gd name="connsiteX44" fmla="*/ 30037 w 1304001"/>
                <a:gd name="connsiteY44" fmla="*/ 426315 h 1303126"/>
                <a:gd name="connsiteX45" fmla="*/ 191207 w 1304001"/>
                <a:gd name="connsiteY45" fmla="*/ 430713 h 1303126"/>
                <a:gd name="connsiteX46" fmla="*/ 244684 w 1304001"/>
                <a:gd name="connsiteY46" fmla="*/ 343541 h 1303126"/>
                <a:gd name="connsiteX47" fmla="*/ 164096 w 1304001"/>
                <a:gd name="connsiteY47" fmla="*/ 205831 h 1303126"/>
                <a:gd name="connsiteX48" fmla="*/ 230032 w 1304001"/>
                <a:gd name="connsiteY48" fmla="*/ 143566 h 1303126"/>
                <a:gd name="connsiteX49" fmla="*/ 367755 w 1304001"/>
                <a:gd name="connsiteY49" fmla="*/ 228539 h 1303126"/>
                <a:gd name="connsiteX50" fmla="*/ 401457 w 1304001"/>
                <a:gd name="connsiteY50" fmla="*/ 207297 h 1303126"/>
                <a:gd name="connsiteX51" fmla="*/ 452002 w 1304001"/>
                <a:gd name="connsiteY51" fmla="*/ 182391 h 1303126"/>
                <a:gd name="connsiteX52" fmla="*/ 452002 w 1304001"/>
                <a:gd name="connsiteY52" fmla="*/ 21974 h 1303126"/>
                <a:gd name="connsiteX53" fmla="*/ 542112 w 1304001"/>
                <a:gd name="connsiteY53" fmla="*/ 0 h 1303126"/>
                <a:gd name="connsiteX54" fmla="*/ 682465 w 1304001"/>
                <a:gd name="connsiteY54" fmla="*/ 288026 h 1303126"/>
                <a:gd name="connsiteX55" fmla="*/ 474716 w 1304001"/>
                <a:gd name="connsiteY55" fmla="*/ 333287 h 1303126"/>
                <a:gd name="connsiteX56" fmla="*/ 335520 w 1304001"/>
                <a:gd name="connsiteY56" fmla="*/ 828464 h 1303126"/>
                <a:gd name="connsiteX57" fmla="*/ 830751 w 1304001"/>
                <a:gd name="connsiteY57" fmla="*/ 967640 h 1303126"/>
                <a:gd name="connsiteX58" fmla="*/ 969940 w 1304001"/>
                <a:gd name="connsiteY58" fmla="*/ 472463 h 1303126"/>
                <a:gd name="connsiteX59" fmla="*/ 682465 w 1304001"/>
                <a:gd name="connsiteY59" fmla="*/ 288026 h 130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3126">
                  <a:moveTo>
                    <a:pt x="542112" y="0"/>
                  </a:moveTo>
                  <a:lnTo>
                    <a:pt x="619036" y="142100"/>
                  </a:lnTo>
                  <a:cubicBezTo>
                    <a:pt x="649798" y="140641"/>
                    <a:pt x="680568" y="141367"/>
                    <a:pt x="711337" y="145032"/>
                  </a:cubicBezTo>
                  <a:lnTo>
                    <a:pt x="791193" y="5856"/>
                  </a:lnTo>
                  <a:cubicBezTo>
                    <a:pt x="822689" y="12453"/>
                    <a:pt x="852725" y="21241"/>
                    <a:pt x="882762" y="32228"/>
                  </a:cubicBezTo>
                  <a:lnTo>
                    <a:pt x="878365" y="193378"/>
                  </a:lnTo>
                  <a:cubicBezTo>
                    <a:pt x="905476" y="206564"/>
                    <a:pt x="930382" y="221942"/>
                    <a:pt x="954555" y="239526"/>
                  </a:cubicBezTo>
                  <a:lnTo>
                    <a:pt x="1093745" y="158218"/>
                  </a:lnTo>
                  <a:cubicBezTo>
                    <a:pt x="1117192" y="179459"/>
                    <a:pt x="1139899" y="202900"/>
                    <a:pt x="1160414" y="227806"/>
                  </a:cubicBezTo>
                  <a:lnTo>
                    <a:pt x="1075428" y="364783"/>
                  </a:lnTo>
                  <a:cubicBezTo>
                    <a:pt x="1084223" y="377236"/>
                    <a:pt x="1091553" y="388956"/>
                    <a:pt x="1098875" y="402142"/>
                  </a:cubicBezTo>
                  <a:cubicBezTo>
                    <a:pt x="1106205" y="414595"/>
                    <a:pt x="1112794" y="427781"/>
                    <a:pt x="1118651" y="440234"/>
                  </a:cubicBezTo>
                  <a:lnTo>
                    <a:pt x="1279821" y="440234"/>
                  </a:lnTo>
                  <a:cubicBezTo>
                    <a:pt x="1290082" y="470997"/>
                    <a:pt x="1298138" y="501767"/>
                    <a:pt x="1304001" y="533262"/>
                  </a:cubicBezTo>
                  <a:lnTo>
                    <a:pt x="1162606" y="609440"/>
                  </a:lnTo>
                  <a:cubicBezTo>
                    <a:pt x="1165538" y="638744"/>
                    <a:pt x="1165538" y="668773"/>
                    <a:pt x="1162606" y="698077"/>
                  </a:cubicBezTo>
                  <a:lnTo>
                    <a:pt x="1302535" y="777919"/>
                  </a:lnTo>
                  <a:cubicBezTo>
                    <a:pt x="1296672" y="808682"/>
                    <a:pt x="1287883" y="839452"/>
                    <a:pt x="1277622" y="869481"/>
                  </a:cubicBezTo>
                  <a:lnTo>
                    <a:pt x="1117192" y="865091"/>
                  </a:lnTo>
                  <a:cubicBezTo>
                    <a:pt x="1104732" y="892922"/>
                    <a:pt x="1089347" y="919294"/>
                    <a:pt x="1071770" y="944933"/>
                  </a:cubicBezTo>
                  <a:lnTo>
                    <a:pt x="1153085" y="1084841"/>
                  </a:lnTo>
                  <a:cubicBezTo>
                    <a:pt x="1132577" y="1108282"/>
                    <a:pt x="1110595" y="1130256"/>
                    <a:pt x="1087155" y="1150765"/>
                  </a:cubicBezTo>
                  <a:lnTo>
                    <a:pt x="950891" y="1066525"/>
                  </a:lnTo>
                  <a:lnTo>
                    <a:pt x="950891" y="1068724"/>
                  </a:lnTo>
                  <a:cubicBezTo>
                    <a:pt x="935506" y="1079711"/>
                    <a:pt x="919395" y="1089965"/>
                    <a:pt x="902538" y="1099487"/>
                  </a:cubicBezTo>
                  <a:cubicBezTo>
                    <a:pt x="891551" y="1106083"/>
                    <a:pt x="879097" y="1111940"/>
                    <a:pt x="868110" y="1117803"/>
                  </a:cubicBezTo>
                  <a:lnTo>
                    <a:pt x="868110" y="1279686"/>
                  </a:lnTo>
                  <a:cubicBezTo>
                    <a:pt x="839539" y="1289208"/>
                    <a:pt x="810236" y="1297270"/>
                    <a:pt x="780932" y="1303126"/>
                  </a:cubicBezTo>
                  <a:lnTo>
                    <a:pt x="704741" y="1162485"/>
                  </a:lnTo>
                  <a:cubicBezTo>
                    <a:pt x="671047" y="1166149"/>
                    <a:pt x="636612" y="1166149"/>
                    <a:pt x="602918" y="1162485"/>
                  </a:cubicBezTo>
                  <a:lnTo>
                    <a:pt x="523062" y="1302394"/>
                  </a:lnTo>
                  <a:cubicBezTo>
                    <a:pt x="493759" y="1297270"/>
                    <a:pt x="465188" y="1289208"/>
                    <a:pt x="437350" y="1279686"/>
                  </a:cubicBezTo>
                  <a:lnTo>
                    <a:pt x="441748" y="1120002"/>
                  </a:lnTo>
                  <a:cubicBezTo>
                    <a:pt x="409512" y="1106083"/>
                    <a:pt x="378743" y="1088499"/>
                    <a:pt x="350172" y="1067258"/>
                  </a:cubicBezTo>
                  <a:lnTo>
                    <a:pt x="210983" y="1148566"/>
                  </a:lnTo>
                  <a:cubicBezTo>
                    <a:pt x="189008" y="1129523"/>
                    <a:pt x="168493" y="1108282"/>
                    <a:pt x="149444" y="1086307"/>
                  </a:cubicBezTo>
                  <a:lnTo>
                    <a:pt x="233697" y="950057"/>
                  </a:lnTo>
                  <a:cubicBezTo>
                    <a:pt x="223436" y="935411"/>
                    <a:pt x="213915" y="920027"/>
                    <a:pt x="205126" y="904642"/>
                  </a:cubicBezTo>
                  <a:cubicBezTo>
                    <a:pt x="196331" y="888524"/>
                    <a:pt x="189008" y="872413"/>
                    <a:pt x="181679" y="857028"/>
                  </a:cubicBezTo>
                  <a:lnTo>
                    <a:pt x="21242" y="857028"/>
                  </a:lnTo>
                  <a:cubicBezTo>
                    <a:pt x="12453" y="828464"/>
                    <a:pt x="5124" y="800627"/>
                    <a:pt x="0" y="772062"/>
                  </a:cubicBezTo>
                  <a:lnTo>
                    <a:pt x="141388" y="695878"/>
                  </a:lnTo>
                  <a:cubicBezTo>
                    <a:pt x="138457" y="660718"/>
                    <a:pt x="139189" y="625558"/>
                    <a:pt x="143587" y="590397"/>
                  </a:cubicBezTo>
                  <a:lnTo>
                    <a:pt x="5124" y="511288"/>
                  </a:lnTo>
                  <a:cubicBezTo>
                    <a:pt x="11720" y="482717"/>
                    <a:pt x="19776" y="454153"/>
                    <a:pt x="30037" y="426315"/>
                  </a:cubicBezTo>
                  <a:lnTo>
                    <a:pt x="191207" y="430713"/>
                  </a:lnTo>
                  <a:cubicBezTo>
                    <a:pt x="205859" y="399943"/>
                    <a:pt x="224169" y="370646"/>
                    <a:pt x="244684" y="343541"/>
                  </a:cubicBezTo>
                  <a:lnTo>
                    <a:pt x="164096" y="205831"/>
                  </a:lnTo>
                  <a:cubicBezTo>
                    <a:pt x="184611" y="183857"/>
                    <a:pt x="206585" y="163342"/>
                    <a:pt x="230032" y="143566"/>
                  </a:cubicBezTo>
                  <a:lnTo>
                    <a:pt x="367755" y="228539"/>
                  </a:lnTo>
                  <a:cubicBezTo>
                    <a:pt x="378743" y="221216"/>
                    <a:pt x="389730" y="213887"/>
                    <a:pt x="401457" y="207297"/>
                  </a:cubicBezTo>
                  <a:cubicBezTo>
                    <a:pt x="418307" y="197776"/>
                    <a:pt x="435151" y="189714"/>
                    <a:pt x="452002" y="182391"/>
                  </a:cubicBezTo>
                  <a:lnTo>
                    <a:pt x="452002" y="21974"/>
                  </a:lnTo>
                  <a:cubicBezTo>
                    <a:pt x="481305" y="12453"/>
                    <a:pt x="512075" y="5123"/>
                    <a:pt x="542112" y="0"/>
                  </a:cubicBezTo>
                  <a:close/>
                  <a:moveTo>
                    <a:pt x="682465" y="288026"/>
                  </a:moveTo>
                  <a:cubicBezTo>
                    <a:pt x="612622" y="282228"/>
                    <a:pt x="540372" y="296478"/>
                    <a:pt x="474716" y="333287"/>
                  </a:cubicBezTo>
                  <a:cubicBezTo>
                    <a:pt x="299627" y="431446"/>
                    <a:pt x="237355" y="653395"/>
                    <a:pt x="335520" y="828464"/>
                  </a:cubicBezTo>
                  <a:cubicBezTo>
                    <a:pt x="433685" y="1003533"/>
                    <a:pt x="655662" y="1065799"/>
                    <a:pt x="830751" y="967640"/>
                  </a:cubicBezTo>
                  <a:cubicBezTo>
                    <a:pt x="1005834" y="869481"/>
                    <a:pt x="1068106" y="647532"/>
                    <a:pt x="969940" y="472463"/>
                  </a:cubicBezTo>
                  <a:cubicBezTo>
                    <a:pt x="908587" y="363045"/>
                    <a:pt x="798870" y="297691"/>
                    <a:pt x="682465" y="288026"/>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4" name="Freeform: Shape 73">
              <a:extLst>
                <a:ext uri="{FF2B5EF4-FFF2-40B4-BE49-F238E27FC236}">
                  <a16:creationId xmlns:a16="http://schemas.microsoft.com/office/drawing/2014/main" id="{4EC27B58-C16E-E295-C5E6-4510D4F3A4BF}"/>
                </a:ext>
              </a:extLst>
            </p:cNvPr>
            <p:cNvSpPr/>
            <p:nvPr/>
          </p:nvSpPr>
          <p:spPr>
            <a:xfrm>
              <a:off x="8573025" y="5897789"/>
              <a:ext cx="566470" cy="560923"/>
            </a:xfrm>
            <a:custGeom>
              <a:avLst/>
              <a:gdLst>
                <a:gd name="connsiteX0" fmla="*/ 430761 w 755293"/>
                <a:gd name="connsiteY0" fmla="*/ 0 h 747897"/>
                <a:gd name="connsiteX1" fmla="*/ 493026 w 755293"/>
                <a:gd name="connsiteY1" fmla="*/ 14652 h 747897"/>
                <a:gd name="connsiteX2" fmla="*/ 499622 w 755293"/>
                <a:gd name="connsiteY2" fmla="*/ 109146 h 747897"/>
                <a:gd name="connsiteX3" fmla="*/ 553099 w 755293"/>
                <a:gd name="connsiteY3" fmla="*/ 141375 h 747897"/>
                <a:gd name="connsiteX4" fmla="*/ 638079 w 755293"/>
                <a:gd name="connsiteY4" fmla="*/ 101091 h 747897"/>
                <a:gd name="connsiteX5" fmla="*/ 680568 w 755293"/>
                <a:gd name="connsiteY5" fmla="*/ 150170 h 747897"/>
                <a:gd name="connsiteX6" fmla="*/ 630756 w 755293"/>
                <a:gd name="connsiteY6" fmla="*/ 230012 h 747897"/>
                <a:gd name="connsiteX7" fmla="*/ 644675 w 755293"/>
                <a:gd name="connsiteY7" fmla="*/ 257117 h 747897"/>
                <a:gd name="connsiteX8" fmla="*/ 655662 w 755293"/>
                <a:gd name="connsiteY8" fmla="*/ 285681 h 747897"/>
                <a:gd name="connsiteX9" fmla="*/ 748697 w 755293"/>
                <a:gd name="connsiteY9" fmla="*/ 303265 h 747897"/>
                <a:gd name="connsiteX10" fmla="*/ 755293 w 755293"/>
                <a:gd name="connsiteY10" fmla="*/ 367722 h 747897"/>
                <a:gd name="connsiteX11" fmla="*/ 668115 w 755293"/>
                <a:gd name="connsiteY11" fmla="*/ 402882 h 747897"/>
                <a:gd name="connsiteX12" fmla="*/ 654929 w 755293"/>
                <a:gd name="connsiteY12" fmla="*/ 463682 h 747897"/>
                <a:gd name="connsiteX13" fmla="*/ 719393 w 755293"/>
                <a:gd name="connsiteY13" fmla="*/ 532537 h 747897"/>
                <a:gd name="connsiteX14" fmla="*/ 687897 w 755293"/>
                <a:gd name="connsiteY14" fmla="*/ 588206 h 747897"/>
                <a:gd name="connsiteX15" fmla="*/ 597055 w 755293"/>
                <a:gd name="connsiteY15" fmla="*/ 565498 h 747897"/>
                <a:gd name="connsiteX16" fmla="*/ 548708 w 755293"/>
                <a:gd name="connsiteY16" fmla="*/ 609447 h 747897"/>
                <a:gd name="connsiteX17" fmla="*/ 547975 w 755293"/>
                <a:gd name="connsiteY17" fmla="*/ 609447 h 747897"/>
                <a:gd name="connsiteX18" fmla="*/ 559695 w 755293"/>
                <a:gd name="connsiteY18" fmla="*/ 703208 h 747897"/>
                <a:gd name="connsiteX19" fmla="*/ 527460 w 755293"/>
                <a:gd name="connsiteY19" fmla="*/ 719326 h 747897"/>
                <a:gd name="connsiteX20" fmla="*/ 503287 w 755293"/>
                <a:gd name="connsiteY20" fmla="*/ 728847 h 747897"/>
                <a:gd name="connsiteX21" fmla="*/ 443214 w 755293"/>
                <a:gd name="connsiteY21" fmla="*/ 657061 h 747897"/>
                <a:gd name="connsiteX22" fmla="*/ 374345 w 755293"/>
                <a:gd name="connsiteY22" fmla="*/ 665123 h 747897"/>
                <a:gd name="connsiteX23" fmla="*/ 328931 w 755293"/>
                <a:gd name="connsiteY23" fmla="*/ 747897 h 747897"/>
                <a:gd name="connsiteX24" fmla="*/ 270323 w 755293"/>
                <a:gd name="connsiteY24" fmla="*/ 735444 h 747897"/>
                <a:gd name="connsiteX25" fmla="*/ 263734 w 755293"/>
                <a:gd name="connsiteY25" fmla="*/ 642416 h 747897"/>
                <a:gd name="connsiteX26" fmla="*/ 200729 w 755293"/>
                <a:gd name="connsiteY26" fmla="*/ 606522 h 747897"/>
                <a:gd name="connsiteX27" fmla="*/ 115749 w 755293"/>
                <a:gd name="connsiteY27" fmla="*/ 646806 h 747897"/>
                <a:gd name="connsiteX28" fmla="*/ 76924 w 755293"/>
                <a:gd name="connsiteY28" fmla="*/ 602858 h 747897"/>
                <a:gd name="connsiteX29" fmla="*/ 126736 w 755293"/>
                <a:gd name="connsiteY29" fmla="*/ 523748 h 747897"/>
                <a:gd name="connsiteX30" fmla="*/ 109886 w 755293"/>
                <a:gd name="connsiteY30" fmla="*/ 490780 h 747897"/>
                <a:gd name="connsiteX31" fmla="*/ 97433 w 755293"/>
                <a:gd name="connsiteY31" fmla="*/ 455626 h 747897"/>
                <a:gd name="connsiteX32" fmla="*/ 5124 w 755293"/>
                <a:gd name="connsiteY32" fmla="*/ 438043 h 747897"/>
                <a:gd name="connsiteX33" fmla="*/ 0 w 755293"/>
                <a:gd name="connsiteY33" fmla="*/ 379442 h 747897"/>
                <a:gd name="connsiteX34" fmla="*/ 87178 w 755293"/>
                <a:gd name="connsiteY34" fmla="*/ 344282 h 747897"/>
                <a:gd name="connsiteX35" fmla="*/ 103289 w 755293"/>
                <a:gd name="connsiteY35" fmla="*/ 273228 h 747897"/>
                <a:gd name="connsiteX36" fmla="*/ 39558 w 755293"/>
                <a:gd name="connsiteY36" fmla="*/ 205106 h 747897"/>
                <a:gd name="connsiteX37" fmla="*/ 70328 w 755293"/>
                <a:gd name="connsiteY37" fmla="*/ 153828 h 747897"/>
                <a:gd name="connsiteX38" fmla="*/ 161897 w 755293"/>
                <a:gd name="connsiteY38" fmla="*/ 176535 h 747897"/>
                <a:gd name="connsiteX39" fmla="*/ 214647 w 755293"/>
                <a:gd name="connsiteY39" fmla="*/ 131121 h 747897"/>
                <a:gd name="connsiteX40" fmla="*/ 202927 w 755293"/>
                <a:gd name="connsiteY40" fmla="*/ 38825 h 747897"/>
                <a:gd name="connsiteX41" fmla="*/ 225635 w 755293"/>
                <a:gd name="connsiteY41" fmla="*/ 27838 h 747897"/>
                <a:gd name="connsiteX42" fmla="*/ 259336 w 755293"/>
                <a:gd name="connsiteY42" fmla="*/ 14652 h 747897"/>
                <a:gd name="connsiteX43" fmla="*/ 320135 w 755293"/>
                <a:gd name="connsiteY43" fmla="*/ 87172 h 747897"/>
                <a:gd name="connsiteX44" fmla="*/ 385339 w 755293"/>
                <a:gd name="connsiteY44" fmla="*/ 82048 h 747897"/>
                <a:gd name="connsiteX45" fmla="*/ 430761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1" y="0"/>
                  </a:moveTo>
                  <a:cubicBezTo>
                    <a:pt x="452002" y="2932"/>
                    <a:pt x="472517" y="8063"/>
                    <a:pt x="493026" y="14652"/>
                  </a:cubicBezTo>
                  <a:lnTo>
                    <a:pt x="499622" y="109146"/>
                  </a:lnTo>
                  <a:cubicBezTo>
                    <a:pt x="518672" y="117935"/>
                    <a:pt x="536249" y="128922"/>
                    <a:pt x="553099" y="141375"/>
                  </a:cubicBezTo>
                  <a:lnTo>
                    <a:pt x="638079" y="101091"/>
                  </a:lnTo>
                  <a:cubicBezTo>
                    <a:pt x="653463" y="116475"/>
                    <a:pt x="667382" y="132586"/>
                    <a:pt x="680568" y="150170"/>
                  </a:cubicBezTo>
                  <a:lnTo>
                    <a:pt x="630756" y="230012"/>
                  </a:lnTo>
                  <a:cubicBezTo>
                    <a:pt x="635880" y="238801"/>
                    <a:pt x="640277" y="247589"/>
                    <a:pt x="644675" y="257117"/>
                  </a:cubicBezTo>
                  <a:cubicBezTo>
                    <a:pt x="649066" y="266638"/>
                    <a:pt x="652730" y="276160"/>
                    <a:pt x="655662" y="285681"/>
                  </a:cubicBezTo>
                  <a:lnTo>
                    <a:pt x="748697" y="303265"/>
                  </a:lnTo>
                  <a:cubicBezTo>
                    <a:pt x="753095" y="324506"/>
                    <a:pt x="755293" y="346481"/>
                    <a:pt x="755293" y="367722"/>
                  </a:cubicBezTo>
                  <a:lnTo>
                    <a:pt x="668115" y="402882"/>
                  </a:lnTo>
                  <a:cubicBezTo>
                    <a:pt x="665916" y="423391"/>
                    <a:pt x="661525" y="443906"/>
                    <a:pt x="654929" y="463682"/>
                  </a:cubicBezTo>
                  <a:lnTo>
                    <a:pt x="719393" y="532537"/>
                  </a:lnTo>
                  <a:cubicBezTo>
                    <a:pt x="710605" y="552312"/>
                    <a:pt x="700351" y="570629"/>
                    <a:pt x="687897" y="588206"/>
                  </a:cubicBezTo>
                  <a:lnTo>
                    <a:pt x="597055" y="565498"/>
                  </a:lnTo>
                  <a:cubicBezTo>
                    <a:pt x="583136" y="581616"/>
                    <a:pt x="566285" y="596268"/>
                    <a:pt x="548708" y="609447"/>
                  </a:cubicBezTo>
                  <a:lnTo>
                    <a:pt x="547975" y="609447"/>
                  </a:lnTo>
                  <a:lnTo>
                    <a:pt x="559695" y="703208"/>
                  </a:lnTo>
                  <a:cubicBezTo>
                    <a:pt x="549441" y="709072"/>
                    <a:pt x="538447" y="714196"/>
                    <a:pt x="527460" y="719326"/>
                  </a:cubicBezTo>
                  <a:cubicBezTo>
                    <a:pt x="519405" y="722991"/>
                    <a:pt x="511342" y="725916"/>
                    <a:pt x="503287" y="728847"/>
                  </a:cubicBezTo>
                  <a:lnTo>
                    <a:pt x="443214" y="657061"/>
                  </a:lnTo>
                  <a:cubicBezTo>
                    <a:pt x="420506" y="662924"/>
                    <a:pt x="397059" y="665123"/>
                    <a:pt x="374345" y="665123"/>
                  </a:cubicBezTo>
                  <a:lnTo>
                    <a:pt x="328931" y="747897"/>
                  </a:lnTo>
                  <a:cubicBezTo>
                    <a:pt x="309148" y="744965"/>
                    <a:pt x="289373" y="741300"/>
                    <a:pt x="270323" y="735444"/>
                  </a:cubicBezTo>
                  <a:lnTo>
                    <a:pt x="263734" y="642416"/>
                  </a:lnTo>
                  <a:cubicBezTo>
                    <a:pt x="241752" y="633620"/>
                    <a:pt x="220504" y="621167"/>
                    <a:pt x="200729" y="606522"/>
                  </a:cubicBezTo>
                  <a:lnTo>
                    <a:pt x="115749" y="646806"/>
                  </a:lnTo>
                  <a:cubicBezTo>
                    <a:pt x="101830" y="633620"/>
                    <a:pt x="88638" y="618969"/>
                    <a:pt x="76924" y="602858"/>
                  </a:cubicBezTo>
                  <a:lnTo>
                    <a:pt x="126736" y="523748"/>
                  </a:lnTo>
                  <a:cubicBezTo>
                    <a:pt x="120880" y="513494"/>
                    <a:pt x="115016" y="502507"/>
                    <a:pt x="109886" y="490780"/>
                  </a:cubicBezTo>
                  <a:cubicBezTo>
                    <a:pt x="104762" y="479067"/>
                    <a:pt x="101097" y="467340"/>
                    <a:pt x="97433" y="455626"/>
                  </a:cubicBezTo>
                  <a:lnTo>
                    <a:pt x="5124" y="438043"/>
                  </a:lnTo>
                  <a:cubicBezTo>
                    <a:pt x="2199" y="418267"/>
                    <a:pt x="0" y="399218"/>
                    <a:pt x="0" y="379442"/>
                  </a:cubicBezTo>
                  <a:lnTo>
                    <a:pt x="87178" y="344282"/>
                  </a:lnTo>
                  <a:cubicBezTo>
                    <a:pt x="89377" y="320109"/>
                    <a:pt x="95234" y="295935"/>
                    <a:pt x="103289" y="273228"/>
                  </a:cubicBezTo>
                  <a:lnTo>
                    <a:pt x="39558" y="205106"/>
                  </a:lnTo>
                  <a:cubicBezTo>
                    <a:pt x="48347" y="187522"/>
                    <a:pt x="58608" y="169946"/>
                    <a:pt x="70328" y="153828"/>
                  </a:cubicBezTo>
                  <a:lnTo>
                    <a:pt x="161897" y="176535"/>
                  </a:lnTo>
                  <a:cubicBezTo>
                    <a:pt x="177282" y="159691"/>
                    <a:pt x="194865" y="144307"/>
                    <a:pt x="214647" y="131121"/>
                  </a:cubicBezTo>
                  <a:lnTo>
                    <a:pt x="202927" y="38825"/>
                  </a:lnTo>
                  <a:cubicBezTo>
                    <a:pt x="210250" y="35161"/>
                    <a:pt x="217579" y="31503"/>
                    <a:pt x="225635" y="27838"/>
                  </a:cubicBezTo>
                  <a:cubicBezTo>
                    <a:pt x="236622" y="22714"/>
                    <a:pt x="247616" y="18317"/>
                    <a:pt x="259336" y="14652"/>
                  </a:cubicBezTo>
                  <a:lnTo>
                    <a:pt x="320135" y="87172"/>
                  </a:lnTo>
                  <a:cubicBezTo>
                    <a:pt x="342117" y="82774"/>
                    <a:pt x="364091" y="82048"/>
                    <a:pt x="385339" y="82048"/>
                  </a:cubicBezTo>
                  <a:lnTo>
                    <a:pt x="430761" y="0"/>
                  </a:ln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6" name="TextBox 27">
              <a:extLst>
                <a:ext uri="{FF2B5EF4-FFF2-40B4-BE49-F238E27FC236}">
                  <a16:creationId xmlns:a16="http://schemas.microsoft.com/office/drawing/2014/main" id="{B8F2CEAD-937C-F2C4-A660-FF20E2DDCFFA}"/>
                </a:ext>
              </a:extLst>
            </p:cNvPr>
            <p:cNvSpPr txBox="1"/>
            <p:nvPr/>
          </p:nvSpPr>
          <p:spPr>
            <a:xfrm>
              <a:off x="8093475" y="5413629"/>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04</a:t>
              </a:r>
            </a:p>
          </p:txBody>
        </p:sp>
        <p:sp>
          <p:nvSpPr>
            <p:cNvPr id="80" name="TextBox 79">
              <a:extLst>
                <a:ext uri="{FF2B5EF4-FFF2-40B4-BE49-F238E27FC236}">
                  <a16:creationId xmlns:a16="http://schemas.microsoft.com/office/drawing/2014/main" id="{5F1833B6-715C-AF07-6576-CA32ADFEA1ED}"/>
                </a:ext>
              </a:extLst>
            </p:cNvPr>
            <p:cNvSpPr txBox="1"/>
            <p:nvPr/>
          </p:nvSpPr>
          <p:spPr>
            <a:xfrm>
              <a:off x="2714890" y="3975860"/>
              <a:ext cx="1605455" cy="354504"/>
            </a:xfrm>
            <a:prstGeom prst="rect">
              <a:avLst/>
            </a:prstGeom>
            <a:noFill/>
          </p:spPr>
          <p:txBody>
            <a:bodyPr wrap="square">
              <a:spAutoFit/>
            </a:bodyPr>
            <a:lstStyle/>
            <a:p>
              <a:pPr marR="0" lvl="0" defTabSz="914400" eaLnBrk="1" fontAlgn="auto" latinLnBrk="0" hangingPunct="1">
                <a:lnSpc>
                  <a:spcPct val="100000"/>
                </a:lnSpc>
                <a:spcBef>
                  <a:spcPts val="0"/>
                </a:spcBef>
                <a:spcAft>
                  <a:spcPts val="0"/>
                </a:spcAft>
                <a:buClrTx/>
                <a:buSzTx/>
                <a:tabLst/>
                <a:defRPr/>
              </a:pPr>
              <a:r>
                <a:rPr kumimoji="0" lang="ar-AE" i="0" u="none" strike="noStrike" kern="1200" cap="none" spc="0" normalizeH="0" baseline="0" noProof="0">
                  <a:ln>
                    <a:noFill/>
                  </a:ln>
                  <a:effectLst/>
                  <a:uLnTx/>
                  <a:uFillTx/>
                  <a:latin typeface="Arial" panose="020B0604020202020204" pitchFamily="34" charset="0"/>
                  <a:ea typeface="+mn-ea"/>
                  <a:cs typeface="+mn-cs"/>
                </a:rPr>
                <a:t>نبذة عن الوزارة</a:t>
              </a:r>
              <a:endParaRPr kumimoji="0" lang="en-US" i="0" u="none" strike="noStrike" kern="1200" cap="none" spc="0" normalizeH="0" baseline="0" noProof="0">
                <a:ln>
                  <a:noFill/>
                </a:ln>
                <a:effectLst/>
                <a:uLnTx/>
                <a:uFillTx/>
                <a:latin typeface="Arial" panose="020B0604020202020204" pitchFamily="34" charset="0"/>
                <a:ea typeface="+mn-ea"/>
                <a:cs typeface="+mn-cs"/>
              </a:endParaRPr>
            </a:p>
          </p:txBody>
        </p:sp>
        <p:sp>
          <p:nvSpPr>
            <p:cNvPr id="82" name="TextBox 81">
              <a:extLst>
                <a:ext uri="{FF2B5EF4-FFF2-40B4-BE49-F238E27FC236}">
                  <a16:creationId xmlns:a16="http://schemas.microsoft.com/office/drawing/2014/main" id="{A5235E3C-983C-7DB4-E2A1-959883602D51}"/>
                </a:ext>
              </a:extLst>
            </p:cNvPr>
            <p:cNvSpPr txBox="1"/>
            <p:nvPr/>
          </p:nvSpPr>
          <p:spPr>
            <a:xfrm>
              <a:off x="4484860" y="4773371"/>
              <a:ext cx="1606007" cy="354504"/>
            </a:xfrm>
            <a:prstGeom prst="rect">
              <a:avLst/>
            </a:prstGeom>
            <a:noFill/>
          </p:spPr>
          <p:txBody>
            <a:bodyPr wrap="square">
              <a:spAutoFit/>
            </a:bodyPr>
            <a:lstStyle/>
            <a:p>
              <a:pPr>
                <a:defRPr/>
              </a:pPr>
              <a:r>
                <a:rPr lang="ar-AE">
                  <a:latin typeface="Arial" panose="020B0604020202020204" pitchFamily="34" charset="0"/>
                </a:rPr>
                <a:t>آلية احتساب النتائج</a:t>
              </a:r>
              <a:endParaRPr lang="ar-AE">
                <a:latin typeface="Arial" panose="020B0604020202020204" pitchFamily="34" charset="0"/>
                <a:cs typeface="Arial"/>
              </a:endParaRPr>
            </a:p>
          </p:txBody>
        </p:sp>
        <p:sp>
          <p:nvSpPr>
            <p:cNvPr id="84" name="TextBox 83">
              <a:extLst>
                <a:ext uri="{FF2B5EF4-FFF2-40B4-BE49-F238E27FC236}">
                  <a16:creationId xmlns:a16="http://schemas.microsoft.com/office/drawing/2014/main" id="{730A5840-7D33-BAEE-B34B-B2A040DAE2C0}"/>
                </a:ext>
              </a:extLst>
            </p:cNvPr>
            <p:cNvSpPr txBox="1"/>
            <p:nvPr/>
          </p:nvSpPr>
          <p:spPr>
            <a:xfrm>
              <a:off x="6431838" y="3975860"/>
              <a:ext cx="1606008" cy="354504"/>
            </a:xfrm>
            <a:prstGeom prst="rect">
              <a:avLst/>
            </a:prstGeom>
            <a:noFill/>
          </p:spPr>
          <p:txBody>
            <a:bodyPr wrap="square">
              <a:spAutoFit/>
            </a:bodyPr>
            <a:lstStyle/>
            <a:p>
              <a:pPr>
                <a:defRPr/>
              </a:pPr>
              <a:r>
                <a:rPr lang="ar-EG">
                  <a:latin typeface="Arial" panose="020B0604020202020204" pitchFamily="34" charset="0"/>
                </a:rPr>
                <a:t>نطاق الدراسة</a:t>
              </a:r>
              <a:endParaRPr lang="ar-AE">
                <a:latin typeface="Arial" panose="020B0604020202020204" pitchFamily="34" charset="0"/>
              </a:endParaRPr>
            </a:p>
          </p:txBody>
        </p:sp>
        <p:sp>
          <p:nvSpPr>
            <p:cNvPr id="87" name="TextBox 86">
              <a:extLst>
                <a:ext uri="{FF2B5EF4-FFF2-40B4-BE49-F238E27FC236}">
                  <a16:creationId xmlns:a16="http://schemas.microsoft.com/office/drawing/2014/main" id="{99F1DD80-397D-8F25-3E82-26A0C82AC326}"/>
                </a:ext>
              </a:extLst>
            </p:cNvPr>
            <p:cNvSpPr txBox="1"/>
            <p:nvPr/>
          </p:nvSpPr>
          <p:spPr>
            <a:xfrm>
              <a:off x="8436744" y="4773370"/>
              <a:ext cx="1606560" cy="354504"/>
            </a:xfrm>
            <a:prstGeom prst="rect">
              <a:avLst/>
            </a:prstGeom>
            <a:noFill/>
          </p:spPr>
          <p:txBody>
            <a:bodyPr wrap="square">
              <a:spAutoFit/>
            </a:bodyPr>
            <a:lstStyle/>
            <a:p>
              <a:pPr>
                <a:defRPr/>
              </a:pPr>
              <a:r>
                <a:rPr lang="ar-EG">
                  <a:latin typeface="Arial" panose="020B0604020202020204" pitchFamily="34" charset="0"/>
                </a:rPr>
                <a:t>منهجية التنفيذ</a:t>
              </a:r>
              <a:endParaRPr lang="ar-AE">
                <a:latin typeface="Arial" panose="020B0604020202020204" pitchFamily="34" charset="0"/>
                <a:cs typeface="Arial"/>
              </a:endParaRPr>
            </a:p>
          </p:txBody>
        </p:sp>
      </p:grpSp>
      <p:sp>
        <p:nvSpPr>
          <p:cNvPr id="2" name="Text Placeholder 3">
            <a:extLst>
              <a:ext uri="{FF2B5EF4-FFF2-40B4-BE49-F238E27FC236}">
                <a16:creationId xmlns:a16="http://schemas.microsoft.com/office/drawing/2014/main" id="{E75875AF-9CE1-7C69-6FE2-B6FE2EBA56C7}"/>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CEB9653E-F2B9-42DD-9F83-20048B6AB3C6}" type="slidenum">
              <a:rPr lang="en-US" smtClean="0">
                <a:latin typeface="Arial" panose="020B0604020202020204" pitchFamily="34" charset="0"/>
              </a:rPr>
              <a:pPr/>
              <a:t>2</a:t>
            </a:fld>
            <a:endParaRPr lang="en-US">
              <a:latin typeface="Arial" panose="020B0604020202020204" pitchFamily="34" charset="0"/>
            </a:endParaRPr>
          </a:p>
        </p:txBody>
      </p:sp>
    </p:spTree>
    <p:extLst>
      <p:ext uri="{BB962C8B-B14F-4D97-AF65-F5344CB8AC3E}">
        <p14:creationId xmlns:p14="http://schemas.microsoft.com/office/powerpoint/2010/main" val="3551181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9381F-9B46-D2E3-C81D-47363CC7D37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1FB956B-924D-CD85-EF0A-713A1F6A270B}"/>
              </a:ext>
            </a:extLst>
          </p:cNvPr>
          <p:cNvSpPr>
            <a:spLocks noGrp="1"/>
          </p:cNvSpPr>
          <p:nvPr>
            <p:ph type="body" sz="quarter" idx="11"/>
          </p:nvPr>
        </p:nvSpPr>
        <p:spPr/>
        <p:txBody>
          <a:bodyPr/>
          <a:lstStyle/>
          <a:p>
            <a:fld id="{CEB9653E-F2B9-42DD-9F83-20048B6AB3C6}" type="slidenum">
              <a:rPr lang="en-US" smtClean="0"/>
              <a:t>3</a:t>
            </a:fld>
            <a:endParaRPr lang="en-US"/>
          </a:p>
        </p:txBody>
      </p:sp>
      <p:sp>
        <p:nvSpPr>
          <p:cNvPr id="3" name="Rectangle 2">
            <a:extLst>
              <a:ext uri="{FF2B5EF4-FFF2-40B4-BE49-F238E27FC236}">
                <a16:creationId xmlns:a16="http://schemas.microsoft.com/office/drawing/2014/main" id="{E14379DC-73FE-DAC6-449A-6F73FB201AB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E8BE55BC-47DE-446F-5770-22EAEEB1949F}"/>
              </a:ext>
            </a:extLst>
          </p:cNvPr>
          <p:cNvSpPr txBox="1"/>
          <p:nvPr/>
        </p:nvSpPr>
        <p:spPr>
          <a:xfrm>
            <a:off x="8335927" y="244463"/>
            <a:ext cx="3660138" cy="523220"/>
          </a:xfrm>
          <a:prstGeom prst="rect">
            <a:avLst/>
          </a:prstGeom>
          <a:noFill/>
        </p:spPr>
        <p:txBody>
          <a:bodyPr wrap="square" rtlCol="0">
            <a:spAutoFit/>
          </a:bodyPr>
          <a:lstStyle/>
          <a:p>
            <a:pPr algn="r"/>
            <a:r>
              <a:rPr lang="ar-EG" sz="2800">
                <a:solidFill>
                  <a:srgbClr val="B68A35"/>
                </a:solidFill>
              </a:rPr>
              <a:t>نبذة عن الوزارة</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15320556-F4EA-D5F6-DA9C-E1E5E80E60B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93" name="Group 92">
            <a:extLst>
              <a:ext uri="{FF2B5EF4-FFF2-40B4-BE49-F238E27FC236}">
                <a16:creationId xmlns:a16="http://schemas.microsoft.com/office/drawing/2014/main" id="{AAEF8380-7EFE-F699-17A2-4D881447F3AE}"/>
              </a:ext>
            </a:extLst>
          </p:cNvPr>
          <p:cNvGrpSpPr/>
          <p:nvPr/>
        </p:nvGrpSpPr>
        <p:grpSpPr>
          <a:xfrm>
            <a:off x="6666360" y="1134995"/>
            <a:ext cx="3924055" cy="2431357"/>
            <a:chOff x="2179234" y="1047404"/>
            <a:chExt cx="3601175" cy="2431357"/>
          </a:xfrm>
        </p:grpSpPr>
        <p:grpSp>
          <p:nvGrpSpPr>
            <p:cNvPr id="47" name="Group 46">
              <a:extLst>
                <a:ext uri="{FF2B5EF4-FFF2-40B4-BE49-F238E27FC236}">
                  <a16:creationId xmlns:a16="http://schemas.microsoft.com/office/drawing/2014/main" id="{8090D107-A7FD-9CF5-7586-0435268C35CE}"/>
                </a:ext>
              </a:extLst>
            </p:cNvPr>
            <p:cNvGrpSpPr/>
            <p:nvPr/>
          </p:nvGrpSpPr>
          <p:grpSpPr>
            <a:xfrm>
              <a:off x="2179234" y="1623576"/>
              <a:ext cx="3601175" cy="1855185"/>
              <a:chOff x="653968" y="1679458"/>
              <a:chExt cx="3601175" cy="1573723"/>
            </a:xfrm>
          </p:grpSpPr>
          <p:sp>
            <p:nvSpPr>
              <p:cNvPr id="79" name="Rectangle 78">
                <a:extLst>
                  <a:ext uri="{FF2B5EF4-FFF2-40B4-BE49-F238E27FC236}">
                    <a16:creationId xmlns:a16="http://schemas.microsoft.com/office/drawing/2014/main" id="{3C75E627-ED41-198F-6ABC-35CF36FB095E}"/>
                  </a:ext>
                </a:extLst>
              </p:cNvPr>
              <p:cNvSpPr/>
              <p:nvPr/>
            </p:nvSpPr>
            <p:spPr>
              <a:xfrm>
                <a:off x="653970" y="1679458"/>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01</a:t>
                </a:r>
              </a:p>
            </p:txBody>
          </p:sp>
          <p:sp>
            <p:nvSpPr>
              <p:cNvPr id="81" name="TextBox 4">
                <a:extLst>
                  <a:ext uri="{FF2B5EF4-FFF2-40B4-BE49-F238E27FC236}">
                    <a16:creationId xmlns:a16="http://schemas.microsoft.com/office/drawing/2014/main" id="{595C3005-9B23-8BA3-766F-665F1431C09B}"/>
                  </a:ext>
                </a:extLst>
              </p:cNvPr>
              <p:cNvSpPr txBox="1"/>
              <p:nvPr/>
            </p:nvSpPr>
            <p:spPr>
              <a:xfrm>
                <a:off x="653968" y="1933046"/>
                <a:ext cx="3601173" cy="391623"/>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a:ea typeface="+mn-ea"/>
                    <a:cs typeface="+mn-cs"/>
                  </a:rPr>
                  <a:t>منذ تأسيس دولة الإمارات في 2 ديسمبر 1971، </a:t>
                </a:r>
                <a:r>
                  <a:rPr kumimoji="0" lang="ar-AE" sz="1200" b="1" i="0" u="none" strike="noStrike" kern="1200" cap="none" spc="0" normalizeH="0" baseline="0" noProof="0" dirty="0">
                    <a:ln>
                      <a:noFill/>
                    </a:ln>
                    <a:solidFill>
                      <a:prstClr val="black"/>
                    </a:solidFill>
                    <a:effectLst/>
                    <a:uLnTx/>
                    <a:uFillTx/>
                    <a:latin typeface="Arial"/>
                    <a:ea typeface="+mn-ea"/>
                    <a:cs typeface="+mn-cs"/>
                  </a:rPr>
                  <a:t>شهد القطاع الصحي تطورًا كبيرًا</a:t>
                </a:r>
                <a:r>
                  <a:rPr kumimoji="0" lang="ar-AE" sz="1200" b="0" i="0" u="none" strike="noStrike" kern="1200" cap="none" spc="0" normalizeH="0" baseline="0" noProof="0" dirty="0">
                    <a:ln>
                      <a:noFill/>
                    </a:ln>
                    <a:solidFill>
                      <a:prstClr val="black"/>
                    </a:solidFill>
                    <a:effectLst/>
                    <a:uLnTx/>
                    <a:uFillTx/>
                    <a:latin typeface="Arial"/>
                    <a:ea typeface="+mn-ea"/>
                    <a:cs typeface="+mn-cs"/>
                  </a:rPr>
                  <a:t> لمواكبة التحديات الصحية العالمية. </a:t>
                </a:r>
                <a:endParaRPr kumimoji="0" lang="en-GB" sz="1200" b="0" i="0" u="none" strike="noStrike" kern="1200" cap="none" spc="0" normalizeH="0" baseline="0" noProof="0" dirty="0">
                  <a:ln>
                    <a:noFill/>
                  </a:ln>
                  <a:solidFill>
                    <a:prstClr val="black"/>
                  </a:solidFill>
                  <a:effectLst/>
                  <a:uLnTx/>
                  <a:uFillTx/>
                  <a:latin typeface="Arial"/>
                  <a:ea typeface="+mn-ea"/>
                  <a:cs typeface="+mn-cs"/>
                </a:endParaRPr>
              </a:p>
            </p:txBody>
          </p:sp>
        </p:grpSp>
        <p:sp>
          <p:nvSpPr>
            <p:cNvPr id="88" name="Rectangle 87">
              <a:extLst>
                <a:ext uri="{FF2B5EF4-FFF2-40B4-BE49-F238E27FC236}">
                  <a16:creationId xmlns:a16="http://schemas.microsoft.com/office/drawing/2014/main" id="{19520525-F04F-5DC4-5F99-4EFBD7DFCFE0}"/>
                </a:ext>
              </a:extLst>
            </p:cNvPr>
            <p:cNvSpPr/>
            <p:nvPr/>
          </p:nvSpPr>
          <p:spPr>
            <a:xfrm>
              <a:off x="2179235" y="1047404"/>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2" name="Group 91">
            <a:extLst>
              <a:ext uri="{FF2B5EF4-FFF2-40B4-BE49-F238E27FC236}">
                <a16:creationId xmlns:a16="http://schemas.microsoft.com/office/drawing/2014/main" id="{AF3C8AF4-3340-733D-02F1-DD261658B15A}"/>
              </a:ext>
            </a:extLst>
          </p:cNvPr>
          <p:cNvGrpSpPr/>
          <p:nvPr/>
        </p:nvGrpSpPr>
        <p:grpSpPr>
          <a:xfrm>
            <a:off x="1803862" y="1134995"/>
            <a:ext cx="3924054" cy="2431357"/>
            <a:chOff x="6641638" y="1047404"/>
            <a:chExt cx="3601174" cy="2431357"/>
          </a:xfrm>
        </p:grpSpPr>
        <p:grpSp>
          <p:nvGrpSpPr>
            <p:cNvPr id="49" name="Group 48">
              <a:extLst>
                <a:ext uri="{FF2B5EF4-FFF2-40B4-BE49-F238E27FC236}">
                  <a16:creationId xmlns:a16="http://schemas.microsoft.com/office/drawing/2014/main" id="{2BF235BD-A92B-C913-2C16-E64B0C213545}"/>
                </a:ext>
              </a:extLst>
            </p:cNvPr>
            <p:cNvGrpSpPr/>
            <p:nvPr/>
          </p:nvGrpSpPr>
          <p:grpSpPr>
            <a:xfrm>
              <a:off x="6641638" y="1623576"/>
              <a:ext cx="3601174" cy="1855185"/>
              <a:chOff x="5116372" y="1679458"/>
              <a:chExt cx="3601174" cy="1573723"/>
            </a:xfrm>
          </p:grpSpPr>
          <p:sp>
            <p:nvSpPr>
              <p:cNvPr id="61" name="Rectangle 60">
                <a:extLst>
                  <a:ext uri="{FF2B5EF4-FFF2-40B4-BE49-F238E27FC236}">
                    <a16:creationId xmlns:a16="http://schemas.microsoft.com/office/drawing/2014/main" id="{210CBB24-F0CF-0794-CE74-F88A9767E864}"/>
                  </a:ext>
                </a:extLst>
              </p:cNvPr>
              <p:cNvSpPr/>
              <p:nvPr/>
            </p:nvSpPr>
            <p:spPr>
              <a:xfrm>
                <a:off x="5116373" y="1679458"/>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02</a:t>
                </a:r>
              </a:p>
            </p:txBody>
          </p:sp>
          <p:sp>
            <p:nvSpPr>
              <p:cNvPr id="63" name="TextBox 22">
                <a:extLst>
                  <a:ext uri="{FF2B5EF4-FFF2-40B4-BE49-F238E27FC236}">
                    <a16:creationId xmlns:a16="http://schemas.microsoft.com/office/drawing/2014/main" id="{F69A8B50-4703-81E9-32D8-9F41C3C6CA41}"/>
                  </a:ext>
                </a:extLst>
              </p:cNvPr>
              <p:cNvSpPr txBox="1"/>
              <p:nvPr/>
            </p:nvSpPr>
            <p:spPr>
              <a:xfrm>
                <a:off x="5116372" y="1933046"/>
                <a:ext cx="3601172" cy="1018219"/>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تحتل الإمارات </a:t>
                </a:r>
                <a:r>
                  <a:rPr kumimoji="0" lang="ar-AE" sz="1200" b="1" i="0" u="none" strike="noStrike" kern="1200" cap="none" spc="0" normalizeH="0" baseline="0" noProof="0">
                    <a:ln>
                      <a:noFill/>
                    </a:ln>
                    <a:solidFill>
                      <a:prstClr val="black"/>
                    </a:solidFill>
                    <a:effectLst/>
                    <a:uLnTx/>
                    <a:uFillTx/>
                    <a:latin typeface="Arial"/>
                    <a:ea typeface="+mn-ea"/>
                    <a:cs typeface="+mn-cs"/>
                  </a:rPr>
                  <a:t>المركز الأول عالميًا </a:t>
                </a:r>
                <a:r>
                  <a:rPr kumimoji="0" lang="ar-AE" sz="1200" b="0" i="0" u="none" strike="noStrike" kern="1200" cap="none" spc="0" normalizeH="0" baseline="0" noProof="0">
                    <a:ln>
                      <a:noFill/>
                    </a:ln>
                    <a:solidFill>
                      <a:prstClr val="black"/>
                    </a:solidFill>
                    <a:effectLst/>
                    <a:uLnTx/>
                    <a:uFillTx/>
                    <a:latin typeface="Arial"/>
                    <a:ea typeface="+mn-ea"/>
                    <a:cs typeface="+mn-cs"/>
                  </a:rPr>
                  <a:t>في </a:t>
                </a:r>
                <a:r>
                  <a:rPr kumimoji="0" lang="ar-AE" sz="1200" b="1" i="0" u="none" strike="noStrike" kern="1200" cap="none" spc="0" normalizeH="0" baseline="0" noProof="0">
                    <a:ln>
                      <a:noFill/>
                    </a:ln>
                    <a:solidFill>
                      <a:prstClr val="black"/>
                    </a:solidFill>
                    <a:effectLst/>
                    <a:uLnTx/>
                    <a:uFillTx/>
                    <a:latin typeface="Arial"/>
                    <a:ea typeface="+mn-ea"/>
                    <a:cs typeface="+mn-cs"/>
                  </a:rPr>
                  <a:t>عدد المنشآت الصحية المعتمدة</a:t>
                </a:r>
                <a:r>
                  <a:rPr kumimoji="0" lang="ar-AE" sz="1200" b="0" i="0" u="none" strike="noStrike" kern="1200" cap="none" spc="0" normalizeH="0" baseline="0" noProof="0">
                    <a:ln>
                      <a:noFill/>
                    </a:ln>
                    <a:solidFill>
                      <a:prstClr val="black"/>
                    </a:solidFill>
                    <a:effectLst/>
                    <a:uLnTx/>
                    <a:uFillTx/>
                    <a:latin typeface="Arial"/>
                    <a:ea typeface="+mn-ea"/>
                    <a:cs typeface="+mn-cs"/>
                  </a:rPr>
                  <a:t>، بفضل نظام صحي يعتمد على أعلى المعايير الدولية، واستعداد عالٍ لمواجهة الأوبئة والمخاطر الصحية، بدعم من القيادة، أطلقت وزارة الصحة </a:t>
                </a:r>
                <a:r>
                  <a:rPr kumimoji="0" lang="ar-AE" sz="1200" b="1" i="0" u="none" strike="noStrike" kern="1200" cap="none" spc="0" normalizeH="0" baseline="0" noProof="0">
                    <a:ln>
                      <a:noFill/>
                    </a:ln>
                    <a:solidFill>
                      <a:prstClr val="black"/>
                    </a:solidFill>
                    <a:effectLst/>
                    <a:uLnTx/>
                    <a:uFillTx/>
                    <a:latin typeface="Arial"/>
                    <a:ea typeface="+mn-ea"/>
                    <a:cs typeface="+mn-cs"/>
                  </a:rPr>
                  <a:t>العديد من المبادرات والمشاريع لتوفير خدمات صحية شاملة ومبتكرة</a:t>
                </a:r>
                <a:r>
                  <a:rPr kumimoji="0" lang="ar-AE" sz="1200" b="0" i="0" u="none" strike="noStrike" kern="1200" cap="none" spc="0" normalizeH="0" baseline="0" noProof="0">
                    <a:ln>
                      <a:noFill/>
                    </a:ln>
                    <a:solidFill>
                      <a:prstClr val="black"/>
                    </a:solidFill>
                    <a:effectLst/>
                    <a:uLnTx/>
                    <a:uFillTx/>
                    <a:latin typeface="Arial"/>
                    <a:ea typeface="+mn-ea"/>
                    <a:cs typeface="+mn-cs"/>
                  </a:rPr>
                  <a:t>، وبناء مستشفيات حديثة في مختلف أنحاء الدولة، وتوفير كادر طبي متخصص، إلى جانب حملات توعية مستمرة لبناء مجتمع صحي خالٍ من الأمراض.</a:t>
                </a:r>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grpSp>
        <p:sp>
          <p:nvSpPr>
            <p:cNvPr id="89" name="Rectangle 88">
              <a:extLst>
                <a:ext uri="{FF2B5EF4-FFF2-40B4-BE49-F238E27FC236}">
                  <a16:creationId xmlns:a16="http://schemas.microsoft.com/office/drawing/2014/main" id="{D81B558E-3EA9-36F2-8434-D91C42B01C22}"/>
                </a:ext>
              </a:extLst>
            </p:cNvPr>
            <p:cNvSpPr/>
            <p:nvPr/>
          </p:nvSpPr>
          <p:spPr>
            <a:xfrm>
              <a:off x="6641638" y="1047404"/>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5" name="Group 94">
            <a:extLst>
              <a:ext uri="{FF2B5EF4-FFF2-40B4-BE49-F238E27FC236}">
                <a16:creationId xmlns:a16="http://schemas.microsoft.com/office/drawing/2014/main" id="{AE0FFEAF-83CD-EC8B-9BF5-9A27D39EB8D3}"/>
              </a:ext>
            </a:extLst>
          </p:cNvPr>
          <p:cNvGrpSpPr/>
          <p:nvPr/>
        </p:nvGrpSpPr>
        <p:grpSpPr>
          <a:xfrm>
            <a:off x="6666360" y="3764141"/>
            <a:ext cx="3924054" cy="2435569"/>
            <a:chOff x="2179235" y="3715849"/>
            <a:chExt cx="3601174" cy="2435569"/>
          </a:xfrm>
        </p:grpSpPr>
        <p:grpSp>
          <p:nvGrpSpPr>
            <p:cNvPr id="48" name="Group 47">
              <a:extLst>
                <a:ext uri="{FF2B5EF4-FFF2-40B4-BE49-F238E27FC236}">
                  <a16:creationId xmlns:a16="http://schemas.microsoft.com/office/drawing/2014/main" id="{38D0317B-8E18-2E39-9581-FDA96E30773F}"/>
                </a:ext>
              </a:extLst>
            </p:cNvPr>
            <p:cNvGrpSpPr/>
            <p:nvPr/>
          </p:nvGrpSpPr>
          <p:grpSpPr>
            <a:xfrm>
              <a:off x="2179236" y="4296233"/>
              <a:ext cx="3601173" cy="1855185"/>
              <a:chOff x="653970" y="3946630"/>
              <a:chExt cx="3601173" cy="1573723"/>
            </a:xfrm>
          </p:grpSpPr>
          <p:sp>
            <p:nvSpPr>
              <p:cNvPr id="70" name="Rectangle 69">
                <a:extLst>
                  <a:ext uri="{FF2B5EF4-FFF2-40B4-BE49-F238E27FC236}">
                    <a16:creationId xmlns:a16="http://schemas.microsoft.com/office/drawing/2014/main" id="{A09533A1-D332-5105-577C-D4C15CF4ADBA}"/>
                  </a:ext>
                </a:extLst>
              </p:cNvPr>
              <p:cNvSpPr/>
              <p:nvPr/>
            </p:nvSpPr>
            <p:spPr>
              <a:xfrm>
                <a:off x="653970" y="3946630"/>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03</a:t>
                </a:r>
              </a:p>
            </p:txBody>
          </p:sp>
          <p:sp>
            <p:nvSpPr>
              <p:cNvPr id="72" name="TextBox 13">
                <a:extLst>
                  <a:ext uri="{FF2B5EF4-FFF2-40B4-BE49-F238E27FC236}">
                    <a16:creationId xmlns:a16="http://schemas.microsoft.com/office/drawing/2014/main" id="{6385E31E-8BB9-7B7B-FBDA-0155E4531612}"/>
                  </a:ext>
                </a:extLst>
              </p:cNvPr>
              <p:cNvSpPr txBox="1"/>
              <p:nvPr/>
            </p:nvSpPr>
            <p:spPr>
              <a:xfrm>
                <a:off x="1016959" y="4295494"/>
                <a:ext cx="2875193" cy="54827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كما ركزت الدولة على </a:t>
                </a:r>
                <a:r>
                  <a:rPr kumimoji="0" lang="ar-AE" sz="1200" b="1" i="0" u="none" strike="noStrike" kern="1200" cap="none" spc="0" normalizeH="0" baseline="0" noProof="0">
                    <a:ln>
                      <a:noFill/>
                    </a:ln>
                    <a:solidFill>
                      <a:prstClr val="black"/>
                    </a:solidFill>
                    <a:effectLst/>
                    <a:uLnTx/>
                    <a:uFillTx/>
                    <a:latin typeface="Arial"/>
                    <a:ea typeface="+mn-ea"/>
                    <a:cs typeface="+mn-cs"/>
                  </a:rPr>
                  <a:t>تطوير نظم المعلومات الصحية</a:t>
                </a:r>
                <a:r>
                  <a:rPr kumimoji="0" lang="ar-AE" sz="1200" b="0" i="0" u="none" strike="noStrike" kern="1200" cap="none" spc="0" normalizeH="0" baseline="0" noProof="0">
                    <a:ln>
                      <a:noFill/>
                    </a:ln>
                    <a:solidFill>
                      <a:prstClr val="black"/>
                    </a:solidFill>
                    <a:effectLst/>
                    <a:uLnTx/>
                    <a:uFillTx/>
                    <a:latin typeface="Arial"/>
                    <a:ea typeface="+mn-ea"/>
                    <a:cs typeface="+mn-cs"/>
                  </a:rPr>
                  <a:t>، وتطبيق معايير عالمية في إدارة الجودة والسلامة الصحية والدوائية، وتوفير تشريعات فعالة للرقابة والتنظيم.</a:t>
                </a:r>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grpSp>
        <p:sp>
          <p:nvSpPr>
            <p:cNvPr id="90" name="Rectangle 89">
              <a:extLst>
                <a:ext uri="{FF2B5EF4-FFF2-40B4-BE49-F238E27FC236}">
                  <a16:creationId xmlns:a16="http://schemas.microsoft.com/office/drawing/2014/main" id="{1413B6AC-2926-62FE-C806-30807BDF76B2}"/>
                </a:ext>
              </a:extLst>
            </p:cNvPr>
            <p:cNvSpPr/>
            <p:nvPr/>
          </p:nvSpPr>
          <p:spPr>
            <a:xfrm>
              <a:off x="2179235" y="3715849"/>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4" name="Group 93">
            <a:extLst>
              <a:ext uri="{FF2B5EF4-FFF2-40B4-BE49-F238E27FC236}">
                <a16:creationId xmlns:a16="http://schemas.microsoft.com/office/drawing/2014/main" id="{039F5F89-63B0-D6A5-CC24-6AFA03EC5931}"/>
              </a:ext>
            </a:extLst>
          </p:cNvPr>
          <p:cNvGrpSpPr/>
          <p:nvPr/>
        </p:nvGrpSpPr>
        <p:grpSpPr>
          <a:xfrm>
            <a:off x="1803859" y="3765581"/>
            <a:ext cx="3924056" cy="2435569"/>
            <a:chOff x="6641636" y="3715849"/>
            <a:chExt cx="3601176" cy="2435569"/>
          </a:xfrm>
        </p:grpSpPr>
        <p:grpSp>
          <p:nvGrpSpPr>
            <p:cNvPr id="50" name="Group 49">
              <a:extLst>
                <a:ext uri="{FF2B5EF4-FFF2-40B4-BE49-F238E27FC236}">
                  <a16:creationId xmlns:a16="http://schemas.microsoft.com/office/drawing/2014/main" id="{2D13220E-1F58-F8D5-4672-817AFB361C12}"/>
                </a:ext>
              </a:extLst>
            </p:cNvPr>
            <p:cNvGrpSpPr/>
            <p:nvPr/>
          </p:nvGrpSpPr>
          <p:grpSpPr>
            <a:xfrm>
              <a:off x="6641636" y="4296233"/>
              <a:ext cx="3601176" cy="1855185"/>
              <a:chOff x="5116370" y="3946630"/>
              <a:chExt cx="3601176" cy="1573723"/>
            </a:xfrm>
          </p:grpSpPr>
          <p:sp>
            <p:nvSpPr>
              <p:cNvPr id="52" name="Rectangle 51">
                <a:extLst>
                  <a:ext uri="{FF2B5EF4-FFF2-40B4-BE49-F238E27FC236}">
                    <a16:creationId xmlns:a16="http://schemas.microsoft.com/office/drawing/2014/main" id="{B2A1DDD0-0299-82DA-9F40-809C2D4F6536}"/>
                  </a:ext>
                </a:extLst>
              </p:cNvPr>
              <p:cNvSpPr/>
              <p:nvPr/>
            </p:nvSpPr>
            <p:spPr>
              <a:xfrm>
                <a:off x="5116373" y="3946630"/>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04</a:t>
                </a:r>
              </a:p>
            </p:txBody>
          </p:sp>
          <p:sp>
            <p:nvSpPr>
              <p:cNvPr id="54" name="TextBox 31">
                <a:extLst>
                  <a:ext uri="{FF2B5EF4-FFF2-40B4-BE49-F238E27FC236}">
                    <a16:creationId xmlns:a16="http://schemas.microsoft.com/office/drawing/2014/main" id="{5DD5CAFF-7CB8-0CDB-2BC5-D8892E816443}"/>
                  </a:ext>
                </a:extLst>
              </p:cNvPr>
              <p:cNvSpPr txBox="1"/>
              <p:nvPr/>
            </p:nvSpPr>
            <p:spPr>
              <a:xfrm>
                <a:off x="5116370" y="4215949"/>
                <a:ext cx="3601173" cy="70492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وفي إطار التوجه نحو المستقبل، وضعت وزارة الصحة </a:t>
                </a:r>
                <a:r>
                  <a:rPr kumimoji="0" lang="ar-AE" sz="1200" b="1" i="0" u="none" strike="noStrike" kern="1200" cap="none" spc="0" normalizeH="0" baseline="0" noProof="0">
                    <a:ln>
                      <a:noFill/>
                    </a:ln>
                    <a:solidFill>
                      <a:prstClr val="black"/>
                    </a:solidFill>
                    <a:effectLst/>
                    <a:uLnTx/>
                    <a:uFillTx/>
                    <a:latin typeface="Arial"/>
                    <a:ea typeface="+mn-ea"/>
                    <a:cs typeface="+mn-cs"/>
                  </a:rPr>
                  <a:t>خطة لدمج الذكاء الاصطناعي بنسبة 100%</a:t>
                </a:r>
                <a:r>
                  <a:rPr kumimoji="0" lang="ar-AE" sz="1200" b="0" i="0" u="none" strike="noStrike" kern="1200" cap="none" spc="0" normalizeH="0" baseline="0" noProof="0">
                    <a:ln>
                      <a:noFill/>
                    </a:ln>
                    <a:solidFill>
                      <a:prstClr val="black"/>
                    </a:solidFill>
                    <a:effectLst/>
                    <a:uLnTx/>
                    <a:uFillTx/>
                    <a:latin typeface="Arial"/>
                    <a:ea typeface="+mn-ea"/>
                    <a:cs typeface="+mn-cs"/>
                  </a:rPr>
                  <a:t> في الخدمات الطبية، تماشيًا مع استراتيجية الإمارات للذكاء الاصطناعي ومئوية الإمارات 2071، لإحداث تحول نوعي في الرعاية الصحية المقدّمة.</a:t>
                </a:r>
                <a:endParaRPr kumimoji="0" lang="ar-AE" sz="1200" b="0" i="0" u="none" strike="noStrike" kern="1200" cap="none" spc="0" normalizeH="0" baseline="0" noProof="0">
                  <a:ln>
                    <a:noFill/>
                  </a:ln>
                  <a:solidFill>
                    <a:prstClr val="black"/>
                  </a:solidFill>
                  <a:effectLst/>
                  <a:uLnTx/>
                  <a:uFillTx/>
                  <a:latin typeface="Arial"/>
                  <a:ea typeface="+mn-ea"/>
                  <a:cs typeface="Arial"/>
                </a:endParaRPr>
              </a:p>
            </p:txBody>
          </p:sp>
        </p:grpSp>
        <p:sp>
          <p:nvSpPr>
            <p:cNvPr id="91" name="Rectangle 90">
              <a:extLst>
                <a:ext uri="{FF2B5EF4-FFF2-40B4-BE49-F238E27FC236}">
                  <a16:creationId xmlns:a16="http://schemas.microsoft.com/office/drawing/2014/main" id="{9F606712-E2D4-7094-B6F2-FE5EE674E937}"/>
                </a:ext>
              </a:extLst>
            </p:cNvPr>
            <p:cNvSpPr/>
            <p:nvPr/>
          </p:nvSpPr>
          <p:spPr>
            <a:xfrm>
              <a:off x="6641638" y="3715849"/>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sp>
        <p:nvSpPr>
          <p:cNvPr id="98" name="TextBox 97">
            <a:extLst>
              <a:ext uri="{FF2B5EF4-FFF2-40B4-BE49-F238E27FC236}">
                <a16:creationId xmlns:a16="http://schemas.microsoft.com/office/drawing/2014/main" id="{F36A010B-31DD-11C6-03D8-AA0DB4C12320}"/>
              </a:ext>
            </a:extLst>
          </p:cNvPr>
          <p:cNvSpPr txBox="1"/>
          <p:nvPr/>
        </p:nvSpPr>
        <p:spPr>
          <a:xfrm>
            <a:off x="6666360" y="1176524"/>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التأسيس</a:t>
            </a:r>
            <a:endParaRPr lang="en-AE">
              <a:solidFill>
                <a:schemeClr val="bg1"/>
              </a:solidFill>
            </a:endParaRPr>
          </a:p>
        </p:txBody>
      </p:sp>
      <p:sp>
        <p:nvSpPr>
          <p:cNvPr id="99" name="TextBox 98">
            <a:extLst>
              <a:ext uri="{FF2B5EF4-FFF2-40B4-BE49-F238E27FC236}">
                <a16:creationId xmlns:a16="http://schemas.microsoft.com/office/drawing/2014/main" id="{5BC07B2D-2B17-6073-24A0-4196C52A2642}"/>
              </a:ext>
            </a:extLst>
          </p:cNvPr>
          <p:cNvSpPr txBox="1"/>
          <p:nvPr/>
        </p:nvSpPr>
        <p:spPr>
          <a:xfrm>
            <a:off x="1803861" y="1165840"/>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المكانة العالمية</a:t>
            </a:r>
            <a:endParaRPr lang="en-AE">
              <a:solidFill>
                <a:schemeClr val="bg1"/>
              </a:solidFill>
            </a:endParaRPr>
          </a:p>
        </p:txBody>
      </p:sp>
      <p:sp>
        <p:nvSpPr>
          <p:cNvPr id="100" name="TextBox 99">
            <a:extLst>
              <a:ext uri="{FF2B5EF4-FFF2-40B4-BE49-F238E27FC236}">
                <a16:creationId xmlns:a16="http://schemas.microsoft.com/office/drawing/2014/main" id="{72102A82-2E00-E440-E90B-A3C5F190B8BE}"/>
              </a:ext>
            </a:extLst>
          </p:cNvPr>
          <p:cNvSpPr txBox="1"/>
          <p:nvPr/>
        </p:nvSpPr>
        <p:spPr>
          <a:xfrm>
            <a:off x="6666360" y="3823565"/>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التطوير</a:t>
            </a:r>
            <a:endParaRPr lang="en-AE">
              <a:solidFill>
                <a:schemeClr val="bg1"/>
              </a:solidFill>
            </a:endParaRPr>
          </a:p>
        </p:txBody>
      </p:sp>
      <p:sp>
        <p:nvSpPr>
          <p:cNvPr id="101" name="TextBox 100">
            <a:extLst>
              <a:ext uri="{FF2B5EF4-FFF2-40B4-BE49-F238E27FC236}">
                <a16:creationId xmlns:a16="http://schemas.microsoft.com/office/drawing/2014/main" id="{D416DCAE-843B-1462-8F1B-2BB7D9EBB651}"/>
              </a:ext>
            </a:extLst>
          </p:cNvPr>
          <p:cNvSpPr txBox="1"/>
          <p:nvPr/>
        </p:nvSpPr>
        <p:spPr>
          <a:xfrm>
            <a:off x="1803861" y="3812881"/>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الخطة</a:t>
            </a:r>
            <a:endParaRPr lang="en-AE">
              <a:solidFill>
                <a:schemeClr val="bg1"/>
              </a:solidFill>
            </a:endParaRPr>
          </a:p>
        </p:txBody>
      </p:sp>
      <p:pic>
        <p:nvPicPr>
          <p:cNvPr id="5122" name="Picture 2" descr="United arab emirates ">
            <a:extLst>
              <a:ext uri="{FF2B5EF4-FFF2-40B4-BE49-F238E27FC236}">
                <a16:creationId xmlns:a16="http://schemas.microsoft.com/office/drawing/2014/main" id="{7F590C7B-AE37-B513-C1A8-7DABF997221E}"/>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749935" y="3085767"/>
            <a:ext cx="423949" cy="42394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Ranking ">
            <a:extLst>
              <a:ext uri="{FF2B5EF4-FFF2-40B4-BE49-F238E27FC236}">
                <a16:creationId xmlns:a16="http://schemas.microsoft.com/office/drawing/2014/main" id="{58FE21DC-D308-1B30-2CC0-C9E18339D137}"/>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919793" y="3103517"/>
            <a:ext cx="403399" cy="40339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novation ">
            <a:extLst>
              <a:ext uri="{FF2B5EF4-FFF2-40B4-BE49-F238E27FC236}">
                <a16:creationId xmlns:a16="http://schemas.microsoft.com/office/drawing/2014/main" id="{3A77899D-4E45-5803-3EDE-78B3DEF8A40D}"/>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749935" y="5646316"/>
            <a:ext cx="499426" cy="499426"/>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ask ">
            <a:extLst>
              <a:ext uri="{FF2B5EF4-FFF2-40B4-BE49-F238E27FC236}">
                <a16:creationId xmlns:a16="http://schemas.microsoft.com/office/drawing/2014/main" id="{59FE6C5A-CF9D-7FFF-5D8B-AC24E6CCDF11}"/>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932494" y="5706615"/>
            <a:ext cx="390698" cy="3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07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5B2EB-2AF5-0C59-EAA0-9B7C2ADB322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B0ACB19-6B70-9717-9C2C-81F05AE0E773}"/>
              </a:ext>
            </a:extLst>
          </p:cNvPr>
          <p:cNvSpPr>
            <a:spLocks noGrp="1"/>
          </p:cNvSpPr>
          <p:nvPr>
            <p:ph type="body" sz="quarter" idx="11"/>
          </p:nvPr>
        </p:nvSpPr>
        <p:spPr/>
        <p:txBody>
          <a:bodyPr/>
          <a:lstStyle/>
          <a:p>
            <a:fld id="{CEB9653E-F2B9-42DD-9F83-20048B6AB3C6}" type="slidenum">
              <a:rPr lang="en-US" smtClean="0"/>
              <a:t>4</a:t>
            </a:fld>
            <a:endParaRPr lang="en-US"/>
          </a:p>
        </p:txBody>
      </p:sp>
      <p:sp>
        <p:nvSpPr>
          <p:cNvPr id="3" name="Rectangle 2">
            <a:extLst>
              <a:ext uri="{FF2B5EF4-FFF2-40B4-BE49-F238E27FC236}">
                <a16:creationId xmlns:a16="http://schemas.microsoft.com/office/drawing/2014/main" id="{9819108D-BA08-5366-CB91-20D65C8F189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9B18997C-31FD-4CC7-687C-28C9A81F66C8}"/>
              </a:ext>
            </a:extLst>
          </p:cNvPr>
          <p:cNvSpPr txBox="1"/>
          <p:nvPr/>
        </p:nvSpPr>
        <p:spPr>
          <a:xfrm>
            <a:off x="8335927" y="244463"/>
            <a:ext cx="3660138" cy="523220"/>
          </a:xfrm>
          <a:prstGeom prst="rect">
            <a:avLst/>
          </a:prstGeom>
          <a:noFill/>
        </p:spPr>
        <p:txBody>
          <a:bodyPr wrap="square" rtlCol="0">
            <a:spAutoFit/>
          </a:bodyPr>
          <a:lstStyle/>
          <a:p>
            <a:r>
              <a:rPr lang="ar-EG" sz="2800">
                <a:solidFill>
                  <a:srgbClr val="B68A35"/>
                </a:solidFill>
              </a:rPr>
              <a:t>آلية احتساب </a:t>
            </a:r>
            <a:r>
              <a:rPr lang="ar-AE" sz="2800">
                <a:solidFill>
                  <a:srgbClr val="B68A35"/>
                </a:solidFill>
              </a:rPr>
              <a:t>مؤشر الرضا </a:t>
            </a:r>
            <a:endParaRPr lang="ar-EG" sz="2800">
              <a:solidFill>
                <a:srgbClr val="B68A35"/>
              </a:solidFill>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5244FF01-8DEF-B46B-F20A-D87A9B20250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6" name="Rectangle: Rounded Corners 5">
            <a:extLst>
              <a:ext uri="{FF2B5EF4-FFF2-40B4-BE49-F238E27FC236}">
                <a16:creationId xmlns:a16="http://schemas.microsoft.com/office/drawing/2014/main" id="{9A492129-43BF-682B-4291-441365D2AE84}"/>
              </a:ext>
            </a:extLst>
          </p:cNvPr>
          <p:cNvSpPr/>
          <p:nvPr/>
        </p:nvSpPr>
        <p:spPr>
          <a:xfrm>
            <a:off x="1513145" y="802076"/>
            <a:ext cx="9165709" cy="3141367"/>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7" name="TextBox 6">
            <a:extLst>
              <a:ext uri="{FF2B5EF4-FFF2-40B4-BE49-F238E27FC236}">
                <a16:creationId xmlns:a16="http://schemas.microsoft.com/office/drawing/2014/main" id="{C1CE4C9F-8436-586B-2BE1-532367064A55}"/>
              </a:ext>
            </a:extLst>
          </p:cNvPr>
          <p:cNvSpPr txBox="1"/>
          <p:nvPr/>
        </p:nvSpPr>
        <p:spPr>
          <a:xfrm>
            <a:off x="1658852" y="893920"/>
            <a:ext cx="8785692" cy="369332"/>
          </a:xfrm>
          <a:prstGeom prst="rect">
            <a:avLst/>
          </a:prstGeom>
          <a:noFill/>
        </p:spPr>
        <p:txBody>
          <a:bodyPr wrap="square" rtlCol="0">
            <a:spAutoFit/>
          </a:bodyPr>
          <a:lstStyle/>
          <a:p>
            <a:r>
              <a:rPr lang="ar-EG" b="1">
                <a:solidFill>
                  <a:srgbClr val="414141"/>
                </a:solidFill>
              </a:rPr>
              <a:t>يتم احتساب النتائج باستخدام الآلية التالية:</a:t>
            </a:r>
            <a:endParaRPr lang="en-GB" b="1">
              <a:solidFill>
                <a:srgbClr val="414141"/>
              </a:solidFill>
            </a:endParaRPr>
          </a:p>
        </p:txBody>
      </p:sp>
      <p:graphicFrame>
        <p:nvGraphicFramePr>
          <p:cNvPr id="8" name="Table 86">
            <a:extLst>
              <a:ext uri="{FF2B5EF4-FFF2-40B4-BE49-F238E27FC236}">
                <a16:creationId xmlns:a16="http://schemas.microsoft.com/office/drawing/2014/main" id="{C012D29B-442B-AEE9-1033-CF77E1A6EBB9}"/>
              </a:ext>
            </a:extLst>
          </p:cNvPr>
          <p:cNvGraphicFramePr>
            <a:graphicFrameLocks noGrp="1"/>
          </p:cNvGraphicFramePr>
          <p:nvPr>
            <p:extLst>
              <p:ext uri="{D42A27DB-BD31-4B8C-83A1-F6EECF244321}">
                <p14:modId xmlns:p14="http://schemas.microsoft.com/office/powerpoint/2010/main" val="3731561399"/>
              </p:ext>
            </p:extLst>
          </p:nvPr>
        </p:nvGraphicFramePr>
        <p:xfrm>
          <a:off x="2656870" y="2080310"/>
          <a:ext cx="5031435" cy="1714311"/>
        </p:xfrm>
        <a:graphic>
          <a:graphicData uri="http://schemas.openxmlformats.org/drawingml/2006/table">
            <a:tbl>
              <a:tblPr firstRow="1" bandRow="1">
                <a:tableStyleId>{C083E6E3-FA7D-4D7B-A595-EF9225AFEA82}</a:tableStyleId>
              </a:tblPr>
              <a:tblGrid>
                <a:gridCol w="1006287">
                  <a:extLst>
                    <a:ext uri="{9D8B030D-6E8A-4147-A177-3AD203B41FA5}">
                      <a16:colId xmlns:a16="http://schemas.microsoft.com/office/drawing/2014/main" val="103206004"/>
                    </a:ext>
                  </a:extLst>
                </a:gridCol>
                <a:gridCol w="1006287">
                  <a:extLst>
                    <a:ext uri="{9D8B030D-6E8A-4147-A177-3AD203B41FA5}">
                      <a16:colId xmlns:a16="http://schemas.microsoft.com/office/drawing/2014/main" val="4122422348"/>
                    </a:ext>
                  </a:extLst>
                </a:gridCol>
                <a:gridCol w="1006287">
                  <a:extLst>
                    <a:ext uri="{9D8B030D-6E8A-4147-A177-3AD203B41FA5}">
                      <a16:colId xmlns:a16="http://schemas.microsoft.com/office/drawing/2014/main" val="2557748217"/>
                    </a:ext>
                  </a:extLst>
                </a:gridCol>
                <a:gridCol w="1006287">
                  <a:extLst>
                    <a:ext uri="{9D8B030D-6E8A-4147-A177-3AD203B41FA5}">
                      <a16:colId xmlns:a16="http://schemas.microsoft.com/office/drawing/2014/main" val="272480409"/>
                    </a:ext>
                  </a:extLst>
                </a:gridCol>
                <a:gridCol w="1006287">
                  <a:extLst>
                    <a:ext uri="{9D8B030D-6E8A-4147-A177-3AD203B41FA5}">
                      <a16:colId xmlns:a16="http://schemas.microsoft.com/office/drawing/2014/main" val="8572300"/>
                    </a:ext>
                  </a:extLst>
                </a:gridCol>
              </a:tblGrid>
              <a:tr h="571437">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1</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2</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3</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4</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5</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786342"/>
                  </a:ext>
                </a:extLst>
              </a:tr>
              <a:tr h="571437">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Y1</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Y2</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Y3</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Y4</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Y5</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486349"/>
                  </a:ext>
                </a:extLst>
              </a:tr>
              <a:tr h="571437">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Y1%</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Y2%</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Y3%</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b="1" kern="1200">
                          <a:solidFill>
                            <a:schemeClr val="dk1"/>
                          </a:solidFill>
                          <a:effectLst/>
                          <a:latin typeface="+mn-lt"/>
                          <a:ea typeface="+mn-ea"/>
                          <a:cs typeface="+mn-cs"/>
                        </a:rPr>
                        <a:t>Y4%</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marL="0" marR="0" algn="ctr" defTabSz="914400" rtl="1" eaLnBrk="1" latinLnBrk="0" hangingPunct="1">
                        <a:lnSpc>
                          <a:spcPct val="115000"/>
                        </a:lnSpc>
                        <a:spcBef>
                          <a:spcPts val="0"/>
                        </a:spcBef>
                        <a:spcAft>
                          <a:spcPts val="0"/>
                        </a:spcAft>
                      </a:pPr>
                      <a:r>
                        <a:rPr lang="en-US" sz="1400" b="1" kern="1200">
                          <a:solidFill>
                            <a:schemeClr val="dk1"/>
                          </a:solidFill>
                          <a:effectLst/>
                          <a:latin typeface="+mn-lt"/>
                          <a:ea typeface="+mn-ea"/>
                          <a:cs typeface="+mn-cs"/>
                        </a:rPr>
                        <a:t>Y5%</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33008283"/>
                  </a:ext>
                </a:extLst>
              </a:tr>
            </a:tbl>
          </a:graphicData>
        </a:graphic>
      </p:graphicFrame>
      <p:grpSp>
        <p:nvGrpSpPr>
          <p:cNvPr id="11" name="Group 10">
            <a:extLst>
              <a:ext uri="{FF2B5EF4-FFF2-40B4-BE49-F238E27FC236}">
                <a16:creationId xmlns:a16="http://schemas.microsoft.com/office/drawing/2014/main" id="{8A53810A-9612-1086-C813-5564A67E7B15}"/>
              </a:ext>
            </a:extLst>
          </p:cNvPr>
          <p:cNvGrpSpPr/>
          <p:nvPr/>
        </p:nvGrpSpPr>
        <p:grpSpPr>
          <a:xfrm>
            <a:off x="2515596" y="1355096"/>
            <a:ext cx="5288280" cy="701040"/>
            <a:chOff x="4275839" y="1427175"/>
            <a:chExt cx="5288280" cy="701040"/>
          </a:xfrm>
        </p:grpSpPr>
        <p:sp>
          <p:nvSpPr>
            <p:cNvPr id="12" name="Rectangle: Rounded Corners 11">
              <a:extLst>
                <a:ext uri="{FF2B5EF4-FFF2-40B4-BE49-F238E27FC236}">
                  <a16:creationId xmlns:a16="http://schemas.microsoft.com/office/drawing/2014/main" id="{F55048DA-3EDC-C262-9761-E0CA24F8B8DB}"/>
                </a:ext>
              </a:extLst>
            </p:cNvPr>
            <p:cNvSpPr/>
            <p:nvPr/>
          </p:nvSpPr>
          <p:spPr>
            <a:xfrm>
              <a:off x="4275839" y="1427175"/>
              <a:ext cx="5288280" cy="701040"/>
            </a:xfrm>
            <a:prstGeom prst="roundRect">
              <a:avLst/>
            </a:prstGeom>
            <a:solidFill>
              <a:srgbClr val="FFF9C4">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Graphic 12">
              <a:extLst>
                <a:ext uri="{FF2B5EF4-FFF2-40B4-BE49-F238E27FC236}">
                  <a16:creationId xmlns:a16="http://schemas.microsoft.com/office/drawing/2014/main" id="{D22A1952-73FD-4888-8E83-22A0C6ED72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9409" y="1470753"/>
              <a:ext cx="4422414" cy="354299"/>
            </a:xfrm>
            <a:prstGeom prst="rect">
              <a:avLst/>
            </a:prstGeom>
          </p:spPr>
        </p:pic>
        <p:sp>
          <p:nvSpPr>
            <p:cNvPr id="14" name="TextBox 13">
              <a:extLst>
                <a:ext uri="{FF2B5EF4-FFF2-40B4-BE49-F238E27FC236}">
                  <a16:creationId xmlns:a16="http://schemas.microsoft.com/office/drawing/2014/main" id="{8299EE37-68B6-4880-44D0-E41B1C5131AB}"/>
                </a:ext>
              </a:extLst>
            </p:cNvPr>
            <p:cNvSpPr txBox="1"/>
            <p:nvPr/>
          </p:nvSpPr>
          <p:spPr>
            <a:xfrm>
              <a:off x="8589508" y="1831074"/>
              <a:ext cx="856155"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راضٍ جداَ</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41212B6B-B906-0E42-11B9-4B03A58CEDBE}"/>
                </a:ext>
              </a:extLst>
            </p:cNvPr>
            <p:cNvSpPr txBox="1"/>
            <p:nvPr/>
          </p:nvSpPr>
          <p:spPr>
            <a:xfrm>
              <a:off x="7731739" y="1831074"/>
              <a:ext cx="544120"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راضي</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533A31C-4454-EE1A-F491-65C1EB2D3325}"/>
                </a:ext>
              </a:extLst>
            </p:cNvPr>
            <p:cNvSpPr txBox="1"/>
            <p:nvPr/>
          </p:nvSpPr>
          <p:spPr>
            <a:xfrm>
              <a:off x="6698045" y="1831074"/>
              <a:ext cx="544120"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محايد</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B30E620-C885-5064-CF2F-1E39F9A199FE}"/>
                </a:ext>
              </a:extLst>
            </p:cNvPr>
            <p:cNvSpPr txBox="1"/>
            <p:nvPr/>
          </p:nvSpPr>
          <p:spPr>
            <a:xfrm>
              <a:off x="5529038" y="1831074"/>
              <a:ext cx="856155"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غير راضي</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227D707-4BAE-1BA0-5EF0-1EF63150CB1F}"/>
                </a:ext>
              </a:extLst>
            </p:cNvPr>
            <p:cNvSpPr txBox="1"/>
            <p:nvPr/>
          </p:nvSpPr>
          <p:spPr>
            <a:xfrm>
              <a:off x="4417114" y="1831074"/>
              <a:ext cx="915016"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غير راضٍ أبداَ</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grpSp>
      <p:sp>
        <p:nvSpPr>
          <p:cNvPr id="19" name="Rectangle: Rounded Corners 18">
            <a:extLst>
              <a:ext uri="{FF2B5EF4-FFF2-40B4-BE49-F238E27FC236}">
                <a16:creationId xmlns:a16="http://schemas.microsoft.com/office/drawing/2014/main" id="{C2F45087-D04B-F14C-5968-C953E91B755F}"/>
              </a:ext>
            </a:extLst>
          </p:cNvPr>
          <p:cNvSpPr/>
          <p:nvPr/>
        </p:nvSpPr>
        <p:spPr>
          <a:xfrm>
            <a:off x="7940927" y="1379270"/>
            <a:ext cx="1264920" cy="7010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600" b="1">
                <a:solidFill>
                  <a:schemeClr val="bg1"/>
                </a:solidFill>
                <a:latin typeface="Arial" panose="020B0604020202020204" pitchFamily="34" charset="0"/>
                <a:cs typeface="Arial" panose="020B0604020202020204" pitchFamily="34" charset="0"/>
              </a:rPr>
              <a:t>المقياس</a:t>
            </a:r>
            <a:endParaRPr lang="en-US" sz="1600" b="1">
              <a:solidFill>
                <a:schemeClr val="bg1"/>
              </a:solidFill>
              <a:latin typeface="Arial" panose="020B0604020202020204" pitchFamily="34" charset="0"/>
              <a:cs typeface="Arial" panose="020B0604020202020204" pitchFamily="34" charset="0"/>
            </a:endParaRPr>
          </a:p>
        </p:txBody>
      </p:sp>
      <p:sp>
        <p:nvSpPr>
          <p:cNvPr id="20" name="Rectangle: Rounded Corners 19">
            <a:extLst>
              <a:ext uri="{FF2B5EF4-FFF2-40B4-BE49-F238E27FC236}">
                <a16:creationId xmlns:a16="http://schemas.microsoft.com/office/drawing/2014/main" id="{38CDF8BC-3565-E4CF-2750-94C600FEFE7A}"/>
              </a:ext>
            </a:extLst>
          </p:cNvPr>
          <p:cNvSpPr/>
          <p:nvPr/>
        </p:nvSpPr>
        <p:spPr>
          <a:xfrm>
            <a:off x="7940927" y="2116874"/>
            <a:ext cx="1264920" cy="5105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الدرجة</a:t>
            </a:r>
            <a:endParaRPr lang="en-US" sz="1400" b="1">
              <a:solidFill>
                <a:schemeClr val="bg1"/>
              </a:solidFill>
              <a:latin typeface="Arial" panose="020B0604020202020204" pitchFamily="34" charset="0"/>
              <a:cs typeface="Arial" panose="020B0604020202020204" pitchFamily="34" charset="0"/>
            </a:endParaRPr>
          </a:p>
        </p:txBody>
      </p:sp>
      <p:sp>
        <p:nvSpPr>
          <p:cNvPr id="21" name="Rectangle: Rounded Corners 20">
            <a:extLst>
              <a:ext uri="{FF2B5EF4-FFF2-40B4-BE49-F238E27FC236}">
                <a16:creationId xmlns:a16="http://schemas.microsoft.com/office/drawing/2014/main" id="{6EA37821-2871-92EF-91C8-379F20EF3F88}"/>
              </a:ext>
            </a:extLst>
          </p:cNvPr>
          <p:cNvSpPr/>
          <p:nvPr/>
        </p:nvSpPr>
        <p:spPr>
          <a:xfrm>
            <a:off x="7940927" y="2688152"/>
            <a:ext cx="1264920" cy="5105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عدد الإجابات (</a:t>
            </a:r>
            <a:r>
              <a:rPr lang="en-GB" sz="1400" b="1">
                <a:solidFill>
                  <a:schemeClr val="bg1"/>
                </a:solidFill>
                <a:latin typeface="Arial" panose="020B0604020202020204" pitchFamily="34" charset="0"/>
                <a:cs typeface="Arial" panose="020B0604020202020204" pitchFamily="34" charset="0"/>
              </a:rPr>
              <a:t>Y</a:t>
            </a:r>
            <a:r>
              <a:rPr lang="ar-EG" sz="1400" b="1">
                <a:solidFill>
                  <a:schemeClr val="bg1"/>
                </a:solidFill>
                <a:latin typeface="Arial" panose="020B0604020202020204" pitchFamily="34" charset="0"/>
                <a:cs typeface="Arial" panose="020B0604020202020204" pitchFamily="34" charset="0"/>
              </a:rPr>
              <a:t>)</a:t>
            </a:r>
            <a:endParaRPr lang="en-GB" sz="1400" b="1">
              <a:solidFill>
                <a:schemeClr val="bg1"/>
              </a:solidFill>
              <a:latin typeface="Arial" panose="020B0604020202020204" pitchFamily="34" charset="0"/>
              <a:cs typeface="Arial" panose="020B0604020202020204" pitchFamily="34" charset="0"/>
            </a:endParaRPr>
          </a:p>
        </p:txBody>
      </p:sp>
      <p:sp>
        <p:nvSpPr>
          <p:cNvPr id="22" name="Rectangle: Rounded Corners 21">
            <a:extLst>
              <a:ext uri="{FF2B5EF4-FFF2-40B4-BE49-F238E27FC236}">
                <a16:creationId xmlns:a16="http://schemas.microsoft.com/office/drawing/2014/main" id="{D18DEAE8-CBFB-112C-22C7-18A39692A2C3}"/>
              </a:ext>
            </a:extLst>
          </p:cNvPr>
          <p:cNvSpPr/>
          <p:nvPr/>
        </p:nvSpPr>
        <p:spPr>
          <a:xfrm>
            <a:off x="7940927" y="3259429"/>
            <a:ext cx="1264920" cy="510539"/>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نسبة الإجابات من الإجمالي</a:t>
            </a:r>
          </a:p>
        </p:txBody>
      </p:sp>
      <p:sp>
        <p:nvSpPr>
          <p:cNvPr id="23" name="Rectangle 1">
            <a:extLst>
              <a:ext uri="{FF2B5EF4-FFF2-40B4-BE49-F238E27FC236}">
                <a16:creationId xmlns:a16="http://schemas.microsoft.com/office/drawing/2014/main" id="{B4D047B1-B8D8-C9D8-7631-14F134980AD6}"/>
              </a:ext>
            </a:extLst>
          </p:cNvPr>
          <p:cNvSpPr>
            <a:spLocks noChangeArrowheads="1"/>
          </p:cNvSpPr>
          <p:nvPr/>
        </p:nvSpPr>
        <p:spPr bwMode="auto">
          <a:xfrm>
            <a:off x="1658852" y="4093856"/>
            <a:ext cx="8874296" cy="40011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AE" altLang="en-US" sz="2000" b="1">
                <a:solidFill>
                  <a:srgbClr val="414141"/>
                </a:solidFill>
              </a:rPr>
              <a:t>يتم الاعتماد على مجموع أعلى تقييمين:</a:t>
            </a:r>
            <a:endParaRPr lang="en-US" altLang="en-US" sz="2000" b="1">
              <a:solidFill>
                <a:srgbClr val="414141"/>
              </a:solidFill>
            </a:endParaRPr>
          </a:p>
        </p:txBody>
      </p:sp>
      <p:sp>
        <p:nvSpPr>
          <p:cNvPr id="24" name="Rectangle: Rounded Corners 23">
            <a:extLst>
              <a:ext uri="{FF2B5EF4-FFF2-40B4-BE49-F238E27FC236}">
                <a16:creationId xmlns:a16="http://schemas.microsoft.com/office/drawing/2014/main" id="{8E8902F7-83FB-DAB8-4D5B-0295A7431544}"/>
              </a:ext>
            </a:extLst>
          </p:cNvPr>
          <p:cNvSpPr/>
          <p:nvPr/>
        </p:nvSpPr>
        <p:spPr>
          <a:xfrm>
            <a:off x="1513145" y="4662552"/>
            <a:ext cx="9165709" cy="1950985"/>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25" name="TextBox 24">
            <a:extLst>
              <a:ext uri="{FF2B5EF4-FFF2-40B4-BE49-F238E27FC236}">
                <a16:creationId xmlns:a16="http://schemas.microsoft.com/office/drawing/2014/main" id="{25A21579-F613-499B-2485-E95AF8FA9F1B}"/>
              </a:ext>
            </a:extLst>
          </p:cNvPr>
          <p:cNvSpPr txBox="1"/>
          <p:nvPr/>
        </p:nvSpPr>
        <p:spPr>
          <a:xfrm>
            <a:off x="1513145" y="4863002"/>
            <a:ext cx="9165710" cy="1650901"/>
          </a:xfrm>
          <a:prstGeom prst="rect">
            <a:avLst/>
          </a:prstGeom>
          <a:noFill/>
        </p:spPr>
        <p:txBody>
          <a:bodyPr wrap="square">
            <a:spAutoFit/>
          </a:bodyPr>
          <a:lstStyle/>
          <a:p>
            <a:pPr lvl="0" algn="ctr" rtl="1">
              <a:lnSpc>
                <a:spcPct val="150000"/>
              </a:lnSpc>
              <a:defRPr/>
            </a:pPr>
            <a:r>
              <a:rPr lang="ar-AE" sz="1600" b="1">
                <a:solidFill>
                  <a:srgbClr val="FF0000"/>
                </a:solidFill>
              </a:rPr>
              <a:t>*</a:t>
            </a:r>
            <a:r>
              <a:rPr lang="ar-AE" b="1">
                <a:solidFill>
                  <a:srgbClr val="414141"/>
                </a:solidFill>
              </a:rPr>
              <a:t>مجموع أعلى تقييمين = </a:t>
            </a:r>
            <a:r>
              <a:rPr lang="en-US" b="1">
                <a:solidFill>
                  <a:srgbClr val="414141"/>
                </a:solidFill>
              </a:rPr>
              <a:t>Y5% + Y4%</a:t>
            </a:r>
          </a:p>
          <a:p>
            <a:pPr lvl="0" rtl="1">
              <a:lnSpc>
                <a:spcPct val="150000"/>
              </a:lnSpc>
              <a:defRPr/>
            </a:pPr>
            <a:endParaRPr lang="en-US" sz="300">
              <a:solidFill>
                <a:prstClr val="black"/>
              </a:solidFill>
            </a:endParaRPr>
          </a:p>
          <a:p>
            <a:pPr lvl="0" algn="just" rtl="1">
              <a:lnSpc>
                <a:spcPct val="150000"/>
              </a:lnSpc>
              <a:defRPr/>
            </a:pPr>
            <a:r>
              <a:rPr lang="ar-AE" sz="1800">
                <a:solidFill>
                  <a:prstClr val="black"/>
                </a:solidFill>
              </a:rPr>
              <a:t>يفيد استخدام مجموع أعلى تقييمين في توضيح الصورة الفعلية للنسب الإيجابية من إجمالي الجمهور المستهدف، وتساعد هذه الطريقة الحسابية أكثر في تحديد أوجه الإجراءات التصحيحية المطلوبة فيما يتعلق بجوانب التقييم المختلفة.</a:t>
            </a:r>
            <a:endParaRPr lang="en-US" sz="1800">
              <a:solidFill>
                <a:prstClr val="black"/>
              </a:solidFill>
            </a:endParaRPr>
          </a:p>
          <a:p>
            <a:pPr lvl="0" algn="just" rtl="1">
              <a:lnSpc>
                <a:spcPct val="150000"/>
              </a:lnSpc>
              <a:defRPr/>
            </a:pPr>
            <a:r>
              <a:rPr lang="ar-AE" sz="1200">
                <a:solidFill>
                  <a:srgbClr val="FF0000"/>
                </a:solidFill>
              </a:rPr>
              <a:t>* </a:t>
            </a:r>
            <a:r>
              <a:rPr lang="ar-AE" sz="1200">
                <a:solidFill>
                  <a:prstClr val="black"/>
                </a:solidFill>
              </a:rPr>
              <a:t>تتضمّن بعض أسئلة الاستبيان خيار (لا ينطبق)، ويتم استبعاد هذا الخيار من حساب مؤشر الرضا.</a:t>
            </a:r>
          </a:p>
        </p:txBody>
      </p:sp>
    </p:spTree>
    <p:extLst>
      <p:ext uri="{BB962C8B-B14F-4D97-AF65-F5344CB8AC3E}">
        <p14:creationId xmlns:p14="http://schemas.microsoft.com/office/powerpoint/2010/main" val="1316717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1842-8317-E925-3136-D8115122E582}"/>
            </a:ext>
          </a:extLst>
        </p:cNvPr>
        <p:cNvGrpSpPr/>
        <p:nvPr/>
      </p:nvGrpSpPr>
      <p:grpSpPr>
        <a:xfrm>
          <a:off x="0" y="0"/>
          <a:ext cx="0" cy="0"/>
          <a:chOff x="0" y="0"/>
          <a:chExt cx="0" cy="0"/>
        </a:xfrm>
      </p:grpSpPr>
      <p:sp>
        <p:nvSpPr>
          <p:cNvPr id="12" name="Shape 11">
            <a:extLst>
              <a:ext uri="{FF2B5EF4-FFF2-40B4-BE49-F238E27FC236}">
                <a16:creationId xmlns:a16="http://schemas.microsoft.com/office/drawing/2014/main" id="{C6FD043E-381A-0A49-EC42-0163D2C2B14A}"/>
              </a:ext>
            </a:extLst>
          </p:cNvPr>
          <p:cNvSpPr/>
          <p:nvPr/>
        </p:nvSpPr>
        <p:spPr>
          <a:xfrm>
            <a:off x="253840" y="1061187"/>
            <a:ext cx="11680631" cy="5297612"/>
          </a:xfrm>
          <a:prstGeom prst="roundRect">
            <a:avLst>
              <a:gd name="adj" fmla="val 1976"/>
            </a:avLst>
          </a:prstGeom>
          <a:solidFill>
            <a:schemeClr val="bg1">
              <a:lumMod val="95000"/>
              <a:alpha val="51000"/>
            </a:schemeClr>
          </a:solidFill>
          <a:ln>
            <a:solidFill>
              <a:schemeClr val="tx2">
                <a:lumMod val="10000"/>
                <a:lumOff val="90000"/>
              </a:schemeClr>
            </a:solidFill>
          </a:ln>
          <a:effectLst>
            <a:outerShdw blurRad="190500" dist="50800" dir="540000" algn="ctr" rotWithShape="0">
              <a:srgbClr val="000000">
                <a:alpha val="0"/>
              </a:srgbClr>
            </a:outerShdw>
          </a:effectLst>
        </p:spPr>
        <p:txBody>
          <a:bodyPr vert="horz" lIns="120000" tIns="180000" rIns="0" bIns="180000" anchor="ctr"/>
          <a:lstStyle/>
          <a:p>
            <a:pPr marL="238119" marR="0" lvl="0" indent="-238119" algn="l" defTabSz="380990" rtl="0" eaLnBrk="1" fontAlgn="auto" latinLnBrk="0" hangingPunct="1">
              <a:lnSpc>
                <a:spcPts val="1251"/>
              </a:lnSpc>
              <a:spcBef>
                <a:spcPts val="0"/>
              </a:spcBef>
              <a:spcAft>
                <a:spcPts val="0"/>
              </a:spcAft>
              <a:buClr>
                <a:srgbClr val="394F75"/>
              </a:buClr>
              <a:buSzTx/>
              <a:buFont typeface="Arial" panose="020B0604020202020204" pitchFamily="34" charset="0"/>
              <a:buChar char="•"/>
              <a:tabLst/>
              <a:defRPr/>
            </a:pPr>
            <a:endParaRPr kumimoji="0" lang="en-GB" sz="1167" b="0" i="0" u="none" strike="noStrike" kern="100" cap="none" spc="0" normalizeH="0" baseline="0" noProof="0">
              <a:ln>
                <a:noFill/>
              </a:ln>
              <a:solidFill>
                <a:srgbClr val="394F75"/>
              </a:solidFill>
              <a:effectLst/>
              <a:uLnTx/>
              <a:uFillTx/>
              <a:latin typeface="Arial" panose="020B0604020202020204" pitchFamily="34" charset="0"/>
              <a:ea typeface="+mn-ea"/>
              <a:cs typeface="Arial" panose="020B0604020202020204" pitchFamily="34" charset="0"/>
            </a:endParaRPr>
          </a:p>
        </p:txBody>
      </p:sp>
      <p:graphicFrame>
        <p:nvGraphicFramePr>
          <p:cNvPr id="32" name="Table 31">
            <a:extLst>
              <a:ext uri="{FF2B5EF4-FFF2-40B4-BE49-F238E27FC236}">
                <a16:creationId xmlns:a16="http://schemas.microsoft.com/office/drawing/2014/main" id="{6D9E5C89-75E0-D64A-8EC9-D5699D6700B7}"/>
              </a:ext>
            </a:extLst>
          </p:cNvPr>
          <p:cNvGraphicFramePr>
            <a:graphicFrameLocks noGrp="1"/>
          </p:cNvGraphicFramePr>
          <p:nvPr/>
        </p:nvGraphicFramePr>
        <p:xfrm>
          <a:off x="1215728" y="4288146"/>
          <a:ext cx="9764612" cy="370840"/>
        </p:xfrm>
        <a:graphic>
          <a:graphicData uri="http://schemas.openxmlformats.org/drawingml/2006/table">
            <a:tbl>
              <a:tblPr firstRow="1" bandRow="1">
                <a:tableStyleId>{5C22544A-7EE6-4342-B048-85BDC9FD1C3A}</a:tableStyleId>
              </a:tblPr>
              <a:tblGrid>
                <a:gridCol w="887692">
                  <a:extLst>
                    <a:ext uri="{9D8B030D-6E8A-4147-A177-3AD203B41FA5}">
                      <a16:colId xmlns:a16="http://schemas.microsoft.com/office/drawing/2014/main" val="1621304122"/>
                    </a:ext>
                  </a:extLst>
                </a:gridCol>
                <a:gridCol w="887692">
                  <a:extLst>
                    <a:ext uri="{9D8B030D-6E8A-4147-A177-3AD203B41FA5}">
                      <a16:colId xmlns:a16="http://schemas.microsoft.com/office/drawing/2014/main" val="1500651333"/>
                    </a:ext>
                  </a:extLst>
                </a:gridCol>
                <a:gridCol w="887692">
                  <a:extLst>
                    <a:ext uri="{9D8B030D-6E8A-4147-A177-3AD203B41FA5}">
                      <a16:colId xmlns:a16="http://schemas.microsoft.com/office/drawing/2014/main" val="271535175"/>
                    </a:ext>
                  </a:extLst>
                </a:gridCol>
                <a:gridCol w="887692">
                  <a:extLst>
                    <a:ext uri="{9D8B030D-6E8A-4147-A177-3AD203B41FA5}">
                      <a16:colId xmlns:a16="http://schemas.microsoft.com/office/drawing/2014/main" val="4092535708"/>
                    </a:ext>
                  </a:extLst>
                </a:gridCol>
                <a:gridCol w="887692">
                  <a:extLst>
                    <a:ext uri="{9D8B030D-6E8A-4147-A177-3AD203B41FA5}">
                      <a16:colId xmlns:a16="http://schemas.microsoft.com/office/drawing/2014/main" val="1580275335"/>
                    </a:ext>
                  </a:extLst>
                </a:gridCol>
                <a:gridCol w="887692">
                  <a:extLst>
                    <a:ext uri="{9D8B030D-6E8A-4147-A177-3AD203B41FA5}">
                      <a16:colId xmlns:a16="http://schemas.microsoft.com/office/drawing/2014/main" val="2619901571"/>
                    </a:ext>
                  </a:extLst>
                </a:gridCol>
                <a:gridCol w="887692">
                  <a:extLst>
                    <a:ext uri="{9D8B030D-6E8A-4147-A177-3AD203B41FA5}">
                      <a16:colId xmlns:a16="http://schemas.microsoft.com/office/drawing/2014/main" val="1011705878"/>
                    </a:ext>
                  </a:extLst>
                </a:gridCol>
                <a:gridCol w="887692">
                  <a:extLst>
                    <a:ext uri="{9D8B030D-6E8A-4147-A177-3AD203B41FA5}">
                      <a16:colId xmlns:a16="http://schemas.microsoft.com/office/drawing/2014/main" val="3833070021"/>
                    </a:ext>
                  </a:extLst>
                </a:gridCol>
                <a:gridCol w="887692">
                  <a:extLst>
                    <a:ext uri="{9D8B030D-6E8A-4147-A177-3AD203B41FA5}">
                      <a16:colId xmlns:a16="http://schemas.microsoft.com/office/drawing/2014/main" val="3707332912"/>
                    </a:ext>
                  </a:extLst>
                </a:gridCol>
                <a:gridCol w="887692">
                  <a:extLst>
                    <a:ext uri="{9D8B030D-6E8A-4147-A177-3AD203B41FA5}">
                      <a16:colId xmlns:a16="http://schemas.microsoft.com/office/drawing/2014/main" val="1228442801"/>
                    </a:ext>
                  </a:extLst>
                </a:gridCol>
                <a:gridCol w="887692">
                  <a:extLst>
                    <a:ext uri="{9D8B030D-6E8A-4147-A177-3AD203B41FA5}">
                      <a16:colId xmlns:a16="http://schemas.microsoft.com/office/drawing/2014/main" val="728420404"/>
                    </a:ext>
                  </a:extLst>
                </a:gridCol>
              </a:tblGrid>
              <a:tr h="370840">
                <a:tc>
                  <a:txBody>
                    <a:bodyPr/>
                    <a:lstStyle/>
                    <a:p>
                      <a:pPr algn="ctr"/>
                      <a:r>
                        <a:rPr lang="en-GB" noProof="0">
                          <a:solidFill>
                            <a:srgbClr val="FFFFFF"/>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8A35"/>
                    </a:solidFill>
                  </a:tcPr>
                </a:tc>
                <a:tc>
                  <a:txBody>
                    <a:bodyPr/>
                    <a:lstStyle/>
                    <a:p>
                      <a:pPr algn="ctr"/>
                      <a:r>
                        <a:rPr lang="en-GB" noProof="0">
                          <a:solidFill>
                            <a:srgbClr val="FFFFFF"/>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8A35"/>
                    </a:solidFill>
                  </a:tcPr>
                </a:tc>
                <a:tc>
                  <a:txBody>
                    <a:bodyPr/>
                    <a:lstStyle/>
                    <a:p>
                      <a:pPr algn="ctr"/>
                      <a:r>
                        <a:rPr lang="en-GB" noProof="0">
                          <a:solidFill>
                            <a:srgbClr val="FFFFFF"/>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5AA6E"/>
                    </a:solidFill>
                  </a:tcPr>
                </a:tc>
                <a:tc>
                  <a:txBody>
                    <a:bodyPr/>
                    <a:lstStyle/>
                    <a:p>
                      <a:pPr algn="ctr"/>
                      <a:r>
                        <a:rPr lang="en-GB" noProof="0">
                          <a:solidFill>
                            <a:srgbClr val="FFFFFF"/>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5AA6E"/>
                    </a:solidFill>
                  </a:tcPr>
                </a:tc>
                <a:extLst>
                  <a:ext uri="{0D108BD9-81ED-4DB2-BD59-A6C34878D82A}">
                    <a16:rowId xmlns:a16="http://schemas.microsoft.com/office/drawing/2014/main" val="2399525445"/>
                  </a:ext>
                </a:extLst>
              </a:tr>
            </a:tbl>
          </a:graphicData>
        </a:graphic>
      </p:graphicFrame>
      <p:sp>
        <p:nvSpPr>
          <p:cNvPr id="19" name="Rectangle: Top Corners Rounded 2">
            <a:extLst>
              <a:ext uri="{FF2B5EF4-FFF2-40B4-BE49-F238E27FC236}">
                <a16:creationId xmlns:a16="http://schemas.microsoft.com/office/drawing/2014/main" id="{01BE7620-73F4-F813-4880-4E402F86D38E}"/>
              </a:ext>
            </a:extLst>
          </p:cNvPr>
          <p:cNvSpPr/>
          <p:nvPr/>
        </p:nvSpPr>
        <p:spPr bwMode="auto">
          <a:xfrm>
            <a:off x="251995" y="988196"/>
            <a:ext cx="11684321" cy="252413"/>
          </a:xfrm>
          <a:prstGeom prst="round2Same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Calibri" panose="020F0502020204030204" pitchFamily="34" charset="0"/>
            </a:endParaRPr>
          </a:p>
        </p:txBody>
      </p:sp>
      <p:sp>
        <p:nvSpPr>
          <p:cNvPr id="4" name="Text Placeholder 3">
            <a:extLst>
              <a:ext uri="{FF2B5EF4-FFF2-40B4-BE49-F238E27FC236}">
                <a16:creationId xmlns:a16="http://schemas.microsoft.com/office/drawing/2014/main" id="{AF18DF13-5AD3-88BB-D57F-1220B4E6794D}"/>
              </a:ext>
            </a:extLst>
          </p:cNvPr>
          <p:cNvSpPr>
            <a:spLocks noGrp="1"/>
          </p:cNvSpPr>
          <p:nvPr>
            <p:ph type="body" sz="quarter" idx="11"/>
          </p:nvPr>
        </p:nvSpPr>
        <p:spPr/>
        <p:txBody>
          <a:bodyPr/>
          <a:lstStyle/>
          <a:p>
            <a:fld id="{CEB9653E-F2B9-42DD-9F83-20048B6AB3C6}" type="slidenum">
              <a:rPr lang="en-US" smtClean="0"/>
              <a:t>5</a:t>
            </a:fld>
            <a:endParaRPr lang="en-US"/>
          </a:p>
        </p:txBody>
      </p:sp>
      <p:sp>
        <p:nvSpPr>
          <p:cNvPr id="3" name="Rectangle 2">
            <a:extLst>
              <a:ext uri="{FF2B5EF4-FFF2-40B4-BE49-F238E27FC236}">
                <a16:creationId xmlns:a16="http://schemas.microsoft.com/office/drawing/2014/main" id="{1726384C-F4AD-553C-0646-B689CD8D756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13B43D4-108E-316A-4283-51AF4DCE5AA0}"/>
              </a:ext>
            </a:extLst>
          </p:cNvPr>
          <p:cNvSpPr txBox="1"/>
          <p:nvPr/>
        </p:nvSpPr>
        <p:spPr>
          <a:xfrm>
            <a:off x="6096000" y="244463"/>
            <a:ext cx="590006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آلية احتساب مؤشر </a:t>
            </a:r>
            <a:r>
              <a:rPr kumimoji="0" lang="ar-AE" sz="2800" b="0" i="0" u="none" strike="noStrike" kern="1200" cap="none" spc="0" normalizeH="0" baseline="0" noProof="0" dirty="0">
                <a:ln>
                  <a:noFill/>
                </a:ln>
                <a:solidFill>
                  <a:srgbClr val="B68A35"/>
                </a:solidFill>
                <a:effectLst/>
                <a:uLnTx/>
                <a:uFillTx/>
                <a:latin typeface="Arial"/>
                <a:ea typeface="+mn-ea"/>
                <a:cs typeface="+mn-cs"/>
              </a:rPr>
              <a:t>صافي نقاط </a:t>
            </a:r>
            <a:r>
              <a:rPr kumimoji="0" lang="ar-EG" sz="2800" b="0" u="none" strike="noStrike" kern="1200" cap="none" spc="0" normalizeH="0" baseline="0" noProof="0" dirty="0">
                <a:ln>
                  <a:noFill/>
                </a:ln>
                <a:solidFill>
                  <a:srgbClr val="B68A35"/>
                </a:solidFill>
                <a:effectLst/>
                <a:uLnTx/>
                <a:uFillTx/>
                <a:latin typeface="Arial"/>
                <a:ea typeface="+mn-ea"/>
                <a:cs typeface="+mn-cs"/>
              </a:rPr>
              <a:t>التوصية</a:t>
            </a:r>
            <a:r>
              <a:rPr kumimoji="0" lang="ar-EG" sz="2800" b="0" i="0" u="none" strike="noStrike" kern="1200" cap="none" spc="0" normalizeH="0" baseline="0" noProof="0" dirty="0">
                <a:ln>
                  <a:noFill/>
                </a:ln>
                <a:solidFill>
                  <a:srgbClr val="B68A35"/>
                </a:solidFill>
                <a:effectLst/>
                <a:uLnTx/>
                <a:uFillTx/>
                <a:latin typeface="Arial"/>
                <a:ea typeface="+mn-ea"/>
                <a:cs typeface="+mn-cs"/>
              </a:rPr>
              <a:t> </a:t>
            </a:r>
          </a:p>
        </p:txBody>
      </p:sp>
      <p:pic>
        <p:nvPicPr>
          <p:cNvPr id="2" name="Picture 1" descr="A gold eagle with a green circle and a red circle with white text&#10;&#10;AI-generated content may be incorrect.">
            <a:extLst>
              <a:ext uri="{FF2B5EF4-FFF2-40B4-BE49-F238E27FC236}">
                <a16:creationId xmlns:a16="http://schemas.microsoft.com/office/drawing/2014/main" id="{CB40B099-CB21-4F6D-AD72-FE1DE86D3ED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7" name="Rectangle 1">
            <a:extLst>
              <a:ext uri="{FF2B5EF4-FFF2-40B4-BE49-F238E27FC236}">
                <a16:creationId xmlns:a16="http://schemas.microsoft.com/office/drawing/2014/main" id="{32B75958-8262-3092-5F31-62075329ECBE}"/>
              </a:ext>
            </a:extLst>
          </p:cNvPr>
          <p:cNvSpPr>
            <a:spLocks noChangeArrowheads="1"/>
          </p:cNvSpPr>
          <p:nvPr/>
        </p:nvSpPr>
        <p:spPr bwMode="auto">
          <a:xfrm>
            <a:off x="1211662" y="1558521"/>
            <a:ext cx="976867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يشير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إلى </a:t>
            </a:r>
            <a:r>
              <a:rPr kumimoji="0" lang="ar-SA"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مؤشر صافي </a:t>
            </a:r>
            <a:r>
              <a:rPr kumimoji="0" lang="ar-AE"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نقاط التوصية</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وهو مقياس شائع يُستخدم في برامج تجربة المتعاملين. يقيس مؤشر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ولاء المتعاملين من خلال تقييم احتمالية قيامهم </a:t>
            </a:r>
            <a:r>
              <a:rPr kumimoji="0" lang="ar-SA" altLang="en-US" sz="1600" b="1" i="0" u="sng"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بالتوصية</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ar-AE"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بخدمة أو بمؤسسة أو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بنشاط تجاري معين</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يتم قياس مؤشر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من خلال سؤال واحد، ويُعبَّر عنه برقم </a:t>
            </a:r>
            <a:r>
              <a:rPr kumimoji="0" lang="ar-SA"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يتراوح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بين -100 و +100، حيث إن الحصول على </a:t>
            </a:r>
            <a:r>
              <a:rPr kumimoji="0" lang="ar-SA" altLang="en-US" sz="2000" b="1" i="0" u="sng" strike="noStrike" kern="1200" cap="none" spc="0" normalizeH="0" baseline="0" noProof="0">
                <a:ln>
                  <a:noFill/>
                </a:ln>
                <a:solidFill>
                  <a:srgbClr val="AC883C"/>
                </a:solidFill>
                <a:effectLst/>
                <a:uLnTx/>
                <a:uFillTx/>
                <a:latin typeface="Arial" panose="020B0604020202020204" pitchFamily="34" charset="0"/>
                <a:ea typeface="+mn-ea"/>
                <a:cs typeface="Arial" panose="020B0604020202020204" pitchFamily="34" charset="0"/>
              </a:rPr>
              <a:t>درجة أعلى يُعتبر أمرًا مرغوبًا</a:t>
            </a:r>
            <a:r>
              <a:rPr kumimoji="0" lang="en-US" altLang="en-US" sz="2000" b="1" i="0" u="sng" strike="noStrike" kern="1200" cap="none" spc="0" normalizeH="0" baseline="0" noProof="0">
                <a:ln>
                  <a:noFill/>
                </a:ln>
                <a:solidFill>
                  <a:srgbClr val="AC883C"/>
                </a:solidFill>
                <a:effectLst/>
                <a:uLnTx/>
                <a:uFillTx/>
                <a:latin typeface="Arial" panose="020B0604020202020204" pitchFamily="34" charset="0"/>
                <a:ea typeface="+mn-ea"/>
                <a:cs typeface="Arial" panose="020B0604020202020204" pitchFamily="34" charset="0"/>
              </a:rPr>
              <a:t>.</a:t>
            </a:r>
            <a:endParaRPr kumimoji="0" lang="en-US" altLang="en-US" sz="1600" b="1" i="0" u="sng" strike="noStrike" kern="1200" cap="none" spc="0" normalizeH="0" baseline="0" noProof="0">
              <a:ln>
                <a:noFill/>
              </a:ln>
              <a:solidFill>
                <a:srgbClr val="AC883C"/>
              </a:solidFill>
              <a:effectLst/>
              <a:uLnTx/>
              <a:uFillTx/>
              <a:latin typeface="Arial" panose="020B0604020202020204" pitchFamily="34" charset="0"/>
              <a:ea typeface="+mn-ea"/>
              <a:cs typeface="+mn-cs"/>
            </a:endParaRPr>
          </a:p>
        </p:txBody>
      </p:sp>
      <p:sp>
        <p:nvSpPr>
          <p:cNvPr id="24" name="Rectangle: Rounded Corners 22">
            <a:extLst>
              <a:ext uri="{FF2B5EF4-FFF2-40B4-BE49-F238E27FC236}">
                <a16:creationId xmlns:a16="http://schemas.microsoft.com/office/drawing/2014/main" id="{4C9BEF82-346B-1D54-9EB0-435B4EA1594D}"/>
              </a:ext>
            </a:extLst>
          </p:cNvPr>
          <p:cNvSpPr/>
          <p:nvPr/>
        </p:nvSpPr>
        <p:spPr>
          <a:xfrm>
            <a:off x="1211662" y="3093451"/>
            <a:ext cx="9768677" cy="923330"/>
          </a:xfrm>
          <a:prstGeom prst="roundRect">
            <a:avLst>
              <a:gd name="adj" fmla="val 11443"/>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40433454-86B9-F5E8-1CD1-B0F3D39711D0}"/>
              </a:ext>
            </a:extLst>
          </p:cNvPr>
          <p:cNvSpPr txBox="1"/>
          <p:nvPr/>
        </p:nvSpPr>
        <p:spPr>
          <a:xfrm>
            <a:off x="1765300" y="3219618"/>
            <a:ext cx="9215038"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prstClr val="black"/>
                </a:solidFill>
                <a:effectLst/>
                <a:uLnTx/>
                <a:uFillTx/>
                <a:latin typeface="Arial"/>
                <a:ea typeface="+mn-ea"/>
                <a:cs typeface="+mn-cs"/>
              </a:rPr>
              <a:t>سؤال مؤشر </a:t>
            </a:r>
            <a:r>
              <a:rPr kumimoji="0" lang="en-GB" sz="1600" b="1" i="0" u="none" strike="noStrike" kern="1200" cap="none" spc="0" normalizeH="0" baseline="0" noProof="0">
                <a:ln>
                  <a:noFill/>
                </a:ln>
                <a:solidFill>
                  <a:prstClr val="black"/>
                </a:solidFill>
                <a:effectLst/>
                <a:uLnTx/>
                <a:uFillTx/>
                <a:latin typeface="Arial"/>
                <a:ea typeface="+mn-ea"/>
                <a:cs typeface="+mn-cs"/>
              </a:rPr>
              <a:t>NPS</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400" b="1" i="0" u="none" strike="noStrike" kern="1200" cap="none" spc="0" normalizeH="0" baseline="0" noProof="0">
              <a:ln>
                <a:noFill/>
              </a:ln>
              <a:solidFill>
                <a:prstClr val="black"/>
              </a:solidFill>
              <a:effectLst/>
              <a:uLnTx/>
              <a:uFillTx/>
              <a:latin typeface="Arial"/>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600" b="0" i="0" u="none" strike="noStrike" kern="1200" cap="none" spc="0" normalizeH="0" baseline="0" noProof="0">
                <a:ln>
                  <a:noFill/>
                </a:ln>
                <a:solidFill>
                  <a:prstClr val="black"/>
                </a:solidFill>
                <a:effectLst/>
                <a:uLnTx/>
                <a:uFillTx/>
                <a:latin typeface="Arial"/>
                <a:ea typeface="+mn-ea"/>
                <a:cs typeface="+mn-cs"/>
              </a:rPr>
              <a:t>بناءً على تجربتك الأخيرة مع وزارة الصحة ووقاية المجتمع، ما مدى احتمالية أن توصي بخدماتهم لأفراد عائلتك أو أصدقائك أو زملائك؟ </a:t>
            </a:r>
          </a:p>
        </p:txBody>
      </p:sp>
      <p:sp>
        <p:nvSpPr>
          <p:cNvPr id="31" name="Rectangle: Rounded Corners 22">
            <a:extLst>
              <a:ext uri="{FF2B5EF4-FFF2-40B4-BE49-F238E27FC236}">
                <a16:creationId xmlns:a16="http://schemas.microsoft.com/office/drawing/2014/main" id="{06B5864D-AAF0-3976-0E38-B315F0187414}"/>
              </a:ext>
            </a:extLst>
          </p:cNvPr>
          <p:cNvSpPr/>
          <p:nvPr/>
        </p:nvSpPr>
        <p:spPr>
          <a:xfrm>
            <a:off x="3460589" y="5159502"/>
            <a:ext cx="1700934"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396000" tIns="108000" rIns="72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لا يوصي بالخدمة</a:t>
            </a:r>
          </a:p>
        </p:txBody>
      </p:sp>
      <p:sp>
        <p:nvSpPr>
          <p:cNvPr id="33" name="Right Brace 32">
            <a:extLst>
              <a:ext uri="{FF2B5EF4-FFF2-40B4-BE49-F238E27FC236}">
                <a16:creationId xmlns:a16="http://schemas.microsoft.com/office/drawing/2014/main" id="{9EFDE375-59AA-E4B9-1360-06D3BBC8CD61}"/>
              </a:ext>
            </a:extLst>
          </p:cNvPr>
          <p:cNvSpPr/>
          <p:nvPr/>
        </p:nvSpPr>
        <p:spPr>
          <a:xfrm rot="5400000">
            <a:off x="4160753" y="1790526"/>
            <a:ext cx="300606" cy="6198788"/>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4" name="Right Brace 33">
            <a:extLst>
              <a:ext uri="{FF2B5EF4-FFF2-40B4-BE49-F238E27FC236}">
                <a16:creationId xmlns:a16="http://schemas.microsoft.com/office/drawing/2014/main" id="{A85AE9CB-65D3-0D7A-EF56-C5698411444B}"/>
              </a:ext>
            </a:extLst>
          </p:cNvPr>
          <p:cNvSpPr/>
          <p:nvPr/>
        </p:nvSpPr>
        <p:spPr>
          <a:xfrm rot="5400000">
            <a:off x="8191306" y="4056816"/>
            <a:ext cx="300606" cy="1666212"/>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Right Brace 34">
            <a:extLst>
              <a:ext uri="{FF2B5EF4-FFF2-40B4-BE49-F238E27FC236}">
                <a16:creationId xmlns:a16="http://schemas.microsoft.com/office/drawing/2014/main" id="{C94FACF0-1264-EB67-D1C7-90EBE5CB5BAD}"/>
              </a:ext>
            </a:extLst>
          </p:cNvPr>
          <p:cNvSpPr/>
          <p:nvPr/>
        </p:nvSpPr>
        <p:spPr>
          <a:xfrm rot="5400000">
            <a:off x="9936341" y="4056815"/>
            <a:ext cx="300606" cy="1666212"/>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Rectangle: Rounded Corners 22">
            <a:extLst>
              <a:ext uri="{FF2B5EF4-FFF2-40B4-BE49-F238E27FC236}">
                <a16:creationId xmlns:a16="http://schemas.microsoft.com/office/drawing/2014/main" id="{5DC9324F-6085-DBFB-C43C-397DEC5F05DA}"/>
              </a:ext>
            </a:extLst>
          </p:cNvPr>
          <p:cNvSpPr/>
          <p:nvPr/>
        </p:nvSpPr>
        <p:spPr>
          <a:xfrm>
            <a:off x="7848599" y="5159502"/>
            <a:ext cx="939801"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360000" tIns="108000" rIns="90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محايد</a:t>
            </a:r>
          </a:p>
        </p:txBody>
      </p:sp>
      <p:sp>
        <p:nvSpPr>
          <p:cNvPr id="37" name="Rectangle: Rounded Corners 22">
            <a:extLst>
              <a:ext uri="{FF2B5EF4-FFF2-40B4-BE49-F238E27FC236}">
                <a16:creationId xmlns:a16="http://schemas.microsoft.com/office/drawing/2014/main" id="{467F9F1F-398E-4D79-5B9D-3C058C47973A}"/>
              </a:ext>
            </a:extLst>
          </p:cNvPr>
          <p:cNvSpPr/>
          <p:nvPr/>
        </p:nvSpPr>
        <p:spPr>
          <a:xfrm>
            <a:off x="9438077" y="5159502"/>
            <a:ext cx="1405731"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251999" tIns="108000" rIns="72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يوصي بالخدمة</a:t>
            </a:r>
          </a:p>
        </p:txBody>
      </p:sp>
      <p:sp>
        <p:nvSpPr>
          <p:cNvPr id="40" name="Rectangle: Rounded Corners 22">
            <a:extLst>
              <a:ext uri="{FF2B5EF4-FFF2-40B4-BE49-F238E27FC236}">
                <a16:creationId xmlns:a16="http://schemas.microsoft.com/office/drawing/2014/main" id="{4C2E4B40-B502-6AD2-0399-74883F87695F}"/>
              </a:ext>
            </a:extLst>
          </p:cNvPr>
          <p:cNvSpPr/>
          <p:nvPr/>
        </p:nvSpPr>
        <p:spPr>
          <a:xfrm>
            <a:off x="1211659" y="5649622"/>
            <a:ext cx="9768677" cy="474731"/>
          </a:xfrm>
          <a:prstGeom prst="roundRect">
            <a:avLst>
              <a:gd name="adj" fmla="val 11443"/>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r>
              <a:rPr kumimoji="0" lang="ar-EG" sz="2000" b="0" i="0" u="none" strike="noStrike" kern="1200" cap="none" spc="0" normalizeH="0" baseline="0" noProof="0">
                <a:ln>
                  <a:noFill/>
                </a:ln>
                <a:solidFill>
                  <a:prstClr val="black"/>
                </a:solidFill>
                <a:effectLst/>
                <a:uLnTx/>
                <a:uFillTx/>
                <a:latin typeface="Arial"/>
                <a:ea typeface="+mn-ea"/>
                <a:cs typeface="+mn-cs"/>
              </a:rPr>
              <a:t>يوصي بالخدمة - لا يوصي بالخدمة</a:t>
            </a:r>
            <a:r>
              <a:rPr kumimoji="0" lang="en-GB" sz="2000" b="0" i="0" u="none" strike="noStrike" kern="1200" cap="none" spc="0" normalizeH="0" baseline="0" noProof="0">
                <a:ln>
                  <a:noFill/>
                </a:ln>
                <a:solidFill>
                  <a:prstClr val="black"/>
                </a:solidFill>
                <a:effectLst/>
                <a:uLnTx/>
                <a:uFillTx/>
                <a:latin typeface="Arial"/>
                <a:ea typeface="+mn-ea"/>
                <a:cs typeface="+mn-cs"/>
              </a:rPr>
              <a:t> = NPS</a:t>
            </a:r>
            <a:r>
              <a:rPr kumimoji="0" lang="ar-EG" sz="2000" b="0" i="0" u="none" strike="noStrike" kern="1200" cap="none" spc="0" normalizeH="0" baseline="0" noProof="0">
                <a:ln>
                  <a:noFill/>
                </a:ln>
                <a:solidFill>
                  <a:prstClr val="black"/>
                </a:solidFill>
                <a:effectLst/>
                <a:uLnTx/>
                <a:uFillTx/>
                <a:latin typeface="Arial"/>
                <a:ea typeface="+mn-ea"/>
                <a:cs typeface="+mn-cs"/>
              </a:rPr>
              <a:t>مؤشر</a:t>
            </a:r>
          </a:p>
        </p:txBody>
      </p:sp>
    </p:spTree>
    <p:extLst>
      <p:ext uri="{BB962C8B-B14F-4D97-AF65-F5344CB8AC3E}">
        <p14:creationId xmlns:p14="http://schemas.microsoft.com/office/powerpoint/2010/main" val="2591005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28B8-B97B-0B3B-CCBC-0F6DCE150BC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6091B2D-BDEE-679C-AF2E-9EE6C0D732C5}"/>
              </a:ext>
            </a:extLst>
          </p:cNvPr>
          <p:cNvSpPr/>
          <p:nvPr/>
        </p:nvSpPr>
        <p:spPr>
          <a:xfrm>
            <a:off x="1047750" y="1496073"/>
            <a:ext cx="10302737" cy="5003292"/>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4" name="Text Placeholder 3">
            <a:extLst>
              <a:ext uri="{FF2B5EF4-FFF2-40B4-BE49-F238E27FC236}">
                <a16:creationId xmlns:a16="http://schemas.microsoft.com/office/drawing/2014/main" id="{F29B9F1A-1657-AB80-7167-C4FE60928886}"/>
              </a:ext>
            </a:extLst>
          </p:cNvPr>
          <p:cNvSpPr>
            <a:spLocks noGrp="1"/>
          </p:cNvSpPr>
          <p:nvPr>
            <p:ph type="body" sz="quarter" idx="11"/>
          </p:nvPr>
        </p:nvSpPr>
        <p:spPr/>
        <p:txBody>
          <a:bodyPr/>
          <a:lstStyle/>
          <a:p>
            <a:fld id="{CEB9653E-F2B9-42DD-9F83-20048B6AB3C6}" type="slidenum">
              <a:rPr lang="en-US" smtClean="0"/>
              <a:t>6</a:t>
            </a:fld>
            <a:endParaRPr lang="en-US"/>
          </a:p>
        </p:txBody>
      </p:sp>
      <p:sp>
        <p:nvSpPr>
          <p:cNvPr id="3" name="Rectangle 2">
            <a:extLst>
              <a:ext uri="{FF2B5EF4-FFF2-40B4-BE49-F238E27FC236}">
                <a16:creationId xmlns:a16="http://schemas.microsoft.com/office/drawing/2014/main" id="{1A082C99-DED6-13E0-8EC3-1A13F73C729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B27A5E7F-0EF1-1F5C-E95C-F331DD350F2D}"/>
              </a:ext>
            </a:extLst>
          </p:cNvPr>
          <p:cNvSpPr txBox="1"/>
          <p:nvPr/>
        </p:nvSpPr>
        <p:spPr>
          <a:xfrm>
            <a:off x="8335927" y="244463"/>
            <a:ext cx="3660138" cy="523220"/>
          </a:xfrm>
          <a:prstGeom prst="rect">
            <a:avLst/>
          </a:prstGeom>
          <a:noFill/>
        </p:spPr>
        <p:txBody>
          <a:bodyPr wrap="square" rtlCol="0">
            <a:spAutoFit/>
          </a:bodyPr>
          <a:lstStyle/>
          <a:p>
            <a:pPr algn="r"/>
            <a:r>
              <a:rPr lang="ar-EG" sz="2800">
                <a:solidFill>
                  <a:srgbClr val="B68A35"/>
                </a:solidFill>
              </a:rPr>
              <a:t>منهجية التنفيذ</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0BC0B11A-68E9-BB4D-EF21-731A6E07CD7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2" name="Group 1">
            <a:extLst>
              <a:ext uri="{FF2B5EF4-FFF2-40B4-BE49-F238E27FC236}">
                <a16:creationId xmlns:a16="http://schemas.microsoft.com/office/drawing/2014/main" id="{AFECFAB2-7CC3-CF97-2E1B-577DA2B0E31D}"/>
              </a:ext>
            </a:extLst>
          </p:cNvPr>
          <p:cNvGrpSpPr/>
          <p:nvPr/>
        </p:nvGrpSpPr>
        <p:grpSpPr>
          <a:xfrm>
            <a:off x="1447800" y="1828800"/>
            <a:ext cx="9696450" cy="4246491"/>
            <a:chOff x="2022763" y="2383994"/>
            <a:chExt cx="8146473" cy="3691296"/>
          </a:xfrm>
        </p:grpSpPr>
        <p:grpSp>
          <p:nvGrpSpPr>
            <p:cNvPr id="39" name="Group 38">
              <a:extLst>
                <a:ext uri="{FF2B5EF4-FFF2-40B4-BE49-F238E27FC236}">
                  <a16:creationId xmlns:a16="http://schemas.microsoft.com/office/drawing/2014/main" id="{2152FA88-7899-64E0-0CD8-17DD3900A060}"/>
                </a:ext>
              </a:extLst>
            </p:cNvPr>
            <p:cNvGrpSpPr/>
            <p:nvPr/>
          </p:nvGrpSpPr>
          <p:grpSpPr>
            <a:xfrm>
              <a:off x="2022763" y="2383994"/>
              <a:ext cx="8146473" cy="3691296"/>
              <a:chOff x="2763812" y="2476748"/>
              <a:chExt cx="7362646" cy="3260603"/>
            </a:xfrm>
          </p:grpSpPr>
          <p:grpSp>
            <p:nvGrpSpPr>
              <p:cNvPr id="7" name="Group 6">
                <a:extLst>
                  <a:ext uri="{FF2B5EF4-FFF2-40B4-BE49-F238E27FC236}">
                    <a16:creationId xmlns:a16="http://schemas.microsoft.com/office/drawing/2014/main" id="{1374C64D-A1BF-A63C-509C-3CB4732608D4}"/>
                  </a:ext>
                </a:extLst>
              </p:cNvPr>
              <p:cNvGrpSpPr/>
              <p:nvPr/>
            </p:nvGrpSpPr>
            <p:grpSpPr>
              <a:xfrm>
                <a:off x="2763812" y="2476748"/>
                <a:ext cx="2678502" cy="3260603"/>
                <a:chOff x="8800748" y="3188804"/>
                <a:chExt cx="610012" cy="742582"/>
              </a:xfrm>
            </p:grpSpPr>
            <p:sp>
              <p:nvSpPr>
                <p:cNvPr id="32" name="Freeform 3">
                  <a:extLst>
                    <a:ext uri="{FF2B5EF4-FFF2-40B4-BE49-F238E27FC236}">
                      <a16:creationId xmlns:a16="http://schemas.microsoft.com/office/drawing/2014/main" id="{1EAE8528-8E6C-8D78-3F06-035E88210BBB}"/>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33" name="Freeform 4">
                  <a:extLst>
                    <a:ext uri="{FF2B5EF4-FFF2-40B4-BE49-F238E27FC236}">
                      <a16:creationId xmlns:a16="http://schemas.microsoft.com/office/drawing/2014/main" id="{C2DDEADE-0047-B827-79A7-FFFCA319557E}"/>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12" name="TextBox 49">
                <a:extLst>
                  <a:ext uri="{FF2B5EF4-FFF2-40B4-BE49-F238E27FC236}">
                    <a16:creationId xmlns:a16="http://schemas.microsoft.com/office/drawing/2014/main" id="{03CE95DB-52F4-8DEF-7EB3-2AB2EEC266B2}"/>
                  </a:ext>
                </a:extLst>
              </p:cNvPr>
              <p:cNvSpPr txBox="1"/>
              <p:nvPr/>
            </p:nvSpPr>
            <p:spPr>
              <a:xfrm>
                <a:off x="3845139" y="2747353"/>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03</a:t>
                </a:r>
              </a:p>
            </p:txBody>
          </p:sp>
          <p:grpSp>
            <p:nvGrpSpPr>
              <p:cNvPr id="14" name="Group 13">
                <a:extLst>
                  <a:ext uri="{FF2B5EF4-FFF2-40B4-BE49-F238E27FC236}">
                    <a16:creationId xmlns:a16="http://schemas.microsoft.com/office/drawing/2014/main" id="{66E28612-F0A7-FA06-C427-B03247BCE6B7}"/>
                  </a:ext>
                </a:extLst>
              </p:cNvPr>
              <p:cNvGrpSpPr/>
              <p:nvPr/>
            </p:nvGrpSpPr>
            <p:grpSpPr>
              <a:xfrm>
                <a:off x="5105883" y="2476748"/>
                <a:ext cx="2678502" cy="3260603"/>
                <a:chOff x="8800748" y="3188804"/>
                <a:chExt cx="610012" cy="742582"/>
              </a:xfrm>
            </p:grpSpPr>
            <p:sp>
              <p:nvSpPr>
                <p:cNvPr id="28" name="Freeform 6">
                  <a:extLst>
                    <a:ext uri="{FF2B5EF4-FFF2-40B4-BE49-F238E27FC236}">
                      <a16:creationId xmlns:a16="http://schemas.microsoft.com/office/drawing/2014/main" id="{CB337F88-AD48-21E4-6A1B-84853A474AA3}"/>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29" name="Freeform 7">
                  <a:extLst>
                    <a:ext uri="{FF2B5EF4-FFF2-40B4-BE49-F238E27FC236}">
                      <a16:creationId xmlns:a16="http://schemas.microsoft.com/office/drawing/2014/main" id="{693F1220-74B4-E2FC-FCCE-E6EBABE2E5C8}"/>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16" name="TextBox 50">
                <a:extLst>
                  <a:ext uri="{FF2B5EF4-FFF2-40B4-BE49-F238E27FC236}">
                    <a16:creationId xmlns:a16="http://schemas.microsoft.com/office/drawing/2014/main" id="{766D5F6F-B363-C52C-CD62-9E05CBA59ADF}"/>
                  </a:ext>
                </a:extLst>
              </p:cNvPr>
              <p:cNvSpPr txBox="1"/>
              <p:nvPr/>
            </p:nvSpPr>
            <p:spPr>
              <a:xfrm>
                <a:off x="6187211" y="2747352"/>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02</a:t>
                </a:r>
              </a:p>
            </p:txBody>
          </p:sp>
          <p:grpSp>
            <p:nvGrpSpPr>
              <p:cNvPr id="18" name="Group 17">
                <a:extLst>
                  <a:ext uri="{FF2B5EF4-FFF2-40B4-BE49-F238E27FC236}">
                    <a16:creationId xmlns:a16="http://schemas.microsoft.com/office/drawing/2014/main" id="{E8CB4715-57FB-B55F-0802-903424153898}"/>
                  </a:ext>
                </a:extLst>
              </p:cNvPr>
              <p:cNvGrpSpPr/>
              <p:nvPr/>
            </p:nvGrpSpPr>
            <p:grpSpPr>
              <a:xfrm>
                <a:off x="7447956" y="2476748"/>
                <a:ext cx="2678502" cy="3260603"/>
                <a:chOff x="8800748" y="3188804"/>
                <a:chExt cx="610012" cy="742582"/>
              </a:xfrm>
            </p:grpSpPr>
            <p:sp>
              <p:nvSpPr>
                <p:cNvPr id="24" name="Freeform 9">
                  <a:extLst>
                    <a:ext uri="{FF2B5EF4-FFF2-40B4-BE49-F238E27FC236}">
                      <a16:creationId xmlns:a16="http://schemas.microsoft.com/office/drawing/2014/main" id="{657DEC2E-DE6F-10AA-059A-14689F5E0B2C}"/>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25" name="Freeform 10">
                  <a:extLst>
                    <a:ext uri="{FF2B5EF4-FFF2-40B4-BE49-F238E27FC236}">
                      <a16:creationId xmlns:a16="http://schemas.microsoft.com/office/drawing/2014/main" id="{47DE55AD-B4A3-5343-169F-B5C0AEEB725A}"/>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20" name="TextBox 51">
                <a:extLst>
                  <a:ext uri="{FF2B5EF4-FFF2-40B4-BE49-F238E27FC236}">
                    <a16:creationId xmlns:a16="http://schemas.microsoft.com/office/drawing/2014/main" id="{54E1813C-7AE0-551B-7A67-45F3FE8F3CEC}"/>
                  </a:ext>
                </a:extLst>
              </p:cNvPr>
              <p:cNvSpPr txBox="1"/>
              <p:nvPr/>
            </p:nvSpPr>
            <p:spPr>
              <a:xfrm>
                <a:off x="8529283" y="2749132"/>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01</a:t>
                </a:r>
              </a:p>
            </p:txBody>
          </p:sp>
          <p:sp>
            <p:nvSpPr>
              <p:cNvPr id="36" name="Rectangle 35">
                <a:extLst>
                  <a:ext uri="{FF2B5EF4-FFF2-40B4-BE49-F238E27FC236}">
                    <a16:creationId xmlns:a16="http://schemas.microsoft.com/office/drawing/2014/main" id="{241C9E9C-BADE-2C72-FDD5-822F8A70B039}"/>
                  </a:ext>
                </a:extLst>
              </p:cNvPr>
              <p:cNvSpPr/>
              <p:nvPr/>
            </p:nvSpPr>
            <p:spPr>
              <a:xfrm>
                <a:off x="7985570" y="3444971"/>
                <a:ext cx="1604356" cy="1228872"/>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a:ln>
                      <a:noFill/>
                    </a:ln>
                    <a:solidFill>
                      <a:prstClr val="black"/>
                    </a:solidFill>
                    <a:effectLst/>
                    <a:uLnTx/>
                    <a:uFillTx/>
                    <a:latin typeface="Arial"/>
                    <a:ea typeface="+mn-ea"/>
                    <a:cs typeface="+mn-cs"/>
                  </a:rPr>
                  <a:t>تم الاتصال بالأفراد المعنيين بالتعامل مع ال</a:t>
                </a:r>
                <a:r>
                  <a:rPr lang="ar-AE" sz="1400">
                    <a:solidFill>
                      <a:prstClr val="black"/>
                    </a:solidFill>
                    <a:latin typeface="Arial"/>
                  </a:rPr>
                  <a:t>وزارة، </a:t>
                </a:r>
                <a:r>
                  <a:rPr lang="ar-EG" sz="1400">
                    <a:solidFill>
                      <a:prstClr val="black"/>
                    </a:solidFill>
                    <a:latin typeface="Arial"/>
                  </a:rPr>
                  <a:t>بإستخدام</a:t>
                </a:r>
                <a:r>
                  <a:rPr kumimoji="0" lang="ar-AE" sz="1400" b="0" i="0" u="none" strike="noStrike" kern="1200" cap="none" spc="0" normalizeH="0" baseline="0" noProof="0">
                    <a:ln>
                      <a:noFill/>
                    </a:ln>
                    <a:solidFill>
                      <a:prstClr val="black"/>
                    </a:solidFill>
                    <a:effectLst/>
                    <a:uLnTx/>
                    <a:uFillTx/>
                    <a:latin typeface="Arial"/>
                    <a:ea typeface="+mn-ea"/>
                    <a:cs typeface="+mn-cs"/>
                  </a:rPr>
                  <a:t> أرقام التواصل التي وفرتها الوزارة من أجل</a:t>
                </a:r>
                <a:r>
                  <a:rPr kumimoji="0" lang="ar-EG" sz="1400" b="0" i="0" u="none" strike="noStrike" kern="1200" cap="none" spc="0" normalizeH="0" baseline="0" noProof="0">
                    <a:ln>
                      <a:noFill/>
                    </a:ln>
                    <a:solidFill>
                      <a:prstClr val="black"/>
                    </a:solidFill>
                    <a:effectLst/>
                    <a:uLnTx/>
                    <a:uFillTx/>
                    <a:latin typeface="Arial"/>
                    <a:ea typeface="+mn-ea"/>
                    <a:cs typeface="+mn-cs"/>
                  </a:rPr>
                  <a:t> إ</a:t>
                </a:r>
                <a:r>
                  <a:rPr kumimoji="0" lang="ar-AE" sz="1400" b="0" i="0" u="none" strike="noStrike" kern="1200" cap="none" spc="0" normalizeH="0" baseline="0" noProof="0">
                    <a:ln>
                      <a:noFill/>
                    </a:ln>
                    <a:solidFill>
                      <a:prstClr val="black"/>
                    </a:solidFill>
                    <a:effectLst/>
                    <a:uLnTx/>
                    <a:uFillTx/>
                    <a:latin typeface="Arial"/>
                    <a:ea typeface="+mn-ea"/>
                    <a:cs typeface="+mn-cs"/>
                  </a:rPr>
                  <a:t>جراء الاستبيان، مع الأخذ بعين الاعتبار ان تكون العينة ممثلة. </a:t>
                </a:r>
                <a:endParaRPr kumimoji="0" lang="en-US" sz="1400" b="0" i="0" u="none" strike="noStrike" kern="1200" cap="none" spc="0" normalizeH="0" baseline="0" noProof="0">
                  <a:ln>
                    <a:noFill/>
                  </a:ln>
                  <a:solidFill>
                    <a:prstClr val="black"/>
                  </a:solidFill>
                  <a:effectLst/>
                  <a:uLnTx/>
                  <a:uFillTx/>
                  <a:latin typeface="Arial"/>
                  <a:ea typeface="+mn-ea"/>
                  <a:cs typeface="+mn-cs"/>
                </a:endParaRPr>
              </a:p>
              <a:p>
                <a:pPr marL="0" marR="0" lvl="0" indent="0" defTabSz="914400" eaLnBrk="1" fontAlgn="auto" latinLnBrk="0" hangingPunct="1">
                  <a:spcBef>
                    <a:spcPts val="0"/>
                  </a:spcBef>
                  <a:spcAft>
                    <a:spcPts val="0"/>
                  </a:spcAft>
                  <a:buClrTx/>
                  <a:buSzTx/>
                  <a:buFontTx/>
                  <a:buNone/>
                  <a:tabLst/>
                  <a:defRPr/>
                </a:pPr>
                <a:endParaRPr kumimoji="0" lang="ar-AE" sz="1400" b="0" i="0" u="none" strike="noStrike" kern="1200" cap="none" spc="0" normalizeH="0" baseline="0" noProof="0">
                  <a:ln>
                    <a:noFill/>
                  </a:ln>
                  <a:solidFill>
                    <a:prstClr val="black"/>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A166F757-25A4-2757-4015-494B815BC4A3}"/>
                  </a:ext>
                </a:extLst>
              </p:cNvPr>
              <p:cNvSpPr/>
              <p:nvPr/>
            </p:nvSpPr>
            <p:spPr>
              <a:xfrm>
                <a:off x="5503042" y="3444971"/>
                <a:ext cx="1814892" cy="1394297"/>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dirty="0">
                    <a:ln>
                      <a:noFill/>
                    </a:ln>
                    <a:solidFill>
                      <a:prstClr val="black"/>
                    </a:solidFill>
                    <a:effectLst/>
                    <a:uLnTx/>
                    <a:uFillTx/>
                    <a:latin typeface="Arial"/>
                    <a:ea typeface="+mn-ea"/>
                    <a:cs typeface="+mn-cs"/>
                  </a:rPr>
                  <a:t>يرمز</a:t>
                </a:r>
                <a:r>
                  <a:rPr kumimoji="0" lang="en-US" sz="1400" b="0" i="0" u="none" strike="noStrike" kern="1200" cap="none" spc="0" normalizeH="0" baseline="0" noProof="0" dirty="0">
                    <a:ln>
                      <a:noFill/>
                    </a:ln>
                    <a:solidFill>
                      <a:prstClr val="black"/>
                    </a:solidFill>
                    <a:effectLst/>
                    <a:uLnTx/>
                    <a:uFillTx/>
                    <a:latin typeface="Arial"/>
                    <a:ea typeface="+mn-ea"/>
                    <a:cs typeface="+mn-cs"/>
                  </a:rPr>
                  <a:t> CATI </a:t>
                </a:r>
                <a:r>
                  <a:rPr kumimoji="0" lang="ar-AE" sz="1400" b="0" i="0" u="none" strike="noStrike" kern="1200" cap="none" spc="0" normalizeH="0" baseline="0" noProof="0" dirty="0">
                    <a:ln>
                      <a:noFill/>
                    </a:ln>
                    <a:solidFill>
                      <a:prstClr val="black"/>
                    </a:solidFill>
                    <a:effectLst/>
                    <a:uLnTx/>
                    <a:uFillTx/>
                    <a:latin typeface="Arial"/>
                    <a:ea typeface="+mn-ea"/>
                    <a:cs typeface="+mn-cs"/>
                  </a:rPr>
                  <a:t>إلى المقابلة بمساعدة الكمبيوتر، والتي تشير إلى الطريقة التي يمكن بها استخدام الكمبيوتر فى تطوير وإدارة اللإستبيانات بدلاً من استخدام استبيان ورقي، يحمل القائمون بالمقابلات أجهزة كمبيوتر تُقرأ منها الأسئلة ويتم إدخال الردود عليها.</a:t>
                </a:r>
              </a:p>
              <a:p>
                <a:pPr marL="0" marR="0" lvl="0" indent="0" defTabSz="914400" eaLnBrk="1" fontAlgn="auto" latinLnBrk="0" hangingPunct="1">
                  <a:spcBef>
                    <a:spcPts val="0"/>
                  </a:spcBef>
                  <a:spcAft>
                    <a:spcPts val="0"/>
                  </a:spcAft>
                  <a:buClrTx/>
                  <a:buSzTx/>
                  <a:buFontTx/>
                  <a:buNone/>
                  <a:tabLst/>
                  <a:defRPr/>
                </a:pPr>
                <a:endParaRPr kumimoji="0" lang="ar-AE"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5EF7A7DE-361C-4C78-50D1-5258E06EE241}"/>
                  </a:ext>
                </a:extLst>
              </p:cNvPr>
              <p:cNvSpPr/>
              <p:nvPr/>
            </p:nvSpPr>
            <p:spPr>
              <a:xfrm>
                <a:off x="3217503" y="3444971"/>
                <a:ext cx="1604356" cy="898022"/>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a:ln>
                      <a:noFill/>
                    </a:ln>
                    <a:solidFill>
                      <a:prstClr val="black"/>
                    </a:solidFill>
                    <a:effectLst/>
                    <a:uLnTx/>
                    <a:uFillTx/>
                    <a:latin typeface="Arial"/>
                    <a:ea typeface="+mn-ea"/>
                    <a:cs typeface="+mn-cs"/>
                  </a:rPr>
                  <a:t>تمكن المنهجية الباحث المختص من إجراء المقابلة وتوضيح الأسئلة، كما يسمح البرنامج بتسجيل الإجابات بشكل آمن ويضمن حفظ البيانات.</a:t>
                </a:r>
              </a:p>
            </p:txBody>
          </p:sp>
        </p:grpSp>
        <p:pic>
          <p:nvPicPr>
            <p:cNvPr id="7170" name="Picture 2" descr="Telephone ">
              <a:extLst>
                <a:ext uri="{FF2B5EF4-FFF2-40B4-BE49-F238E27FC236}">
                  <a16:creationId xmlns:a16="http://schemas.microsoft.com/office/drawing/2014/main" id="{3BCD6E5E-F329-1609-58F3-625DE5941AE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3072" y="4980338"/>
              <a:ext cx="581716" cy="58171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Settings ">
              <a:extLst>
                <a:ext uri="{FF2B5EF4-FFF2-40B4-BE49-F238E27FC236}">
                  <a16:creationId xmlns:a16="http://schemas.microsoft.com/office/drawing/2014/main" id="{21648D6D-E341-5D54-B6C3-3F588A9E3E5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750410" y="4961440"/>
              <a:ext cx="668823" cy="668823"/>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Test ">
              <a:extLst>
                <a:ext uri="{FF2B5EF4-FFF2-40B4-BE49-F238E27FC236}">
                  <a16:creationId xmlns:a16="http://schemas.microsoft.com/office/drawing/2014/main" id="{62BC3C30-509D-9DF7-33B7-05B1B5DF6037}"/>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195464" y="4980338"/>
              <a:ext cx="649925" cy="64992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1F5E337B-DB94-0E74-F485-677651AEAB58}"/>
              </a:ext>
            </a:extLst>
          </p:cNvPr>
          <p:cNvSpPr txBox="1"/>
          <p:nvPr/>
        </p:nvSpPr>
        <p:spPr>
          <a:xfrm>
            <a:off x="1254642" y="797178"/>
            <a:ext cx="10741423"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a:ln>
                  <a:noFill/>
                </a:ln>
                <a:solidFill>
                  <a:srgbClr val="414141"/>
                </a:solidFill>
                <a:effectLst/>
                <a:uLnTx/>
                <a:uFillTx/>
                <a:latin typeface="Arial"/>
                <a:ea typeface="+mn-ea"/>
                <a:cs typeface="+mn-cs"/>
              </a:rPr>
              <a:t>دراسة مقياس سعادة المتعاملين - المقابلات الهاتفية بمساعدة الكمبيوتر </a:t>
            </a:r>
            <a:r>
              <a:rPr lang="en-US" sz="1400" b="1">
                <a:solidFill>
                  <a:srgbClr val="414141"/>
                </a:solidFill>
                <a:latin typeface="Arial"/>
              </a:rPr>
              <a:t>(</a:t>
            </a:r>
            <a:r>
              <a:rPr kumimoji="0" lang="en-GB" sz="1400" b="1" i="0" u="none" strike="noStrike" kern="1200" cap="none" spc="0" normalizeH="0" baseline="0" noProof="0">
                <a:ln>
                  <a:noFill/>
                </a:ln>
                <a:solidFill>
                  <a:srgbClr val="414141"/>
                </a:solidFill>
                <a:effectLst/>
                <a:uLnTx/>
                <a:uFillTx/>
                <a:latin typeface="Arial"/>
                <a:ea typeface="+mn-ea"/>
                <a:cs typeface="+mn-cs"/>
              </a:rPr>
              <a:t>CATI)</a:t>
            </a:r>
            <a:r>
              <a:rPr kumimoji="0" lang="ar-EG" sz="1400" b="1" i="0" u="none" strike="noStrike" kern="1200" cap="none" spc="0" normalizeH="0" baseline="0" noProof="0">
                <a:ln>
                  <a:noFill/>
                </a:ln>
                <a:solidFill>
                  <a:srgbClr val="414141"/>
                </a:solidFill>
                <a:effectLst/>
                <a:uLnTx/>
                <a:uFillTx/>
                <a:latin typeface="Arial"/>
                <a:ea typeface="+mn-ea"/>
                <a:cs typeface="+mn-cs"/>
              </a:rPr>
              <a:t> عن طريق الآتى:</a:t>
            </a:r>
            <a:endParaRPr kumimoji="0" lang="en-GB" sz="1400" b="1" i="0" u="none" strike="noStrike" kern="1200" cap="none" spc="0" normalizeH="0" baseline="0" noProof="0">
              <a:ln>
                <a:noFill/>
              </a:ln>
              <a:solidFill>
                <a:srgbClr val="414141"/>
              </a:solidFill>
              <a:effectLst/>
              <a:uLnTx/>
              <a:uFillTx/>
              <a:latin typeface="Arial"/>
              <a:ea typeface="+mn-ea"/>
              <a:cs typeface="+mn-cs"/>
            </a:endParaRPr>
          </a:p>
        </p:txBody>
      </p:sp>
    </p:spTree>
    <p:extLst>
      <p:ext uri="{BB962C8B-B14F-4D97-AF65-F5344CB8AC3E}">
        <p14:creationId xmlns:p14="http://schemas.microsoft.com/office/powerpoint/2010/main" val="2994651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2320-74FD-0DB2-5C69-5A07644FB34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E4E3167-E07F-BF8D-8D8A-01C1CE70C0F6}"/>
              </a:ext>
            </a:extLst>
          </p:cNvPr>
          <p:cNvSpPr>
            <a:spLocks noGrp="1"/>
          </p:cNvSpPr>
          <p:nvPr>
            <p:ph type="body" sz="quarter" idx="11"/>
          </p:nvPr>
        </p:nvSpPr>
        <p:spPr/>
        <p:txBody>
          <a:bodyPr/>
          <a:lstStyle/>
          <a:p>
            <a:fld id="{CEB9653E-F2B9-42DD-9F83-20048B6AB3C6}" type="slidenum">
              <a:rPr lang="en-US" smtClean="0"/>
              <a:t>7</a:t>
            </a:fld>
            <a:endParaRPr lang="en-US"/>
          </a:p>
        </p:txBody>
      </p:sp>
      <p:sp>
        <p:nvSpPr>
          <p:cNvPr id="3" name="Rectangle 2">
            <a:extLst>
              <a:ext uri="{FF2B5EF4-FFF2-40B4-BE49-F238E27FC236}">
                <a16:creationId xmlns:a16="http://schemas.microsoft.com/office/drawing/2014/main" id="{D76E4105-EDA1-D530-A2B3-C8BE5B5A333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710AE3D5-3106-197C-6E0C-675B3D0723BD}"/>
              </a:ext>
            </a:extLst>
          </p:cNvPr>
          <p:cNvSpPr txBox="1"/>
          <p:nvPr/>
        </p:nvSpPr>
        <p:spPr>
          <a:xfrm>
            <a:off x="10177897" y="244463"/>
            <a:ext cx="1818167"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srgbClr val="B68A35"/>
                </a:solidFill>
                <a:effectLst/>
                <a:uLnTx/>
                <a:uFillTx/>
                <a:latin typeface="Arial"/>
                <a:ea typeface="+mn-ea"/>
                <a:cs typeface="+mn-cs"/>
              </a:rPr>
              <a:t>نطاق الدراسة</a:t>
            </a:r>
          </a:p>
        </p:txBody>
      </p:sp>
      <p:sp>
        <p:nvSpPr>
          <p:cNvPr id="14" name="Rectangle 13">
            <a:extLst>
              <a:ext uri="{FF2B5EF4-FFF2-40B4-BE49-F238E27FC236}">
                <a16:creationId xmlns:a16="http://schemas.microsoft.com/office/drawing/2014/main" id="{C31266EB-4607-594F-06C6-6FF1344D1E12}"/>
              </a:ext>
            </a:extLst>
          </p:cNvPr>
          <p:cNvSpPr/>
          <p:nvPr/>
        </p:nvSpPr>
        <p:spPr>
          <a:xfrm>
            <a:off x="282264" y="1977919"/>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C7415165-FFC7-4AB1-2026-10DCBE55418A}"/>
              </a:ext>
            </a:extLst>
          </p:cNvPr>
          <p:cNvSpPr/>
          <p:nvPr/>
        </p:nvSpPr>
        <p:spPr>
          <a:xfrm>
            <a:off x="4258975" y="1951338"/>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FE72F79-DBBB-5860-D4A4-AA6A95B6B2AB}"/>
              </a:ext>
            </a:extLst>
          </p:cNvPr>
          <p:cNvSpPr/>
          <p:nvPr/>
        </p:nvSpPr>
        <p:spPr>
          <a:xfrm>
            <a:off x="8235686" y="1951338"/>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83DE8984-6F17-0D59-634E-34A592D21488}"/>
              </a:ext>
            </a:extLst>
          </p:cNvPr>
          <p:cNvSpPr txBox="1"/>
          <p:nvPr/>
        </p:nvSpPr>
        <p:spPr>
          <a:xfrm>
            <a:off x="8235686" y="2801025"/>
            <a:ext cx="3674050" cy="317009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Tx/>
              <a:buNone/>
              <a:tabLst/>
              <a:defRPr/>
            </a:pPr>
            <a:r>
              <a:rPr kumimoji="0" lang="ar-EG" sz="2400" b="1" i="0" u="none" strike="noStrike" kern="1200" cap="none" spc="0" normalizeH="0" baseline="0" noProof="0">
                <a:ln>
                  <a:noFill/>
                </a:ln>
                <a:solidFill>
                  <a:srgbClr val="B68A35"/>
                </a:solidFill>
                <a:effectLst/>
                <a:uLnTx/>
                <a:uFillTx/>
                <a:latin typeface="Arial"/>
                <a:ea typeface="+mn-ea"/>
                <a:cs typeface="+mn-cs"/>
                <a:sym typeface="Arial"/>
              </a:rPr>
              <a:t>خلفية الدراسة</a:t>
            </a:r>
            <a:endParaRPr kumimoji="0" lang="ar-SA" sz="2400" b="1" i="0" u="none" strike="noStrike" kern="1200" cap="none" spc="0" normalizeH="0" baseline="0" noProof="0">
              <a:ln>
                <a:noFill/>
              </a:ln>
              <a:solidFill>
                <a:srgbClr val="B68A35"/>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a:ln>
                  <a:noFill/>
                </a:ln>
                <a:solidFill>
                  <a:srgbClr val="414141"/>
                </a:solidFill>
                <a:effectLst/>
                <a:uLnTx/>
                <a:uFillTx/>
                <a:latin typeface="Arial"/>
                <a:ea typeface="+mn-ea"/>
                <a:cs typeface="+mn-cs"/>
                <a:sym typeface="Arial"/>
              </a:rPr>
              <a:t>ترغب وزارة الصحة ووقاية المجتمع ف</a:t>
            </a:r>
            <a:r>
              <a:rPr lang="ar-EG">
                <a:solidFill>
                  <a:srgbClr val="414141"/>
                </a:solidFill>
                <a:latin typeface="Arial"/>
                <a:sym typeface="Arial"/>
              </a:rPr>
              <a:t>ى</a:t>
            </a:r>
            <a:r>
              <a:rPr kumimoji="0" lang="ar-SA" b="0" i="0" u="none" strike="noStrike" kern="1200" cap="none" spc="0" normalizeH="0" baseline="0" noProof="0">
                <a:ln>
                  <a:noFill/>
                </a:ln>
                <a:solidFill>
                  <a:srgbClr val="414141"/>
                </a:solidFill>
                <a:effectLst/>
                <a:uLnTx/>
                <a:uFillTx/>
                <a:latin typeface="Arial"/>
                <a:ea typeface="+mn-ea"/>
                <a:cs typeface="+mn-cs"/>
                <a:sym typeface="Arial"/>
              </a:rPr>
              <a:t> جمع بيانات دقيقة لتقييم تجربة ال</a:t>
            </a:r>
            <a:r>
              <a:rPr kumimoji="0" lang="ar-AE" b="0" i="0" u="none" strike="noStrike" kern="1200" cap="none" spc="0" normalizeH="0" baseline="0" noProof="0">
                <a:ln>
                  <a:noFill/>
                </a:ln>
                <a:solidFill>
                  <a:srgbClr val="414141"/>
                </a:solidFill>
                <a:effectLst/>
                <a:uLnTx/>
                <a:uFillTx/>
                <a:latin typeface="Arial"/>
                <a:ea typeface="+mn-ea"/>
                <a:cs typeface="+mn-cs"/>
                <a:sym typeface="Arial"/>
              </a:rPr>
              <a:t>متعاملين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وفهم احتياجاتهم، بهدف تحسين الخدمات وتعزيز الأداء.</a:t>
            </a:r>
            <a:endParaRPr kumimoji="0" lang="en-GB" b="0" i="0" u="none" strike="noStrike" kern="1200" cap="none" spc="0" normalizeH="0" baseline="0" noProof="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a:ln>
                  <a:noFill/>
                </a:ln>
                <a:solidFill>
                  <a:srgbClr val="414141"/>
                </a:solidFill>
                <a:effectLst/>
                <a:uLnTx/>
                <a:uFillTx/>
                <a:latin typeface="Arial"/>
                <a:ea typeface="+mn-ea"/>
                <a:cs typeface="+mn-cs"/>
                <a:sym typeface="Arial"/>
              </a:rPr>
              <a:t> يشمل ذلك تحديد نقاط القوة </a:t>
            </a:r>
            <a:r>
              <a:rPr kumimoji="0" lang="ar-EG" b="0" i="0" u="none" strike="noStrike" kern="1200" cap="none" spc="0" normalizeH="0" baseline="0" noProof="0">
                <a:ln>
                  <a:noFill/>
                </a:ln>
                <a:solidFill>
                  <a:srgbClr val="414141"/>
                </a:solidFill>
                <a:effectLst/>
                <a:uLnTx/>
                <a:uFillTx/>
                <a:latin typeface="Arial"/>
                <a:ea typeface="+mn-ea"/>
                <a:cs typeface="+mn-cs"/>
                <a:sym typeface="Arial"/>
              </a:rPr>
              <a:t>ونقاط التحسين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وضمان التزام الموظفين بالمعايير، ما يسهم في رفع التنافسية وتقديم توصيات لتطوير مستمر يعزز رضا ال</a:t>
            </a:r>
            <a:r>
              <a:rPr kumimoji="0" lang="ar-AE" b="0" i="0" u="none" strike="noStrike" kern="1200" cap="none" spc="0" normalizeH="0" baseline="0" noProof="0">
                <a:ln>
                  <a:noFill/>
                </a:ln>
                <a:solidFill>
                  <a:srgbClr val="414141"/>
                </a:solidFill>
                <a:effectLst/>
                <a:uLnTx/>
                <a:uFillTx/>
                <a:latin typeface="Arial"/>
                <a:ea typeface="+mn-ea"/>
                <a:cs typeface="+mn-cs"/>
                <a:sym typeface="Arial"/>
              </a:rPr>
              <a:t>متعاملين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وولائهم.</a:t>
            </a:r>
            <a:endParaRPr kumimoji="0" lang="en-US" sz="1600" b="0" i="0" u="none" strike="noStrike" kern="0" cap="none" spc="0" normalizeH="0" baseline="0" noProof="0">
              <a:ln>
                <a:noFill/>
              </a:ln>
              <a:solidFill>
                <a:prstClr val="black"/>
              </a:solidFill>
              <a:effectLst/>
              <a:uLnTx/>
              <a:uFillTx/>
              <a:latin typeface="Arial"/>
              <a:ea typeface="+mn-ea"/>
              <a:cs typeface="Arial" panose="020B0604020202020204" pitchFamily="34" charset="0"/>
              <a:sym typeface="Arial"/>
            </a:endParaRPr>
          </a:p>
        </p:txBody>
      </p:sp>
      <p:sp>
        <p:nvSpPr>
          <p:cNvPr id="18" name="TextBox 17">
            <a:extLst>
              <a:ext uri="{FF2B5EF4-FFF2-40B4-BE49-F238E27FC236}">
                <a16:creationId xmlns:a16="http://schemas.microsoft.com/office/drawing/2014/main" id="{201F02C0-4DCC-D372-8B4F-84A40FB205C6}"/>
              </a:ext>
            </a:extLst>
          </p:cNvPr>
          <p:cNvSpPr txBox="1"/>
          <p:nvPr/>
        </p:nvSpPr>
        <p:spPr>
          <a:xfrm>
            <a:off x="4258975" y="2497705"/>
            <a:ext cx="3674050" cy="353943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2400" b="1" i="0" u="none" strike="noStrike" kern="1200" cap="none" spc="0" normalizeH="0" baseline="0" noProof="0" dirty="0">
                <a:ln>
                  <a:noFill/>
                </a:ln>
                <a:solidFill>
                  <a:srgbClr val="B68A35"/>
                </a:solidFill>
                <a:effectLst/>
                <a:uLnTx/>
                <a:uFillTx/>
                <a:latin typeface="Arial"/>
                <a:ea typeface="+mn-ea"/>
                <a:cs typeface="+mn-cs"/>
                <a:sym typeface="Arial"/>
              </a:rPr>
              <a:t>منهجية الدراسة</a:t>
            </a:r>
            <a:br>
              <a:rPr kumimoji="0" lang="ar-EG"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rPr>
            </a:br>
            <a:endParaRPr kumimoji="0" lang="ar-SA"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جمع وتدوين البيانات باستخدام ال</a:t>
            </a:r>
            <a:r>
              <a:rPr lang="ar-EG" dirty="0">
                <a:solidFill>
                  <a:srgbClr val="414141"/>
                </a:solidFill>
                <a:latin typeface="Arial"/>
                <a:sym typeface="Arial"/>
              </a:rPr>
              <a:t>كمبيوتر</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 من خلال مقابلات هاتفية </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مع متعام</a:t>
            </a:r>
            <a:r>
              <a:rPr kumimoji="0" lang="ar-EG" b="0" i="0" u="none" strike="noStrike" kern="1200" cap="none" spc="0" normalizeH="0" baseline="0" noProof="0" dirty="0">
                <a:ln>
                  <a:noFill/>
                </a:ln>
                <a:solidFill>
                  <a:srgbClr val="414141"/>
                </a:solidFill>
                <a:effectLst/>
                <a:uLnTx/>
                <a:uFillTx/>
                <a:latin typeface="Arial"/>
                <a:ea typeface="+mn-ea"/>
                <a:cs typeface="+mn-cs"/>
                <a:sym typeface="Arial"/>
              </a:rPr>
              <a:t>ل</a:t>
            </a:r>
            <a:r>
              <a:rPr lang="ar-AE" dirty="0">
                <a:solidFill>
                  <a:srgbClr val="414141"/>
                </a:solidFill>
                <a:latin typeface="Arial"/>
                <a:sym typeface="Arial"/>
              </a:rPr>
              <a:t>ي</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 الوزارة الذين تواصلوا عبر أي من القنوات المختلفة (مركز خدمة المتعاملين، مركز الاتصال، الموقع الإلكتروني، التطبيق الذكي، البريد الإلكترون</a:t>
            </a:r>
            <a:r>
              <a:rPr lang="ar-AE" dirty="0">
                <a:solidFill>
                  <a:srgbClr val="414141"/>
                </a:solidFill>
                <a:latin typeface="Arial"/>
                <a:sym typeface="Arial"/>
              </a:rPr>
              <a:t>ي</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a:t>
            </a:r>
            <a:endParaRPr kumimoji="0" lang="ar-AE" b="0" i="0" u="none" strike="noStrike" kern="1200" cap="none" spc="0" normalizeH="0" baseline="0" noProof="0" dirty="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AE" b="0" i="0" u="none" strike="noStrike" kern="1200" cap="none" spc="0" normalizeH="0" baseline="0" noProof="0" dirty="0">
              <a:ln>
                <a:noFill/>
              </a:ln>
              <a:solidFill>
                <a:srgbClr val="414141"/>
              </a:solidFill>
              <a:effectLst/>
              <a:uLnTx/>
              <a:uFillTx/>
              <a:latin typeface="Arial"/>
              <a:ea typeface="+mn-ea"/>
              <a:cs typeface="+mn-cs"/>
              <a:sym typeface="Arial"/>
            </a:endParaRPr>
          </a:p>
          <a:p>
            <a:pPr lvl="0" algn="ctr">
              <a:buClr>
                <a:srgbClr val="000000"/>
              </a:buClr>
              <a:defRPr/>
            </a:pPr>
            <a:r>
              <a:rPr lang="ar-AE" dirty="0">
                <a:solidFill>
                  <a:prstClr val="white">
                    <a:lumMod val="50000"/>
                  </a:prstClr>
                </a:solidFill>
                <a:sym typeface="Arial"/>
              </a:rPr>
              <a:t>متوسط مدة المكالمة</a:t>
            </a:r>
          </a:p>
          <a:p>
            <a:pPr lvl="0" algn="ctr">
              <a:buClr>
                <a:srgbClr val="000000"/>
              </a:buClr>
              <a:defRPr/>
            </a:pPr>
            <a:r>
              <a:rPr lang="ar-AE" sz="2400" b="1" dirty="0">
                <a:solidFill>
                  <a:srgbClr val="B68A35"/>
                </a:solidFill>
                <a:sym typeface="Arial"/>
              </a:rPr>
              <a:t>8 دقائق</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dirty="0">
              <a:ln>
                <a:noFill/>
              </a:ln>
              <a:solidFill>
                <a:srgbClr val="414141"/>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E67804B3-9C78-F190-7C74-77EF1D8FC3B3}"/>
              </a:ext>
            </a:extLst>
          </p:cNvPr>
          <p:cNvSpPr txBox="1"/>
          <p:nvPr/>
        </p:nvSpPr>
        <p:spPr>
          <a:xfrm>
            <a:off x="282264" y="2801025"/>
            <a:ext cx="3674050" cy="32624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Tx/>
              <a:buNone/>
              <a:tabLst/>
              <a:defRPr/>
            </a:pPr>
            <a:r>
              <a:rPr kumimoji="0" lang="ar-SA" sz="2400" b="1" i="0" u="none" strike="noStrike" kern="1200" cap="none" spc="0" normalizeH="0" baseline="0" noProof="0" dirty="0">
                <a:ln>
                  <a:noFill/>
                </a:ln>
                <a:solidFill>
                  <a:srgbClr val="B68A35"/>
                </a:solidFill>
                <a:effectLst/>
                <a:uLnTx/>
                <a:uFillTx/>
                <a:latin typeface="Arial"/>
                <a:ea typeface="+mn-ea"/>
                <a:cs typeface="+mn-cs"/>
                <a:sym typeface="Arial"/>
              </a:rPr>
              <a:t>توزيع العينة</a:t>
            </a:r>
            <a:br>
              <a:rPr kumimoji="0" lang="ar-EG"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rPr>
            </a:br>
            <a:endParaRPr kumimoji="0" lang="ar-SA"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prstClr val="black"/>
                </a:solidFill>
                <a:effectLst/>
                <a:uLnTx/>
                <a:uFillTx/>
                <a:latin typeface="Arial"/>
                <a:ea typeface="+mn-ea"/>
                <a:cs typeface="+mn-cs"/>
                <a:sym typeface="Arial"/>
              </a:rPr>
              <a:t>العينة الإجمالية مقسمة على </a:t>
            </a:r>
            <a:r>
              <a:rPr kumimoji="0" lang="ar-AE" b="0" i="0" u="none" strike="noStrike" kern="1200" cap="none" spc="0" normalizeH="0" baseline="0" noProof="0" dirty="0">
                <a:ln>
                  <a:noFill/>
                </a:ln>
                <a:solidFill>
                  <a:prstClr val="black"/>
                </a:solidFill>
                <a:effectLst/>
                <a:uLnTx/>
                <a:uFillTx/>
                <a:latin typeface="Arial"/>
                <a:ea typeface="+mn-ea"/>
                <a:cs typeface="+mn-cs"/>
                <a:sym typeface="Arial"/>
              </a:rPr>
              <a:t>كافة إمارات الدولة، تم توزيع العينة حسب بيانات المتعاملين</a:t>
            </a:r>
            <a:endParaRPr kumimoji="0" lang="en-US" b="0" i="0" u="none" strike="noStrike" kern="1200" cap="none" spc="0" normalizeH="0" baseline="0" noProof="0" dirty="0">
              <a:ln>
                <a:noFill/>
              </a:ln>
              <a:solidFill>
                <a:prstClr val="black"/>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1" i="0" u="none" strike="noStrike" kern="1200" cap="none" spc="0" normalizeH="0" baseline="0" noProof="0" dirty="0">
                <a:ln>
                  <a:noFill/>
                </a:ln>
                <a:solidFill>
                  <a:prstClr val="black"/>
                </a:solidFill>
                <a:effectLst/>
                <a:uLnTx/>
                <a:uFillTx/>
                <a:latin typeface="Arial"/>
                <a:ea typeface="+mn-ea"/>
                <a:cs typeface="+mn-cs"/>
                <a:sym typeface="Arial"/>
              </a:rPr>
              <a:t>لشهر يناير 2026</a:t>
            </a:r>
            <a:endParaRPr kumimoji="0" lang="ar-AE" b="1"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AE" b="0"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ar-AE" dirty="0">
              <a:solidFill>
                <a:prstClr val="white">
                  <a:lumMod val="50000"/>
                </a:prstClr>
              </a:solidFill>
              <a:latin typeface="Arial"/>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0" i="0" u="none" strike="noStrike" kern="1200" cap="none" spc="0" normalizeH="0" baseline="0" noProof="0" dirty="0">
                <a:ln>
                  <a:noFill/>
                </a:ln>
                <a:solidFill>
                  <a:prstClr val="white">
                    <a:lumMod val="50000"/>
                  </a:prstClr>
                </a:solidFill>
                <a:effectLst/>
                <a:uLnTx/>
                <a:uFillTx/>
                <a:latin typeface="Arial"/>
                <a:ea typeface="+mn-ea"/>
                <a:cs typeface="+mn-cs"/>
                <a:sym typeface="Arial"/>
              </a:rPr>
              <a:t>حجم العينة</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AE" sz="2400" b="1" dirty="0">
                <a:solidFill>
                  <a:srgbClr val="B68A35"/>
                </a:solidFill>
                <a:sym typeface="Arial"/>
              </a:rPr>
              <a:t>3,001</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1" i="0" u="none" strike="noStrike" kern="1200" cap="none" spc="0" normalizeH="0" baseline="0" noProof="0" dirty="0">
                <a:ln>
                  <a:noFill/>
                </a:ln>
                <a:solidFill>
                  <a:prstClr val="white">
                    <a:lumMod val="50000"/>
                  </a:prstClr>
                </a:solidFill>
                <a:effectLst/>
                <a:uLnTx/>
                <a:uFillTx/>
                <a:latin typeface="Arial"/>
                <a:ea typeface="+mn-ea"/>
                <a:cs typeface="+mn-cs"/>
                <a:sym typeface="Arial"/>
              </a:rPr>
              <a:t> </a:t>
            </a:r>
            <a:endParaRPr kumimoji="0" lang="en-US" sz="1600" b="1"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5E365539-A5EA-C939-846F-E5412DEC9E7E}"/>
              </a:ext>
            </a:extLst>
          </p:cNvPr>
          <p:cNvSpPr txBox="1"/>
          <p:nvPr/>
        </p:nvSpPr>
        <p:spPr>
          <a:xfrm>
            <a:off x="6096000" y="797178"/>
            <a:ext cx="5900065"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a:ln>
                  <a:noFill/>
                </a:ln>
                <a:solidFill>
                  <a:srgbClr val="414141"/>
                </a:solidFill>
                <a:effectLst/>
                <a:uLnTx/>
                <a:uFillTx/>
                <a:latin typeface="Arial"/>
                <a:ea typeface="+mn-ea"/>
                <a:cs typeface="+mn-cs"/>
              </a:rPr>
              <a:t>يغطي هذا التقرير نتائج استطلاع الرضا عن الخدمات المقدمة من قبل وزارة الصحة ووقاية المجتمع.</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5C28D80F-771C-D49A-C60C-B5328B318F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pic>
        <p:nvPicPr>
          <p:cNvPr id="2" name="Picture 2" descr="Case study ">
            <a:extLst>
              <a:ext uri="{FF2B5EF4-FFF2-40B4-BE49-F238E27FC236}">
                <a16:creationId xmlns:a16="http://schemas.microsoft.com/office/drawing/2014/main" id="{CE3FBA62-3630-0E5C-24B4-568D8ED6F15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194842" y="2076882"/>
            <a:ext cx="714894" cy="7148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Data ">
            <a:extLst>
              <a:ext uri="{FF2B5EF4-FFF2-40B4-BE49-F238E27FC236}">
                <a16:creationId xmlns:a16="http://schemas.microsoft.com/office/drawing/2014/main" id="{0EA34E89-E134-B463-2D05-44F6001D129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30731" y="2076882"/>
            <a:ext cx="714895" cy="7148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ample ">
            <a:extLst>
              <a:ext uri="{FF2B5EF4-FFF2-40B4-BE49-F238E27FC236}">
                <a16:creationId xmlns:a16="http://schemas.microsoft.com/office/drawing/2014/main" id="{CE26AC1B-F751-D2BB-4B0C-0D08DC10037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208650" y="2076882"/>
            <a:ext cx="714895" cy="7148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Support ">
            <a:extLst>
              <a:ext uri="{FF2B5EF4-FFF2-40B4-BE49-F238E27FC236}">
                <a16:creationId xmlns:a16="http://schemas.microsoft.com/office/drawing/2014/main" id="{0921A3EA-6906-C71F-1D45-AF1E1ED69F23}"/>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4606069" y="5034207"/>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8" descr="Passport ">
            <a:extLst>
              <a:ext uri="{FF2B5EF4-FFF2-40B4-BE49-F238E27FC236}">
                <a16:creationId xmlns:a16="http://schemas.microsoft.com/office/drawing/2014/main" id="{8096023B-556F-7639-86E9-0C8DEF773037}"/>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92169" y="5136222"/>
            <a:ext cx="524945" cy="5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179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30ADE-E9B2-34DC-F4BF-3E4EEDA63A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49BE338-622F-AFF7-F52A-3EC1728B0FD4}"/>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F05EF4CF-296D-ABB5-DDFD-7A842C979D62}"/>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96CAE7A9-7E50-F0B6-736C-5C7C954153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40ADB451-CFDF-5AAB-6180-98C8E960565F}"/>
              </a:ext>
            </a:extLst>
          </p:cNvPr>
          <p:cNvSpPr/>
          <p:nvPr/>
        </p:nvSpPr>
        <p:spPr>
          <a:xfrm>
            <a:off x="5619445" y="2351782"/>
            <a:ext cx="6096000" cy="1446550"/>
          </a:xfrm>
          <a:prstGeom prst="rect">
            <a:avLst/>
          </a:prstGeom>
        </p:spPr>
        <p:txBody>
          <a:bodyPr lIns="91440" tIns="45720" rIns="91440" bIns="45720" anchor="t">
            <a:spAutoFit/>
          </a:bodyPr>
          <a:lstStyle/>
          <a:p>
            <a:pPr>
              <a:defRPr/>
            </a:pPr>
            <a:r>
              <a:rPr lang="ar-AE" sz="4400" b="1">
                <a:solidFill>
                  <a:srgbClr val="B68A35"/>
                </a:solidFill>
                <a:latin typeface="Arial"/>
              </a:rPr>
              <a:t>معدل الاستجابة</a:t>
            </a:r>
            <a:endParaRPr lang="ar-AE" sz="4400">
              <a:solidFill>
                <a:srgbClr val="000000"/>
              </a:solidFill>
              <a:latin typeface="Arial"/>
            </a:endParaRPr>
          </a:p>
          <a:p>
            <a:pPr marL="0" marR="0" lvl="0" indent="0" algn="r" defTabSz="914400">
              <a:lnSpc>
                <a:spcPct val="100000"/>
              </a:lnSpc>
              <a:spcBef>
                <a:spcPts val="0"/>
              </a:spcBef>
              <a:spcAft>
                <a:spcPts val="0"/>
              </a:spcAft>
              <a:buClrTx/>
              <a:buSzTx/>
              <a:buFontTx/>
              <a:buNone/>
              <a:tabLst/>
              <a:defRPr/>
            </a:pPr>
            <a:endParaRPr lang="ar-AE" sz="4400" b="1" i="0" u="none" strike="noStrike" kern="1200" cap="none" spc="0" normalizeH="0" baseline="0" noProof="0">
              <a:ln>
                <a:noFill/>
              </a:ln>
              <a:solidFill>
                <a:srgbClr val="B68A35"/>
              </a:solidFill>
              <a:effectLst/>
              <a:uLnTx/>
              <a:uFillTx/>
              <a:latin typeface="Arial"/>
              <a:cs typeface="Arial"/>
            </a:endParaRPr>
          </a:p>
        </p:txBody>
      </p:sp>
      <p:sp>
        <p:nvSpPr>
          <p:cNvPr id="6" name="Rectangle 5">
            <a:extLst>
              <a:ext uri="{FF2B5EF4-FFF2-40B4-BE49-F238E27FC236}">
                <a16:creationId xmlns:a16="http://schemas.microsoft.com/office/drawing/2014/main" id="{57648605-87DB-6978-EA49-7CF5FDAB01ED}"/>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Tree>
    <p:extLst>
      <p:ext uri="{BB962C8B-B14F-4D97-AF65-F5344CB8AC3E}">
        <p14:creationId xmlns:p14="http://schemas.microsoft.com/office/powerpoint/2010/main" val="3887151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BEF1F-8D1F-E589-FCEF-0F2F18EA56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EAFCA95-6A9B-9643-D339-14AE9C792DA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840BA57-C00D-A6E2-817F-CB38C055F585}"/>
              </a:ext>
            </a:extLst>
          </p:cNvPr>
          <p:cNvSpPr txBox="1"/>
          <p:nvPr/>
        </p:nvSpPr>
        <p:spPr>
          <a:xfrm>
            <a:off x="6264322" y="244463"/>
            <a:ext cx="5731743" cy="523220"/>
          </a:xfrm>
          <a:prstGeom prst="rect">
            <a:avLst/>
          </a:prstGeom>
          <a:noFill/>
        </p:spPr>
        <p:txBody>
          <a:bodyPr wrap="square" rtlCol="0">
            <a:spAutoFit/>
          </a:bodyPr>
          <a:lstStyle/>
          <a:p>
            <a:pPr>
              <a:defRPr/>
            </a:pPr>
            <a:r>
              <a:rPr kumimoji="0" lang="ar-EG" sz="2800" b="0" i="0" strike="noStrike" kern="1200" cap="none" spc="0" normalizeH="0" baseline="0" noProof="0">
                <a:ln>
                  <a:noFill/>
                </a:ln>
                <a:solidFill>
                  <a:srgbClr val="B68A35"/>
                </a:solidFill>
                <a:effectLst/>
                <a:uLnTx/>
                <a:uFillTx/>
                <a:latin typeface="Arial"/>
                <a:ea typeface="+mn-ea"/>
                <a:cs typeface="+mn-cs"/>
              </a:rPr>
              <a:t>معدل الاستجابة</a:t>
            </a:r>
            <a:r>
              <a:rPr kumimoji="0" lang="ar-AE" sz="2800" b="0" i="0" strike="noStrike" kern="1200" cap="none" spc="0" normalizeH="0" baseline="0" noProof="0">
                <a:ln>
                  <a:noFill/>
                </a:ln>
                <a:solidFill>
                  <a:srgbClr val="B68A35"/>
                </a:solidFill>
                <a:effectLst/>
                <a:uLnTx/>
                <a:uFillTx/>
                <a:latin typeface="Arial"/>
                <a:ea typeface="+mn-ea"/>
                <a:cs typeface="+mn-cs"/>
              </a:rPr>
              <a:t> حسب </a:t>
            </a:r>
            <a:r>
              <a:rPr lang="ar-EG" sz="2800">
                <a:solidFill>
                  <a:srgbClr val="B68A35"/>
                </a:solidFill>
              </a:rPr>
              <a:t>البيانات الديموغرافية</a:t>
            </a:r>
            <a:r>
              <a:rPr lang="en-US" sz="2800">
                <a:solidFill>
                  <a:srgbClr val="B68A35"/>
                </a:solidFill>
              </a:rPr>
              <a:t> </a:t>
            </a:r>
            <a:endParaRPr kumimoji="0" lang="ar-EG" sz="2800" b="0" i="0" strike="noStrike" kern="1200" cap="none" spc="0" normalizeH="0" baseline="0" noProof="0">
              <a:ln>
                <a:noFill/>
              </a:ln>
              <a:solidFill>
                <a:srgbClr val="B68A35"/>
              </a:solidFill>
              <a:effectLst/>
              <a:uLnTx/>
              <a:uFillTx/>
              <a:latin typeface="Arial"/>
              <a:ea typeface="+mn-ea"/>
              <a:cs typeface="+mn-cs"/>
            </a:endParaRP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717E34B9-2A97-CFD0-3590-3B69E6EEC2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8213" name="Rectangle: Rounded Corners 8212">
            <a:extLst>
              <a:ext uri="{FF2B5EF4-FFF2-40B4-BE49-F238E27FC236}">
                <a16:creationId xmlns:a16="http://schemas.microsoft.com/office/drawing/2014/main" id="{DF3A9A0E-7340-961A-6EB2-F3A7B06ED8C8}"/>
              </a:ext>
            </a:extLst>
          </p:cNvPr>
          <p:cNvSpPr/>
          <p:nvPr/>
        </p:nvSpPr>
        <p:spPr>
          <a:xfrm>
            <a:off x="73152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sp>
        <p:nvSpPr>
          <p:cNvPr id="8214" name="Rectangle: Rounded Corners 8213">
            <a:extLst>
              <a:ext uri="{FF2B5EF4-FFF2-40B4-BE49-F238E27FC236}">
                <a16:creationId xmlns:a16="http://schemas.microsoft.com/office/drawing/2014/main" id="{C91BDD5B-6CE8-0CB3-16C8-8DE19496DC9E}"/>
              </a:ext>
            </a:extLst>
          </p:cNvPr>
          <p:cNvSpPr/>
          <p:nvPr/>
        </p:nvSpPr>
        <p:spPr>
          <a:xfrm>
            <a:off x="640080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72C4">
                  <a:lumMod val="75000"/>
                </a:srgbClr>
              </a:solidFill>
              <a:effectLst/>
              <a:uLnTx/>
              <a:uFillTx/>
              <a:latin typeface="Arial"/>
              <a:ea typeface="+mn-ea"/>
              <a:cs typeface="+mn-cs"/>
            </a:endParaRPr>
          </a:p>
        </p:txBody>
      </p:sp>
      <p:sp>
        <p:nvSpPr>
          <p:cNvPr id="8215" name="Rectangle: Rounded Corners 8214">
            <a:extLst>
              <a:ext uri="{FF2B5EF4-FFF2-40B4-BE49-F238E27FC236}">
                <a16:creationId xmlns:a16="http://schemas.microsoft.com/office/drawing/2014/main" id="{8ACE8EA9-29F9-4394-7B18-9EB163F447B2}"/>
              </a:ext>
            </a:extLst>
          </p:cNvPr>
          <p:cNvSpPr/>
          <p:nvPr/>
        </p:nvSpPr>
        <p:spPr>
          <a:xfrm>
            <a:off x="731520" y="1005840"/>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546A"/>
              </a:solidFill>
              <a:effectLst/>
              <a:uLnTx/>
              <a:uFillTx/>
              <a:latin typeface="Arial"/>
              <a:ea typeface="+mn-ea"/>
              <a:cs typeface="+mn-cs"/>
            </a:endParaRPr>
          </a:p>
        </p:txBody>
      </p:sp>
      <p:sp>
        <p:nvSpPr>
          <p:cNvPr id="8216" name="Rectangle: Rounded Corners 8215">
            <a:extLst>
              <a:ext uri="{FF2B5EF4-FFF2-40B4-BE49-F238E27FC236}">
                <a16:creationId xmlns:a16="http://schemas.microsoft.com/office/drawing/2014/main" id="{061F516F-AE62-1209-16DD-43DF9C02FA67}"/>
              </a:ext>
            </a:extLst>
          </p:cNvPr>
          <p:cNvSpPr/>
          <p:nvPr/>
        </p:nvSpPr>
        <p:spPr>
          <a:xfrm>
            <a:off x="6400800" y="1005840"/>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ED7D31">
                  <a:lumMod val="75000"/>
                </a:srgbClr>
              </a:solidFill>
              <a:effectLst/>
              <a:uLnTx/>
              <a:uFillTx/>
              <a:latin typeface="Arial"/>
              <a:ea typeface="+mn-ea"/>
              <a:cs typeface="+mn-cs"/>
            </a:endParaRPr>
          </a:p>
        </p:txBody>
      </p:sp>
      <p:graphicFrame>
        <p:nvGraphicFramePr>
          <p:cNvPr id="8217" name="Chart 8216">
            <a:extLst>
              <a:ext uri="{FF2B5EF4-FFF2-40B4-BE49-F238E27FC236}">
                <a16:creationId xmlns:a16="http://schemas.microsoft.com/office/drawing/2014/main" id="{1609182C-DEA5-CE7C-1126-A8C18FF0A61D}"/>
              </a:ext>
            </a:extLst>
          </p:cNvPr>
          <p:cNvGraphicFramePr/>
          <p:nvPr>
            <p:extLst>
              <p:ext uri="{D42A27DB-BD31-4B8C-83A1-F6EECF244321}">
                <p14:modId xmlns:p14="http://schemas.microsoft.com/office/powerpoint/2010/main" val="1670314456"/>
              </p:ext>
            </p:extLst>
          </p:nvPr>
        </p:nvGraphicFramePr>
        <p:xfrm>
          <a:off x="6400800" y="4036808"/>
          <a:ext cx="5084800" cy="18057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218" name="Chart 8217">
            <a:extLst>
              <a:ext uri="{FF2B5EF4-FFF2-40B4-BE49-F238E27FC236}">
                <a16:creationId xmlns:a16="http://schemas.microsoft.com/office/drawing/2014/main" id="{BE4A7380-1926-4D3D-5631-95D35DD961B8}"/>
              </a:ext>
            </a:extLst>
          </p:cNvPr>
          <p:cNvGraphicFramePr/>
          <p:nvPr>
            <p:extLst>
              <p:ext uri="{D42A27DB-BD31-4B8C-83A1-F6EECF244321}">
                <p14:modId xmlns:p14="http://schemas.microsoft.com/office/powerpoint/2010/main" val="815703344"/>
              </p:ext>
            </p:extLst>
          </p:nvPr>
        </p:nvGraphicFramePr>
        <p:xfrm>
          <a:off x="731521" y="4114800"/>
          <a:ext cx="5084800" cy="1727771"/>
        </p:xfrm>
        <a:graphic>
          <a:graphicData uri="http://schemas.openxmlformats.org/drawingml/2006/chart">
            <c:chart xmlns:c="http://schemas.openxmlformats.org/drawingml/2006/chart" xmlns:r="http://schemas.openxmlformats.org/officeDocument/2006/relationships" r:id="rId5"/>
          </a:graphicData>
        </a:graphic>
      </p:graphicFrame>
      <p:grpSp>
        <p:nvGrpSpPr>
          <p:cNvPr id="8219" name="Group 8218">
            <a:extLst>
              <a:ext uri="{FF2B5EF4-FFF2-40B4-BE49-F238E27FC236}">
                <a16:creationId xmlns:a16="http://schemas.microsoft.com/office/drawing/2014/main" id="{CFA2125B-7A0B-1585-B4ED-1F1BC8AECA7F}"/>
              </a:ext>
            </a:extLst>
          </p:cNvPr>
          <p:cNvGrpSpPr/>
          <p:nvPr/>
        </p:nvGrpSpPr>
        <p:grpSpPr>
          <a:xfrm>
            <a:off x="7581819" y="3154680"/>
            <a:ext cx="2722763" cy="432000"/>
            <a:chOff x="7498080" y="3063240"/>
            <a:chExt cx="2722763" cy="432000"/>
          </a:xfrm>
        </p:grpSpPr>
        <p:sp>
          <p:nvSpPr>
            <p:cNvPr id="8220" name="Rectangle: Rounded Corners 8219">
              <a:extLst>
                <a:ext uri="{FF2B5EF4-FFF2-40B4-BE49-F238E27FC236}">
                  <a16:creationId xmlns:a16="http://schemas.microsoft.com/office/drawing/2014/main" id="{4001A3A1-0C6F-3D68-B4D3-ACD7EC560D31}"/>
                </a:ext>
              </a:extLst>
            </p:cNvPr>
            <p:cNvSpPr/>
            <p:nvPr/>
          </p:nvSpPr>
          <p:spPr>
            <a:xfrm>
              <a:off x="7498080" y="3063240"/>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1" name="TextBox 8220">
              <a:extLst>
                <a:ext uri="{FF2B5EF4-FFF2-40B4-BE49-F238E27FC236}">
                  <a16:creationId xmlns:a16="http://schemas.microsoft.com/office/drawing/2014/main" id="{4FE51BB5-F6F3-0945-F4F6-3FE034E06666}"/>
                </a:ext>
              </a:extLst>
            </p:cNvPr>
            <p:cNvSpPr txBox="1"/>
            <p:nvPr/>
          </p:nvSpPr>
          <p:spPr>
            <a:xfrm>
              <a:off x="8219896" y="3094574"/>
              <a:ext cx="12791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الجنس</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2" name="Group 8221">
            <a:extLst>
              <a:ext uri="{FF2B5EF4-FFF2-40B4-BE49-F238E27FC236}">
                <a16:creationId xmlns:a16="http://schemas.microsoft.com/office/drawing/2014/main" id="{76627182-67C1-86D2-9186-D8221EF8FB52}"/>
              </a:ext>
            </a:extLst>
          </p:cNvPr>
          <p:cNvGrpSpPr/>
          <p:nvPr/>
        </p:nvGrpSpPr>
        <p:grpSpPr>
          <a:xfrm>
            <a:off x="1912539" y="3154680"/>
            <a:ext cx="2722763" cy="432000"/>
            <a:chOff x="1920240" y="3063240"/>
            <a:chExt cx="2722763" cy="432000"/>
          </a:xfrm>
        </p:grpSpPr>
        <p:sp>
          <p:nvSpPr>
            <p:cNvPr id="8223" name="Rectangle: Rounded Corners 8222">
              <a:extLst>
                <a:ext uri="{FF2B5EF4-FFF2-40B4-BE49-F238E27FC236}">
                  <a16:creationId xmlns:a16="http://schemas.microsoft.com/office/drawing/2014/main" id="{BED2573D-33A6-3E73-F63F-F7C8CAF631E6}"/>
                </a:ext>
              </a:extLst>
            </p:cNvPr>
            <p:cNvSpPr/>
            <p:nvPr/>
          </p:nvSpPr>
          <p:spPr>
            <a:xfrm>
              <a:off x="1920240" y="3063240"/>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4" name="TextBox 8223">
              <a:extLst>
                <a:ext uri="{FF2B5EF4-FFF2-40B4-BE49-F238E27FC236}">
                  <a16:creationId xmlns:a16="http://schemas.microsoft.com/office/drawing/2014/main" id="{EADF1756-F07D-E1DF-A498-514E77932B28}"/>
                </a:ext>
              </a:extLst>
            </p:cNvPr>
            <p:cNvSpPr txBox="1"/>
            <p:nvPr/>
          </p:nvSpPr>
          <p:spPr>
            <a:xfrm>
              <a:off x="2391138" y="3094574"/>
              <a:ext cx="178096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الفئة العمرية</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5" name="Group 8224">
            <a:extLst>
              <a:ext uri="{FF2B5EF4-FFF2-40B4-BE49-F238E27FC236}">
                <a16:creationId xmlns:a16="http://schemas.microsoft.com/office/drawing/2014/main" id="{262BA1B2-DA54-A299-BAEF-797B1B3BF7CD}"/>
              </a:ext>
            </a:extLst>
          </p:cNvPr>
          <p:cNvGrpSpPr/>
          <p:nvPr/>
        </p:nvGrpSpPr>
        <p:grpSpPr>
          <a:xfrm>
            <a:off x="7581819" y="5897880"/>
            <a:ext cx="2722763" cy="432854"/>
            <a:chOff x="7589520" y="5897880"/>
            <a:chExt cx="2722763" cy="432854"/>
          </a:xfrm>
        </p:grpSpPr>
        <p:sp>
          <p:nvSpPr>
            <p:cNvPr id="8226" name="Rectangle: Rounded Corners 8225">
              <a:extLst>
                <a:ext uri="{FF2B5EF4-FFF2-40B4-BE49-F238E27FC236}">
                  <a16:creationId xmlns:a16="http://schemas.microsoft.com/office/drawing/2014/main" id="{3E0E7550-9A25-B15D-5D87-5C46FCB2ADA3}"/>
                </a:ext>
              </a:extLst>
            </p:cNvPr>
            <p:cNvSpPr/>
            <p:nvPr/>
          </p:nvSpPr>
          <p:spPr>
            <a:xfrm>
              <a:off x="7589520" y="5897880"/>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7" name="TextBox 8226">
              <a:extLst>
                <a:ext uri="{FF2B5EF4-FFF2-40B4-BE49-F238E27FC236}">
                  <a16:creationId xmlns:a16="http://schemas.microsoft.com/office/drawing/2014/main" id="{14B8AB33-9749-7E54-D1DD-893376A1396B}"/>
                </a:ext>
              </a:extLst>
            </p:cNvPr>
            <p:cNvSpPr txBox="1"/>
            <p:nvPr/>
          </p:nvSpPr>
          <p:spPr>
            <a:xfrm>
              <a:off x="8059361" y="5931427"/>
              <a:ext cx="1783080" cy="3657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مكان الإقامة الحالي</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8" name="Group 8227">
            <a:extLst>
              <a:ext uri="{FF2B5EF4-FFF2-40B4-BE49-F238E27FC236}">
                <a16:creationId xmlns:a16="http://schemas.microsoft.com/office/drawing/2014/main" id="{151E01C0-52E8-C376-1546-F00C9E6E5953}"/>
              </a:ext>
            </a:extLst>
          </p:cNvPr>
          <p:cNvGrpSpPr/>
          <p:nvPr/>
        </p:nvGrpSpPr>
        <p:grpSpPr>
          <a:xfrm>
            <a:off x="1912539" y="5897880"/>
            <a:ext cx="2722763" cy="432854"/>
            <a:chOff x="1920240" y="5897880"/>
            <a:chExt cx="2722763" cy="432854"/>
          </a:xfrm>
        </p:grpSpPr>
        <p:sp>
          <p:nvSpPr>
            <p:cNvPr id="8229" name="Rectangle: Rounded Corners 8228">
              <a:extLst>
                <a:ext uri="{FF2B5EF4-FFF2-40B4-BE49-F238E27FC236}">
                  <a16:creationId xmlns:a16="http://schemas.microsoft.com/office/drawing/2014/main" id="{D46F6EDA-5899-3E34-3CB8-54854DAB2902}"/>
                </a:ext>
              </a:extLst>
            </p:cNvPr>
            <p:cNvSpPr/>
            <p:nvPr/>
          </p:nvSpPr>
          <p:spPr>
            <a:xfrm>
              <a:off x="1920240" y="5897880"/>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30" name="TextBox 8229">
              <a:extLst>
                <a:ext uri="{FF2B5EF4-FFF2-40B4-BE49-F238E27FC236}">
                  <a16:creationId xmlns:a16="http://schemas.microsoft.com/office/drawing/2014/main" id="{7364240F-57C6-DB9C-4636-1340A9BC929E}"/>
                </a:ext>
              </a:extLst>
            </p:cNvPr>
            <p:cNvSpPr txBox="1"/>
            <p:nvPr/>
          </p:nvSpPr>
          <p:spPr>
            <a:xfrm>
              <a:off x="2391138" y="5929641"/>
              <a:ext cx="178096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الجنسية</a:t>
              </a:r>
            </a:p>
          </p:txBody>
        </p:sp>
      </p:grpSp>
      <p:grpSp>
        <p:nvGrpSpPr>
          <p:cNvPr id="8231" name="Group 8230">
            <a:extLst>
              <a:ext uri="{FF2B5EF4-FFF2-40B4-BE49-F238E27FC236}">
                <a16:creationId xmlns:a16="http://schemas.microsoft.com/office/drawing/2014/main" id="{C3769645-F1CB-7623-7F46-EDA973CB0A32}"/>
              </a:ext>
            </a:extLst>
          </p:cNvPr>
          <p:cNvGrpSpPr/>
          <p:nvPr/>
        </p:nvGrpSpPr>
        <p:grpSpPr>
          <a:xfrm>
            <a:off x="6583680" y="1143000"/>
            <a:ext cx="731520" cy="640080"/>
            <a:chOff x="6583680" y="1097280"/>
            <a:chExt cx="900000" cy="720000"/>
          </a:xfrm>
        </p:grpSpPr>
        <p:sp>
          <p:nvSpPr>
            <p:cNvPr id="8232" name="Rectangle: Rounded Corners 8231">
              <a:extLst>
                <a:ext uri="{FF2B5EF4-FFF2-40B4-BE49-F238E27FC236}">
                  <a16:creationId xmlns:a16="http://schemas.microsoft.com/office/drawing/2014/main" id="{458F56FA-090E-EBC4-2A34-0E2E9F85D007}"/>
                </a:ext>
              </a:extLst>
            </p:cNvPr>
            <p:cNvSpPr/>
            <p:nvPr/>
          </p:nvSpPr>
          <p:spPr>
            <a:xfrm>
              <a:off x="6583680" y="109728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3" name="Picture 2" descr="Gender fluid ">
              <a:extLst>
                <a:ext uri="{FF2B5EF4-FFF2-40B4-BE49-F238E27FC236}">
                  <a16:creationId xmlns:a16="http://schemas.microsoft.com/office/drawing/2014/main" id="{43A4D4F1-8BFE-8DC5-4C7E-ECEC88CA45C0}"/>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834783" y="1258383"/>
              <a:ext cx="397794" cy="3977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34" name="Group 8233">
            <a:extLst>
              <a:ext uri="{FF2B5EF4-FFF2-40B4-BE49-F238E27FC236}">
                <a16:creationId xmlns:a16="http://schemas.microsoft.com/office/drawing/2014/main" id="{98CBF11A-CFB4-C77E-9BDC-850A8A074D45}"/>
              </a:ext>
            </a:extLst>
          </p:cNvPr>
          <p:cNvGrpSpPr/>
          <p:nvPr/>
        </p:nvGrpSpPr>
        <p:grpSpPr>
          <a:xfrm>
            <a:off x="6583680" y="3886200"/>
            <a:ext cx="731520" cy="640080"/>
            <a:chOff x="6820253" y="3813365"/>
            <a:chExt cx="900000" cy="720000"/>
          </a:xfrm>
        </p:grpSpPr>
        <p:sp>
          <p:nvSpPr>
            <p:cNvPr id="8235" name="Rectangle: Rounded Corners 8234">
              <a:extLst>
                <a:ext uri="{FF2B5EF4-FFF2-40B4-BE49-F238E27FC236}">
                  <a16:creationId xmlns:a16="http://schemas.microsoft.com/office/drawing/2014/main" id="{1AF5194F-19A4-0A1B-3470-ACB2E728202F}"/>
                </a:ext>
              </a:extLst>
            </p:cNvPr>
            <p:cNvSpPr/>
            <p:nvPr/>
          </p:nvSpPr>
          <p:spPr>
            <a:xfrm>
              <a:off x="6820253"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6" name="Picture 8235" descr="United arab emirates ">
              <a:extLst>
                <a:ext uri="{FF2B5EF4-FFF2-40B4-BE49-F238E27FC236}">
                  <a16:creationId xmlns:a16="http://schemas.microsoft.com/office/drawing/2014/main" id="{3D7D7520-4B85-E9F4-4268-B1F8C39A66E3}"/>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7007781" y="3910893"/>
              <a:ext cx="524944" cy="5249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37" name="Group 8236">
            <a:extLst>
              <a:ext uri="{FF2B5EF4-FFF2-40B4-BE49-F238E27FC236}">
                <a16:creationId xmlns:a16="http://schemas.microsoft.com/office/drawing/2014/main" id="{84892239-8B51-E213-AA59-AB257321E0CA}"/>
              </a:ext>
            </a:extLst>
          </p:cNvPr>
          <p:cNvGrpSpPr/>
          <p:nvPr/>
        </p:nvGrpSpPr>
        <p:grpSpPr>
          <a:xfrm>
            <a:off x="914400" y="3886200"/>
            <a:ext cx="731520" cy="640080"/>
            <a:chOff x="1233797" y="3813365"/>
            <a:chExt cx="900000" cy="720000"/>
          </a:xfrm>
        </p:grpSpPr>
        <p:sp>
          <p:nvSpPr>
            <p:cNvPr id="8238" name="Rectangle: Rounded Corners 8237">
              <a:extLst>
                <a:ext uri="{FF2B5EF4-FFF2-40B4-BE49-F238E27FC236}">
                  <a16:creationId xmlns:a16="http://schemas.microsoft.com/office/drawing/2014/main" id="{D8226BF1-1F5D-2EB5-4413-F74693618330}"/>
                </a:ext>
              </a:extLst>
            </p:cNvPr>
            <p:cNvSpPr/>
            <p:nvPr/>
          </p:nvSpPr>
          <p:spPr>
            <a:xfrm>
              <a:off x="1233797"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9" name="Picture 18" descr="Passport ">
              <a:extLst>
                <a:ext uri="{FF2B5EF4-FFF2-40B4-BE49-F238E27FC236}">
                  <a16:creationId xmlns:a16="http://schemas.microsoft.com/office/drawing/2014/main" id="{BEA5C39B-CB5A-D71D-AA13-92DBF2A09E1A}"/>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421325" y="3910893"/>
              <a:ext cx="524945" cy="52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40" name="Group 8239">
            <a:extLst>
              <a:ext uri="{FF2B5EF4-FFF2-40B4-BE49-F238E27FC236}">
                <a16:creationId xmlns:a16="http://schemas.microsoft.com/office/drawing/2014/main" id="{8CE7F29D-BB58-0BB7-C215-74F6F3A6E161}"/>
              </a:ext>
            </a:extLst>
          </p:cNvPr>
          <p:cNvGrpSpPr/>
          <p:nvPr/>
        </p:nvGrpSpPr>
        <p:grpSpPr>
          <a:xfrm>
            <a:off x="914400" y="1143000"/>
            <a:ext cx="731520" cy="640080"/>
            <a:chOff x="1233797" y="1021330"/>
            <a:chExt cx="900000" cy="720000"/>
          </a:xfrm>
        </p:grpSpPr>
        <p:sp>
          <p:nvSpPr>
            <p:cNvPr id="8241" name="Rectangle: Rounded Corners 8240">
              <a:extLst>
                <a:ext uri="{FF2B5EF4-FFF2-40B4-BE49-F238E27FC236}">
                  <a16:creationId xmlns:a16="http://schemas.microsoft.com/office/drawing/2014/main" id="{74B12351-5211-81ED-A3D9-BC4E62E040F4}"/>
                </a:ext>
              </a:extLst>
            </p:cNvPr>
            <p:cNvSpPr/>
            <p:nvPr/>
          </p:nvSpPr>
          <p:spPr>
            <a:xfrm>
              <a:off x="1233797" y="102133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42" name="Picture 14" descr="Age ">
              <a:extLst>
                <a:ext uri="{FF2B5EF4-FFF2-40B4-BE49-F238E27FC236}">
                  <a16:creationId xmlns:a16="http://schemas.microsoft.com/office/drawing/2014/main" id="{6BF54C26-22FE-E52E-C3A3-4462462B606E}"/>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1394605" y="1092138"/>
              <a:ext cx="578384" cy="578384"/>
            </a:xfrm>
            <a:prstGeom prst="rect">
              <a:avLst/>
            </a:prstGeom>
            <a:noFill/>
            <a:extLst>
              <a:ext uri="{909E8E84-426E-40DD-AFC4-6F175D3DCCD1}">
                <a14:hiddenFill xmlns:a14="http://schemas.microsoft.com/office/drawing/2010/main">
                  <a:solidFill>
                    <a:srgbClr val="FFFFFF"/>
                  </a:solidFill>
                </a14:hiddenFill>
              </a:ext>
            </a:extLst>
          </p:spPr>
        </p:pic>
      </p:grpSp>
      <p:pic>
        <p:nvPicPr>
          <p:cNvPr id="8243" name="Picture 2">
            <a:extLst>
              <a:ext uri="{FF2B5EF4-FFF2-40B4-BE49-F238E27FC236}">
                <a16:creationId xmlns:a16="http://schemas.microsoft.com/office/drawing/2014/main" id="{91C7EC7D-D1C4-11A7-F0BF-A718ED7EB41A}"/>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11521440" y="6126480"/>
            <a:ext cx="569419" cy="569419"/>
          </a:xfrm>
          <a:prstGeom prst="rect">
            <a:avLst/>
          </a:prstGeom>
          <a:noFill/>
        </p:spPr>
      </p:pic>
      <p:graphicFrame>
        <p:nvGraphicFramePr>
          <p:cNvPr id="8244" name="Chart 8243">
            <a:extLst>
              <a:ext uri="{FF2B5EF4-FFF2-40B4-BE49-F238E27FC236}">
                <a16:creationId xmlns:a16="http://schemas.microsoft.com/office/drawing/2014/main" id="{87A4D6FB-6EE6-0960-B0AE-D5C3A404961F}"/>
              </a:ext>
            </a:extLst>
          </p:cNvPr>
          <p:cNvGraphicFramePr>
            <a:graphicFrameLocks noChangeAspect="1"/>
          </p:cNvGraphicFramePr>
          <p:nvPr>
            <p:extLst>
              <p:ext uri="{D42A27DB-BD31-4B8C-83A1-F6EECF244321}">
                <p14:modId xmlns:p14="http://schemas.microsoft.com/office/powerpoint/2010/main" val="929892328"/>
              </p:ext>
            </p:extLst>
          </p:nvPr>
        </p:nvGraphicFramePr>
        <p:xfrm>
          <a:off x="6400799" y="1463040"/>
          <a:ext cx="5084802" cy="152809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8245" name="Chart 8244">
            <a:extLst>
              <a:ext uri="{FF2B5EF4-FFF2-40B4-BE49-F238E27FC236}">
                <a16:creationId xmlns:a16="http://schemas.microsoft.com/office/drawing/2014/main" id="{397568EC-EEBA-D0A1-3D5D-FC461329CCE4}"/>
              </a:ext>
            </a:extLst>
          </p:cNvPr>
          <p:cNvGraphicFramePr/>
          <p:nvPr>
            <p:extLst>
              <p:ext uri="{D42A27DB-BD31-4B8C-83A1-F6EECF244321}">
                <p14:modId xmlns:p14="http://schemas.microsoft.com/office/powerpoint/2010/main" val="2533557612"/>
              </p:ext>
            </p:extLst>
          </p:nvPr>
        </p:nvGraphicFramePr>
        <p:xfrm>
          <a:off x="731521" y="1463040"/>
          <a:ext cx="5084800" cy="1528096"/>
        </p:xfrm>
        <a:graphic>
          <a:graphicData uri="http://schemas.openxmlformats.org/drawingml/2006/chart">
            <c:chart xmlns:c="http://schemas.openxmlformats.org/drawingml/2006/chart" xmlns:r="http://schemas.openxmlformats.org/officeDocument/2006/relationships" r:id="rId12"/>
          </a:graphicData>
        </a:graphic>
      </p:graphicFrame>
      <p:sp>
        <p:nvSpPr>
          <p:cNvPr id="8246" name="TextBox 8245">
            <a:extLst>
              <a:ext uri="{FF2B5EF4-FFF2-40B4-BE49-F238E27FC236}">
                <a16:creationId xmlns:a16="http://schemas.microsoft.com/office/drawing/2014/main" id="{48B51C38-B63D-4836-ED28-5EA51219352D}"/>
              </a:ext>
            </a:extLst>
          </p:cNvPr>
          <p:cNvSpPr txBox="1"/>
          <p:nvPr/>
        </p:nvSpPr>
        <p:spPr>
          <a:xfrm>
            <a:off x="10424160" y="649224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3,001</a:t>
            </a:r>
            <a:r>
              <a:rPr kumimoji="0" lang="ar-EG" sz="1100" b="1" i="0" u="none" strike="noStrike" kern="1200" cap="none" spc="0" normalizeH="0" baseline="0" noProof="0" dirty="0">
                <a:ln>
                  <a:noFill/>
                </a:ln>
                <a:solidFill>
                  <a:srgbClr val="414141"/>
                </a:solidFill>
                <a:effectLst/>
                <a:uLnTx/>
                <a:uFillTx/>
                <a:latin typeface="Arial"/>
                <a:ea typeface="+mn-ea"/>
                <a:cs typeface="+mn-cs"/>
              </a:rPr>
              <a:t> </a:t>
            </a:r>
          </a:p>
        </p:txBody>
      </p:sp>
    </p:spTree>
    <p:extLst>
      <p:ext uri="{BB962C8B-B14F-4D97-AF65-F5344CB8AC3E}">
        <p14:creationId xmlns:p14="http://schemas.microsoft.com/office/powerpoint/2010/main" val="105580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EEBC9-4391-E153-51C0-33A00D320CD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336727A-5614-778C-2FCD-DE2E6351DDD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0" name="TextBox 9">
            <a:extLst>
              <a:ext uri="{FF2B5EF4-FFF2-40B4-BE49-F238E27FC236}">
                <a16:creationId xmlns:a16="http://schemas.microsoft.com/office/drawing/2014/main" id="{1B080D8F-D2FB-8D7A-65D6-79AEBBC83F5B}"/>
              </a:ext>
            </a:extLst>
          </p:cNvPr>
          <p:cNvSpPr txBox="1"/>
          <p:nvPr/>
        </p:nvSpPr>
        <p:spPr>
          <a:xfrm>
            <a:off x="6264322" y="244463"/>
            <a:ext cx="5731743" cy="523220"/>
          </a:xfrm>
          <a:prstGeom prst="rect">
            <a:avLst/>
          </a:prstGeom>
          <a:noFill/>
        </p:spPr>
        <p:txBody>
          <a:bodyPr wrap="square" rtlCol="0">
            <a:spAutoFit/>
          </a:bodyPr>
          <a:lstStyle/>
          <a:p>
            <a:pPr>
              <a:defRPr/>
            </a:pPr>
            <a:r>
              <a:rPr kumimoji="0" lang="ar-EG" sz="2800" b="0" i="0" u="none" strike="noStrike" kern="1200" cap="none" spc="0" normalizeH="0" baseline="0" noProof="0">
                <a:ln>
                  <a:noFill/>
                </a:ln>
                <a:solidFill>
                  <a:srgbClr val="B68A35"/>
                </a:solidFill>
                <a:effectLst/>
                <a:uLnTx/>
                <a:uFillTx/>
                <a:latin typeface="Arial"/>
                <a:ea typeface="+mn-ea"/>
                <a:cs typeface="+mn-cs"/>
              </a:rPr>
              <a:t>معدل الاستجابة</a:t>
            </a:r>
            <a:r>
              <a:rPr kumimoji="0" lang="ar-AE" sz="2800" b="0" i="0" u="none" strike="noStrike" kern="1200" cap="none" spc="0" normalizeH="0" baseline="0" noProof="0">
                <a:ln>
                  <a:noFill/>
                </a:ln>
                <a:solidFill>
                  <a:srgbClr val="B68A35"/>
                </a:solidFill>
                <a:effectLst/>
                <a:uLnTx/>
                <a:uFillTx/>
                <a:latin typeface="Arial"/>
                <a:ea typeface="+mn-ea"/>
                <a:cs typeface="+mn-cs"/>
              </a:rPr>
              <a:t> حسب </a:t>
            </a:r>
            <a:r>
              <a:rPr lang="ar-EG" sz="2800">
                <a:solidFill>
                  <a:srgbClr val="B68A35"/>
                </a:solidFill>
              </a:rPr>
              <a:t>البيانات الديموغرافية</a:t>
            </a:r>
            <a:r>
              <a:rPr lang="en-US" sz="2800">
                <a:solidFill>
                  <a:srgbClr val="B68A35"/>
                </a:solidFill>
              </a:rPr>
              <a:t> </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7C790ECA-5283-C43D-7450-0D88E291B3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1" name="Rectangle: Rounded Corners 10">
            <a:extLst>
              <a:ext uri="{FF2B5EF4-FFF2-40B4-BE49-F238E27FC236}">
                <a16:creationId xmlns:a16="http://schemas.microsoft.com/office/drawing/2014/main" id="{A1C03A02-3EED-7DE0-D013-42495B393779}"/>
              </a:ext>
            </a:extLst>
          </p:cNvPr>
          <p:cNvSpPr/>
          <p:nvPr/>
        </p:nvSpPr>
        <p:spPr>
          <a:xfrm>
            <a:off x="2758440" y="3739518"/>
            <a:ext cx="6675120"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2FE5CD55-6EA0-AEE4-C23B-EC2799ACD5C4}"/>
              </a:ext>
            </a:extLst>
          </p:cNvPr>
          <p:cNvGraphicFramePr/>
          <p:nvPr>
            <p:extLst>
              <p:ext uri="{D42A27DB-BD31-4B8C-83A1-F6EECF244321}">
                <p14:modId xmlns:p14="http://schemas.microsoft.com/office/powerpoint/2010/main" val="2667299049"/>
              </p:ext>
            </p:extLst>
          </p:nvPr>
        </p:nvGraphicFramePr>
        <p:xfrm>
          <a:off x="2926078" y="4114800"/>
          <a:ext cx="6339842" cy="1739375"/>
        </p:xfrm>
        <a:graphic>
          <a:graphicData uri="http://schemas.openxmlformats.org/drawingml/2006/chart">
            <c:chart xmlns:c="http://schemas.openxmlformats.org/drawingml/2006/chart" xmlns:r="http://schemas.openxmlformats.org/officeDocument/2006/relationships" r:id="rId3"/>
          </a:graphicData>
        </a:graphic>
      </p:graphicFrame>
      <p:sp>
        <p:nvSpPr>
          <p:cNvPr id="23" name="Rectangle: Rounded Corners 22">
            <a:extLst>
              <a:ext uri="{FF2B5EF4-FFF2-40B4-BE49-F238E27FC236}">
                <a16:creationId xmlns:a16="http://schemas.microsoft.com/office/drawing/2014/main" id="{58EC6881-057B-D1BD-97CB-808C11B770D5}"/>
              </a:ext>
            </a:extLst>
          </p:cNvPr>
          <p:cNvSpPr/>
          <p:nvPr/>
        </p:nvSpPr>
        <p:spPr>
          <a:xfrm>
            <a:off x="6386077" y="1011466"/>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dirty="0">
              <a:solidFill>
                <a:schemeClr val="accent2">
                  <a:lumMod val="75000"/>
                </a:schemeClr>
              </a:solidFill>
            </a:endParaRPr>
          </a:p>
        </p:txBody>
      </p:sp>
      <p:sp>
        <p:nvSpPr>
          <p:cNvPr id="24" name="Rectangle: Rounded Corners 23">
            <a:extLst>
              <a:ext uri="{FF2B5EF4-FFF2-40B4-BE49-F238E27FC236}">
                <a16:creationId xmlns:a16="http://schemas.microsoft.com/office/drawing/2014/main" id="{B9457B6D-490F-057B-A67C-47738064D7A3}"/>
              </a:ext>
            </a:extLst>
          </p:cNvPr>
          <p:cNvSpPr/>
          <p:nvPr/>
        </p:nvSpPr>
        <p:spPr>
          <a:xfrm>
            <a:off x="716797" y="1011466"/>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graphicFrame>
        <p:nvGraphicFramePr>
          <p:cNvPr id="25" name="Chart 24">
            <a:extLst>
              <a:ext uri="{FF2B5EF4-FFF2-40B4-BE49-F238E27FC236}">
                <a16:creationId xmlns:a16="http://schemas.microsoft.com/office/drawing/2014/main" id="{9AFF6CCA-7722-070D-760B-8D1C082B7161}"/>
              </a:ext>
            </a:extLst>
          </p:cNvPr>
          <p:cNvGraphicFramePr/>
          <p:nvPr>
            <p:extLst>
              <p:ext uri="{D42A27DB-BD31-4B8C-83A1-F6EECF244321}">
                <p14:modId xmlns:p14="http://schemas.microsoft.com/office/powerpoint/2010/main" val="1338191675"/>
              </p:ext>
            </p:extLst>
          </p:nvPr>
        </p:nvGraphicFramePr>
        <p:xfrm>
          <a:off x="6402174" y="1463040"/>
          <a:ext cx="5073029" cy="1661288"/>
        </p:xfrm>
        <a:graphic>
          <a:graphicData uri="http://schemas.openxmlformats.org/drawingml/2006/chart">
            <c:chart xmlns:c="http://schemas.openxmlformats.org/drawingml/2006/chart" xmlns:r="http://schemas.openxmlformats.org/officeDocument/2006/relationships" r:id="rId4"/>
          </a:graphicData>
        </a:graphic>
      </p:graphicFrame>
      <p:grpSp>
        <p:nvGrpSpPr>
          <p:cNvPr id="26" name="Group 25">
            <a:extLst>
              <a:ext uri="{FF2B5EF4-FFF2-40B4-BE49-F238E27FC236}">
                <a16:creationId xmlns:a16="http://schemas.microsoft.com/office/drawing/2014/main" id="{4CA6C05B-9FEE-4E17-A228-112F23EA44DA}"/>
              </a:ext>
            </a:extLst>
          </p:cNvPr>
          <p:cNvGrpSpPr/>
          <p:nvPr/>
        </p:nvGrpSpPr>
        <p:grpSpPr>
          <a:xfrm>
            <a:off x="6583679" y="1142999"/>
            <a:ext cx="731520" cy="640080"/>
            <a:chOff x="6689072" y="1021329"/>
            <a:chExt cx="900001" cy="720000"/>
          </a:xfrm>
        </p:grpSpPr>
        <p:sp>
          <p:nvSpPr>
            <p:cNvPr id="27" name="Rectangle: Rounded Corners 26">
              <a:extLst>
                <a:ext uri="{FF2B5EF4-FFF2-40B4-BE49-F238E27FC236}">
                  <a16:creationId xmlns:a16="http://schemas.microsoft.com/office/drawing/2014/main" id="{59640150-2E8F-4CA1-B72B-737E5991DAF6}"/>
                </a:ext>
              </a:extLst>
            </p:cNvPr>
            <p:cNvSpPr/>
            <p:nvPr/>
          </p:nvSpPr>
          <p:spPr>
            <a:xfrm>
              <a:off x="6689072" y="1021329"/>
              <a:ext cx="900001"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28" name="Picture 2" descr="Wedding ring ">
              <a:extLst>
                <a:ext uri="{FF2B5EF4-FFF2-40B4-BE49-F238E27FC236}">
                  <a16:creationId xmlns:a16="http://schemas.microsoft.com/office/drawing/2014/main" id="{3692AFC3-7A4F-4829-2988-8FE2AEE60D9F}"/>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879773" y="1122038"/>
              <a:ext cx="518588" cy="518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797FF34E-8441-B331-3159-6ECD52584BA5}"/>
              </a:ext>
            </a:extLst>
          </p:cNvPr>
          <p:cNvGrpSpPr/>
          <p:nvPr/>
        </p:nvGrpSpPr>
        <p:grpSpPr>
          <a:xfrm>
            <a:off x="914400" y="1143001"/>
            <a:ext cx="731520" cy="640080"/>
            <a:chOff x="1103979" y="1021331"/>
            <a:chExt cx="900000" cy="720000"/>
          </a:xfrm>
        </p:grpSpPr>
        <p:sp>
          <p:nvSpPr>
            <p:cNvPr id="30" name="Rectangle: Rounded Corners 29">
              <a:extLst>
                <a:ext uri="{FF2B5EF4-FFF2-40B4-BE49-F238E27FC236}">
                  <a16:creationId xmlns:a16="http://schemas.microsoft.com/office/drawing/2014/main" id="{8DAECC7B-4F92-F835-B23A-0852CE34858E}"/>
                </a:ext>
              </a:extLst>
            </p:cNvPr>
            <p:cNvSpPr/>
            <p:nvPr/>
          </p:nvSpPr>
          <p:spPr>
            <a:xfrm>
              <a:off x="1103979" y="1021331"/>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31" name="Picture 4" descr="Education ">
              <a:extLst>
                <a:ext uri="{FF2B5EF4-FFF2-40B4-BE49-F238E27FC236}">
                  <a16:creationId xmlns:a16="http://schemas.microsoft.com/office/drawing/2014/main" id="{2146DE18-EAEF-6CD6-A0C5-1789B33280F5}"/>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199738" y="1027089"/>
              <a:ext cx="708483" cy="70848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oup 31">
            <a:extLst>
              <a:ext uri="{FF2B5EF4-FFF2-40B4-BE49-F238E27FC236}">
                <a16:creationId xmlns:a16="http://schemas.microsoft.com/office/drawing/2014/main" id="{AC5976AD-17DB-6069-C644-AE8FDECE1855}"/>
              </a:ext>
            </a:extLst>
          </p:cNvPr>
          <p:cNvGrpSpPr/>
          <p:nvPr/>
        </p:nvGrpSpPr>
        <p:grpSpPr>
          <a:xfrm>
            <a:off x="2926080" y="3886200"/>
            <a:ext cx="731520" cy="640080"/>
            <a:chOff x="3025854" y="3950781"/>
            <a:chExt cx="900000" cy="720000"/>
          </a:xfrm>
        </p:grpSpPr>
        <p:sp>
          <p:nvSpPr>
            <p:cNvPr id="33" name="Rectangle: Rounded Corners 32">
              <a:extLst>
                <a:ext uri="{FF2B5EF4-FFF2-40B4-BE49-F238E27FC236}">
                  <a16:creationId xmlns:a16="http://schemas.microsoft.com/office/drawing/2014/main" id="{C5DC6D73-DDDD-6F47-B48D-E097D8D7EFBA}"/>
                </a:ext>
              </a:extLst>
            </p:cNvPr>
            <p:cNvSpPr/>
            <p:nvPr/>
          </p:nvSpPr>
          <p:spPr>
            <a:xfrm>
              <a:off x="3025854" y="3950781"/>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35" name="Picture 6" descr="Businessman ">
              <a:extLst>
                <a:ext uri="{FF2B5EF4-FFF2-40B4-BE49-F238E27FC236}">
                  <a16:creationId xmlns:a16="http://schemas.microsoft.com/office/drawing/2014/main" id="{2EF2AF86-688C-F3EB-B239-9AD2955ECCE5}"/>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3155813" y="3990741"/>
              <a:ext cx="640080" cy="64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4B54E3E5-430F-800A-32F4-E883D6EC1607}"/>
              </a:ext>
            </a:extLst>
          </p:cNvPr>
          <p:cNvGrpSpPr/>
          <p:nvPr/>
        </p:nvGrpSpPr>
        <p:grpSpPr>
          <a:xfrm>
            <a:off x="7581819" y="3154680"/>
            <a:ext cx="2722763" cy="432000"/>
            <a:chOff x="7586144" y="3070082"/>
            <a:chExt cx="2722763" cy="432000"/>
          </a:xfrm>
        </p:grpSpPr>
        <p:sp>
          <p:nvSpPr>
            <p:cNvPr id="44" name="Rectangle: Rounded Corners 43">
              <a:extLst>
                <a:ext uri="{FF2B5EF4-FFF2-40B4-BE49-F238E27FC236}">
                  <a16:creationId xmlns:a16="http://schemas.microsoft.com/office/drawing/2014/main" id="{8C8FEDD4-E16F-06F5-0136-085E3409444B}"/>
                </a:ext>
              </a:extLst>
            </p:cNvPr>
            <p:cNvSpPr/>
            <p:nvPr/>
          </p:nvSpPr>
          <p:spPr>
            <a:xfrm>
              <a:off x="7586144" y="3070082"/>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46" name="TextBox 45">
              <a:extLst>
                <a:ext uri="{FF2B5EF4-FFF2-40B4-BE49-F238E27FC236}">
                  <a16:creationId xmlns:a16="http://schemas.microsoft.com/office/drawing/2014/main" id="{DB7B5A63-A48B-5ADF-0028-6A9224D75AB7}"/>
                </a:ext>
              </a:extLst>
            </p:cNvPr>
            <p:cNvSpPr txBox="1"/>
            <p:nvPr/>
          </p:nvSpPr>
          <p:spPr>
            <a:xfrm>
              <a:off x="7843936" y="3101416"/>
              <a:ext cx="2207178"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الحال</a:t>
              </a:r>
              <a:r>
                <a:rPr kumimoji="0" lang="ar-AE" sz="1800" b="1" i="0" u="none" strike="noStrike" kern="1200" cap="none" spc="0" normalizeH="0" baseline="0" noProof="0" dirty="0">
                  <a:ln>
                    <a:noFill/>
                  </a:ln>
                  <a:solidFill>
                    <a:prstClr val="white"/>
                  </a:solidFill>
                  <a:effectLst/>
                  <a:uLnTx/>
                  <a:uFillTx/>
                  <a:latin typeface="Arial"/>
                  <a:ea typeface="+mn-ea"/>
                  <a:cs typeface="+mn-cs"/>
                </a:rPr>
                <a:t>ة</a:t>
              </a:r>
              <a:r>
                <a:rPr kumimoji="0" lang="ar-EG" sz="1800" b="1" i="0" u="none" strike="noStrike" kern="1200" cap="none" spc="0" normalizeH="0" baseline="0" noProof="0" dirty="0">
                  <a:ln>
                    <a:noFill/>
                  </a:ln>
                  <a:solidFill>
                    <a:prstClr val="white"/>
                  </a:solidFill>
                  <a:effectLst/>
                  <a:uLnTx/>
                  <a:uFillTx/>
                  <a:latin typeface="Arial"/>
                  <a:ea typeface="+mn-ea"/>
                  <a:cs typeface="+mn-cs"/>
                </a:rPr>
                <a:t> الاجتماعية</a:t>
              </a:r>
              <a:endParaRPr kumimoji="0" lang="en-US" sz="14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47" name="Group 46">
            <a:extLst>
              <a:ext uri="{FF2B5EF4-FFF2-40B4-BE49-F238E27FC236}">
                <a16:creationId xmlns:a16="http://schemas.microsoft.com/office/drawing/2014/main" id="{DA71F4FC-2FE1-B4AD-D31B-BB203E26B514}"/>
              </a:ext>
            </a:extLst>
          </p:cNvPr>
          <p:cNvGrpSpPr/>
          <p:nvPr/>
        </p:nvGrpSpPr>
        <p:grpSpPr>
          <a:xfrm>
            <a:off x="1912539" y="3154680"/>
            <a:ext cx="2722763" cy="432000"/>
            <a:chOff x="2003979" y="3070082"/>
            <a:chExt cx="2722763" cy="432000"/>
          </a:xfrm>
        </p:grpSpPr>
        <p:sp>
          <p:nvSpPr>
            <p:cNvPr id="48" name="Rectangle: Rounded Corners 47">
              <a:extLst>
                <a:ext uri="{FF2B5EF4-FFF2-40B4-BE49-F238E27FC236}">
                  <a16:creationId xmlns:a16="http://schemas.microsoft.com/office/drawing/2014/main" id="{087A4AFA-8F1A-7064-0C1C-CADE65C3B03A}"/>
                </a:ext>
              </a:extLst>
            </p:cNvPr>
            <p:cNvSpPr/>
            <p:nvPr/>
          </p:nvSpPr>
          <p:spPr>
            <a:xfrm>
              <a:off x="2003979" y="3070082"/>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49" name="TextBox 48">
              <a:extLst>
                <a:ext uri="{FF2B5EF4-FFF2-40B4-BE49-F238E27FC236}">
                  <a16:creationId xmlns:a16="http://schemas.microsoft.com/office/drawing/2014/main" id="{49641C1D-9278-912D-59AA-EFC56FE9C8B9}"/>
                </a:ext>
              </a:extLst>
            </p:cNvPr>
            <p:cNvSpPr txBox="1"/>
            <p:nvPr/>
          </p:nvSpPr>
          <p:spPr>
            <a:xfrm>
              <a:off x="2294658" y="3101416"/>
              <a:ext cx="214140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المستوى التعليمي</a:t>
              </a:r>
            </a:p>
          </p:txBody>
        </p:sp>
      </p:grpSp>
      <p:grpSp>
        <p:nvGrpSpPr>
          <p:cNvPr id="50" name="Group 49">
            <a:extLst>
              <a:ext uri="{FF2B5EF4-FFF2-40B4-BE49-F238E27FC236}">
                <a16:creationId xmlns:a16="http://schemas.microsoft.com/office/drawing/2014/main" id="{8A8185A4-893F-CACA-3D2C-31B49A4C3BDA}"/>
              </a:ext>
            </a:extLst>
          </p:cNvPr>
          <p:cNvGrpSpPr/>
          <p:nvPr/>
        </p:nvGrpSpPr>
        <p:grpSpPr>
          <a:xfrm>
            <a:off x="4734619" y="5899220"/>
            <a:ext cx="2722763" cy="432854"/>
            <a:chOff x="4734619" y="6061724"/>
            <a:chExt cx="2722763" cy="432854"/>
          </a:xfrm>
        </p:grpSpPr>
        <p:sp>
          <p:nvSpPr>
            <p:cNvPr id="51" name="Rectangle: Rounded Corners 50">
              <a:extLst>
                <a:ext uri="{FF2B5EF4-FFF2-40B4-BE49-F238E27FC236}">
                  <a16:creationId xmlns:a16="http://schemas.microsoft.com/office/drawing/2014/main" id="{149CCE45-9BB4-6498-92F0-52B09F590E44}"/>
                </a:ext>
              </a:extLst>
            </p:cNvPr>
            <p:cNvSpPr/>
            <p:nvPr/>
          </p:nvSpPr>
          <p:spPr>
            <a:xfrm>
              <a:off x="4734619" y="6061724"/>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8EA4E51C-26FC-4AC3-C588-25B719A69833}"/>
                </a:ext>
              </a:extLst>
            </p:cNvPr>
            <p:cNvSpPr txBox="1"/>
            <p:nvPr/>
          </p:nvSpPr>
          <p:spPr>
            <a:xfrm>
              <a:off x="5434013" y="6093485"/>
              <a:ext cx="1323974"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طبيعة العمل</a:t>
              </a:r>
            </a:p>
          </p:txBody>
        </p:sp>
      </p:grpSp>
      <p:pic>
        <p:nvPicPr>
          <p:cNvPr id="53" name="Picture 2">
            <a:extLst>
              <a:ext uri="{FF2B5EF4-FFF2-40B4-BE49-F238E27FC236}">
                <a16:creationId xmlns:a16="http://schemas.microsoft.com/office/drawing/2014/main" id="{62819A96-DBF2-083C-A676-EC8CDA5B796A}"/>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11521440" y="6126480"/>
            <a:ext cx="569419" cy="569419"/>
          </a:xfrm>
          <a:prstGeom prst="rect">
            <a:avLst/>
          </a:prstGeom>
          <a:noFill/>
        </p:spPr>
      </p:pic>
      <p:graphicFrame>
        <p:nvGraphicFramePr>
          <p:cNvPr id="54" name="Chart 53">
            <a:extLst>
              <a:ext uri="{FF2B5EF4-FFF2-40B4-BE49-F238E27FC236}">
                <a16:creationId xmlns:a16="http://schemas.microsoft.com/office/drawing/2014/main" id="{68B017F4-20CD-E34E-9A2C-AF2F19D04258}"/>
              </a:ext>
            </a:extLst>
          </p:cNvPr>
          <p:cNvGraphicFramePr/>
          <p:nvPr>
            <p:extLst>
              <p:ext uri="{D42A27DB-BD31-4B8C-83A1-F6EECF244321}">
                <p14:modId xmlns:p14="http://schemas.microsoft.com/office/powerpoint/2010/main" val="478236929"/>
              </p:ext>
            </p:extLst>
          </p:nvPr>
        </p:nvGraphicFramePr>
        <p:xfrm>
          <a:off x="731519" y="1463040"/>
          <a:ext cx="5084801" cy="1689611"/>
        </p:xfrm>
        <a:graphic>
          <a:graphicData uri="http://schemas.openxmlformats.org/drawingml/2006/chart">
            <c:chart xmlns:c="http://schemas.openxmlformats.org/drawingml/2006/chart" xmlns:r="http://schemas.openxmlformats.org/officeDocument/2006/relationships" r:id="rId9"/>
          </a:graphicData>
        </a:graphic>
      </p:graphicFrame>
      <p:sp>
        <p:nvSpPr>
          <p:cNvPr id="55" name="TextBox 54">
            <a:extLst>
              <a:ext uri="{FF2B5EF4-FFF2-40B4-BE49-F238E27FC236}">
                <a16:creationId xmlns:a16="http://schemas.microsoft.com/office/drawing/2014/main" id="{0F1791C5-1267-7E3B-B990-439454E1D8FF}"/>
              </a:ext>
            </a:extLst>
          </p:cNvPr>
          <p:cNvSpPr txBox="1"/>
          <p:nvPr/>
        </p:nvSpPr>
        <p:spPr>
          <a:xfrm>
            <a:off x="10424160" y="649224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3,001</a:t>
            </a:r>
            <a:r>
              <a:rPr kumimoji="0" lang="ar-EG" sz="1100" b="1" i="0" u="none" strike="noStrike" kern="1200" cap="none" spc="0" normalizeH="0" baseline="0" noProof="0" dirty="0">
                <a:ln>
                  <a:noFill/>
                </a:ln>
                <a:solidFill>
                  <a:srgbClr val="414141"/>
                </a:solidFill>
                <a:effectLst/>
                <a:uLnTx/>
                <a:uFillTx/>
                <a:latin typeface="Arial"/>
                <a:ea typeface="+mn-ea"/>
                <a:cs typeface="+mn-cs"/>
              </a:rPr>
              <a:t> </a:t>
            </a:r>
          </a:p>
        </p:txBody>
      </p:sp>
    </p:spTree>
    <p:extLst>
      <p:ext uri="{BB962C8B-B14F-4D97-AF65-F5344CB8AC3E}">
        <p14:creationId xmlns:p14="http://schemas.microsoft.com/office/powerpoint/2010/main" val="105553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B7C5-9694-0E7C-E957-0AC8A42564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19243E-5291-6FA7-316C-398A21603AF3}"/>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52FA4B7C-E8C9-CF40-7056-0F40A2E96790}"/>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4F4C520B-A0BE-EBA7-DDB0-29182628F95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060D1A85-F6E6-9ACA-78B2-07966031324C}"/>
              </a:ext>
            </a:extLst>
          </p:cNvPr>
          <p:cNvSpPr/>
          <p:nvPr/>
        </p:nvSpPr>
        <p:spPr>
          <a:xfrm>
            <a:off x="5619445" y="2351782"/>
            <a:ext cx="6096000" cy="769441"/>
          </a:xfrm>
          <a:prstGeom prst="rect">
            <a:avLst/>
          </a:prstGeom>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a:solidFill>
                  <a:srgbClr val="B68A35"/>
                </a:solidFill>
                <a:latin typeface="Arial"/>
              </a:rPr>
              <a:t>الملخص التنفيذي</a:t>
            </a:r>
            <a:endParaRPr kumimoji="0" lang="ar-AE"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62B531B9-9E47-91BB-6791-5A40CCCCC163}"/>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Tree>
    <p:extLst>
      <p:ext uri="{BB962C8B-B14F-4D97-AF65-F5344CB8AC3E}">
        <p14:creationId xmlns:p14="http://schemas.microsoft.com/office/powerpoint/2010/main" val="2949673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19FBE-BB3C-4A05-0E11-0C71BA88D34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F2B0A73-AE80-3088-7BA9-0004AEFE5A5E}"/>
              </a:ext>
            </a:extLst>
          </p:cNvPr>
          <p:cNvSpPr/>
          <p:nvPr/>
        </p:nvSpPr>
        <p:spPr>
          <a:xfrm>
            <a:off x="256839" y="1551059"/>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endParaRPr>
          </a:p>
        </p:txBody>
      </p:sp>
      <p:graphicFrame>
        <p:nvGraphicFramePr>
          <p:cNvPr id="14" name="Chart 13">
            <a:extLst>
              <a:ext uri="{FF2B5EF4-FFF2-40B4-BE49-F238E27FC236}">
                <a16:creationId xmlns:a16="http://schemas.microsoft.com/office/drawing/2014/main" id="{F14F07F9-BE85-A5B6-12DF-9C3EE481508E}"/>
              </a:ext>
            </a:extLst>
          </p:cNvPr>
          <p:cNvGraphicFramePr/>
          <p:nvPr>
            <p:extLst>
              <p:ext uri="{D42A27DB-BD31-4B8C-83A1-F6EECF244321}">
                <p14:modId xmlns:p14="http://schemas.microsoft.com/office/powerpoint/2010/main" val="1301755425"/>
              </p:ext>
            </p:extLst>
          </p:nvPr>
        </p:nvGraphicFramePr>
        <p:xfrm>
          <a:off x="1691640" y="2468880"/>
          <a:ext cx="2254753" cy="1633172"/>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EB7A4D9D-FB36-286A-F9AD-34B1B8505D1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endParaRPr>
          </a:p>
        </p:txBody>
      </p:sp>
      <p:sp>
        <p:nvSpPr>
          <p:cNvPr id="9" name="TextBox 8">
            <a:extLst>
              <a:ext uri="{FF2B5EF4-FFF2-40B4-BE49-F238E27FC236}">
                <a16:creationId xmlns:a16="http://schemas.microsoft.com/office/drawing/2014/main" id="{E67CCAB8-D506-2947-E89B-D937B6E480D1}"/>
              </a:ext>
            </a:extLst>
          </p:cNvPr>
          <p:cNvSpPr txBox="1"/>
          <p:nvPr/>
        </p:nvSpPr>
        <p:spPr>
          <a:xfrm>
            <a:off x="7833815" y="244463"/>
            <a:ext cx="416225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dirty="0">
                <a:ln>
                  <a:noFill/>
                </a:ln>
                <a:solidFill>
                  <a:srgbClr val="B68A35"/>
                </a:solidFill>
                <a:effectLst/>
                <a:uLnTx/>
                <a:uFillTx/>
                <a:latin typeface="Arial"/>
              </a:rPr>
              <a:t>ملخص </a:t>
            </a:r>
            <a:r>
              <a:rPr lang="ar-AE" sz="2800" dirty="0">
                <a:solidFill>
                  <a:srgbClr val="B68A35"/>
                </a:solidFill>
                <a:latin typeface="Arial"/>
              </a:rPr>
              <a:t>الدراسة</a:t>
            </a:r>
            <a:endParaRPr kumimoji="0" lang="ar-EG" sz="2800" b="0" i="0" u="none" strike="noStrike" kern="1200" cap="none" spc="0" normalizeH="0" baseline="0" noProof="0" dirty="0">
              <a:ln>
                <a:noFill/>
              </a:ln>
              <a:solidFill>
                <a:srgbClr val="B68A35"/>
              </a:solidFill>
              <a:effectLst/>
              <a:uLnTx/>
              <a:uFillTx/>
              <a:latin typeface="Arial"/>
            </a:endParaRPr>
          </a:p>
        </p:txBody>
      </p:sp>
      <p:sp>
        <p:nvSpPr>
          <p:cNvPr id="6" name="TextBox 5">
            <a:extLst>
              <a:ext uri="{FF2B5EF4-FFF2-40B4-BE49-F238E27FC236}">
                <a16:creationId xmlns:a16="http://schemas.microsoft.com/office/drawing/2014/main" id="{382D2253-581D-AAE4-8AB4-D848D1623ED6}"/>
              </a:ext>
            </a:extLst>
          </p:cNvPr>
          <p:cNvSpPr txBox="1"/>
          <p:nvPr/>
        </p:nvSpPr>
        <p:spPr>
          <a:xfrm>
            <a:off x="1614649" y="734660"/>
            <a:ext cx="10381416" cy="523220"/>
          </a:xfrm>
          <a:prstGeom prst="rect">
            <a:avLst/>
          </a:prstGeom>
          <a:noFill/>
        </p:spPr>
        <p:txBody>
          <a:bodyPr wrap="square" rtlCol="0">
            <a:spAutoFit/>
          </a:bodyPr>
          <a:lstStyle/>
          <a:p>
            <a:pPr marL="285750" indent="-285750">
              <a:buFont typeface="Arial" panose="020B0604020202020204" pitchFamily="34" charset="0"/>
              <a:buChar char="•"/>
              <a:defRPr/>
            </a:pPr>
            <a:r>
              <a:rPr lang="ar-AE" sz="1400" dirty="0">
                <a:solidFill>
                  <a:prstClr val="black"/>
                </a:solidFill>
                <a:latin typeface="Arial"/>
              </a:rPr>
              <a:t>حققت الوزارة معدل رضا عام بلغ </a:t>
            </a:r>
            <a:r>
              <a:rPr lang="en-US" sz="1400" b="1" dirty="0">
                <a:solidFill>
                  <a:prstClr val="black"/>
                </a:solidFill>
                <a:latin typeface="Arial"/>
              </a:rPr>
              <a:t>92</a:t>
            </a:r>
            <a:r>
              <a:rPr lang="ar-AE" sz="1400" b="1" dirty="0">
                <a:solidFill>
                  <a:prstClr val="black"/>
                </a:solidFill>
                <a:latin typeface="Arial"/>
              </a:rPr>
              <a:t>% </a:t>
            </a:r>
            <a:r>
              <a:rPr lang="ar-AE" sz="1400" dirty="0">
                <a:solidFill>
                  <a:prstClr val="black"/>
                </a:solidFill>
                <a:latin typeface="Arial"/>
              </a:rPr>
              <a:t>خلال يناير 2026، حيث تصدّر </a:t>
            </a:r>
            <a:r>
              <a:rPr lang="ar-AE" sz="1400" b="1" dirty="0">
                <a:solidFill>
                  <a:prstClr val="black"/>
                </a:solidFill>
                <a:latin typeface="Arial"/>
              </a:rPr>
              <a:t>تطبيق الهاتف الذكي </a:t>
            </a:r>
            <a:r>
              <a:rPr lang="ar-AE" sz="1400" dirty="0">
                <a:solidFill>
                  <a:prstClr val="black"/>
                </a:solidFill>
                <a:latin typeface="Arial"/>
              </a:rPr>
              <a:t>بنسبة الرضا بين جميع القنوات بواقع </a:t>
            </a:r>
            <a:r>
              <a:rPr lang="ar-AE" sz="1400" b="1" dirty="0">
                <a:solidFill>
                  <a:prstClr val="black"/>
                </a:solidFill>
                <a:latin typeface="Arial"/>
              </a:rPr>
              <a:t>94%</a:t>
            </a:r>
            <a:r>
              <a:rPr lang="ar-AE" sz="1400" dirty="0">
                <a:solidFill>
                  <a:prstClr val="black"/>
                </a:solidFill>
                <a:latin typeface="Arial"/>
              </a:rPr>
              <a:t>، بينما سجّل</a:t>
            </a:r>
            <a:r>
              <a:rPr lang="en-US" sz="1400" dirty="0">
                <a:solidFill>
                  <a:prstClr val="black"/>
                </a:solidFill>
                <a:latin typeface="Arial"/>
              </a:rPr>
              <a:t> </a:t>
            </a:r>
            <a:r>
              <a:rPr lang="ar-AE" sz="1400" b="1" dirty="0">
                <a:solidFill>
                  <a:prstClr val="black"/>
                </a:solidFill>
                <a:latin typeface="Arial"/>
              </a:rPr>
              <a:t>البريد الإلكتروني </a:t>
            </a:r>
            <a:r>
              <a:rPr lang="ar-AE" sz="1400" dirty="0">
                <a:solidFill>
                  <a:prstClr val="black"/>
                </a:solidFill>
                <a:latin typeface="Arial"/>
              </a:rPr>
              <a:t>أدنى معدل رضا بنسبة </a:t>
            </a:r>
            <a:r>
              <a:rPr lang="ar-EG" sz="1400" b="1" dirty="0">
                <a:solidFill>
                  <a:prstClr val="black"/>
                </a:solidFill>
                <a:latin typeface="Arial"/>
              </a:rPr>
              <a:t>8</a:t>
            </a:r>
            <a:r>
              <a:rPr lang="ar-AE" sz="1400" b="1" dirty="0">
                <a:solidFill>
                  <a:prstClr val="black"/>
                </a:solidFill>
                <a:latin typeface="Arial"/>
              </a:rPr>
              <a:t>7%.</a:t>
            </a:r>
            <a:r>
              <a:rPr lang="en-US" sz="1400" dirty="0">
                <a:solidFill>
                  <a:prstClr val="black"/>
                </a:solidFill>
                <a:latin typeface="Arial"/>
              </a:rPr>
              <a:t> </a:t>
            </a:r>
            <a:r>
              <a:rPr lang="ar-AE" sz="1400" dirty="0">
                <a:solidFill>
                  <a:prstClr val="black"/>
                </a:solidFill>
                <a:latin typeface="Arial"/>
              </a:rPr>
              <a:t>كما حققت الوزارة مؤشر صافي نقاط التوصية بلغ </a:t>
            </a:r>
            <a:r>
              <a:rPr lang="ar-AE" sz="1400" b="1" dirty="0">
                <a:solidFill>
                  <a:prstClr val="black"/>
                </a:solidFill>
                <a:latin typeface="Arial"/>
              </a:rPr>
              <a:t>73</a:t>
            </a:r>
            <a:r>
              <a:rPr lang="ar-AE" sz="1400" dirty="0">
                <a:solidFill>
                  <a:prstClr val="black"/>
                </a:solidFill>
                <a:latin typeface="Arial"/>
              </a:rPr>
              <a:t> خلال نفس الفترة، </a:t>
            </a:r>
            <a:r>
              <a:rPr lang="ar-AE" sz="1400" b="1" dirty="0">
                <a:solidFill>
                  <a:prstClr val="black"/>
                </a:solidFill>
                <a:latin typeface="Arial"/>
              </a:rPr>
              <a:t>وجاء تطبيق الهاتف الذكي </a:t>
            </a:r>
            <a:r>
              <a:rPr lang="ar-AE" sz="1400" dirty="0">
                <a:solidFill>
                  <a:prstClr val="black"/>
                </a:solidFill>
                <a:latin typeface="Arial"/>
              </a:rPr>
              <a:t>في المقدمة بنتيجة </a:t>
            </a:r>
            <a:r>
              <a:rPr lang="en-US" sz="1400" b="1" dirty="0">
                <a:solidFill>
                  <a:prstClr val="black"/>
                </a:solidFill>
                <a:latin typeface="Arial"/>
              </a:rPr>
              <a:t>7</a:t>
            </a:r>
            <a:r>
              <a:rPr lang="ar-AE" sz="1400" b="1" dirty="0">
                <a:solidFill>
                  <a:prstClr val="black"/>
                </a:solidFill>
                <a:latin typeface="Arial"/>
              </a:rPr>
              <a:t>7 </a:t>
            </a:r>
            <a:r>
              <a:rPr lang="ar-AE" sz="1400" dirty="0">
                <a:solidFill>
                  <a:prstClr val="black"/>
                </a:solidFill>
                <a:latin typeface="Arial"/>
              </a:rPr>
              <a:t>نقطة</a:t>
            </a:r>
            <a:r>
              <a:rPr lang="ar-AE" sz="1400" b="1" dirty="0">
                <a:solidFill>
                  <a:prstClr val="black"/>
                </a:solidFill>
                <a:latin typeface="Arial"/>
              </a:rPr>
              <a:t>.</a:t>
            </a:r>
            <a:endParaRPr lang="en-US" sz="1400" dirty="0">
              <a:solidFill>
                <a:prstClr val="black"/>
              </a:solidFill>
              <a:latin typeface="Arial"/>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F5F474E5-8834-1AF0-BFC0-3F2BB82D091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37" name="Group 36">
            <a:extLst>
              <a:ext uri="{FF2B5EF4-FFF2-40B4-BE49-F238E27FC236}">
                <a16:creationId xmlns:a16="http://schemas.microsoft.com/office/drawing/2014/main" id="{1E9DE3B2-6007-F2E7-F145-DD5AF38721CA}"/>
              </a:ext>
            </a:extLst>
          </p:cNvPr>
          <p:cNvGrpSpPr/>
          <p:nvPr/>
        </p:nvGrpSpPr>
        <p:grpSpPr>
          <a:xfrm>
            <a:off x="9555477" y="4476676"/>
            <a:ext cx="1201114" cy="1379393"/>
            <a:chOff x="7632413" y="4841018"/>
            <a:chExt cx="835097" cy="871404"/>
          </a:xfrm>
        </p:grpSpPr>
        <p:sp>
          <p:nvSpPr>
            <p:cNvPr id="38" name="Rectangle 37">
              <a:extLst>
                <a:ext uri="{FF2B5EF4-FFF2-40B4-BE49-F238E27FC236}">
                  <a16:creationId xmlns:a16="http://schemas.microsoft.com/office/drawing/2014/main" id="{AE14759C-7654-3A94-1891-4EF10FA3E3B6}"/>
                </a:ext>
              </a:extLst>
            </p:cNvPr>
            <p:cNvSpPr/>
            <p:nvPr/>
          </p:nvSpPr>
          <p:spPr>
            <a:xfrm>
              <a:off x="7632413" y="4841018"/>
              <a:ext cx="835094" cy="411480"/>
            </a:xfrm>
            <a:prstGeom prst="rect">
              <a:avLst/>
            </a:prstGeom>
            <a:solidFill>
              <a:schemeClr val="bg1">
                <a:lumMod val="7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NPS</a:t>
              </a:r>
              <a:endParaRPr kumimoji="0" lang="ar-AE" sz="1600" b="1" i="0" u="none" strike="noStrike" kern="1200" cap="none" spc="0" normalizeH="0" baseline="0" noProof="0" dirty="0">
                <a:ln>
                  <a:noFill/>
                </a:ln>
                <a:solidFill>
                  <a:prstClr val="white"/>
                </a:solidFill>
                <a:effectLst/>
                <a:uLnTx/>
                <a:uFillTx/>
                <a:latin typeface="Arial" panose="020B0604020202020204" pitchFamily="34" charset="0"/>
                <a:ea typeface="+mn-ea"/>
              </a:endParaRPr>
            </a:p>
          </p:txBody>
        </p:sp>
        <p:sp>
          <p:nvSpPr>
            <p:cNvPr id="39" name="Rectangle 38">
              <a:extLst>
                <a:ext uri="{FF2B5EF4-FFF2-40B4-BE49-F238E27FC236}">
                  <a16:creationId xmlns:a16="http://schemas.microsoft.com/office/drawing/2014/main" id="{053E80B7-8122-6BA3-1936-FE9AC6C6D0AC}"/>
                </a:ext>
              </a:extLst>
            </p:cNvPr>
            <p:cNvSpPr/>
            <p:nvPr/>
          </p:nvSpPr>
          <p:spPr>
            <a:xfrm>
              <a:off x="7632416" y="5305594"/>
              <a:ext cx="83509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73</a:t>
              </a:r>
            </a:p>
          </p:txBody>
        </p:sp>
      </p:grpSp>
      <p:cxnSp>
        <p:nvCxnSpPr>
          <p:cNvPr id="45" name="Straight Connector 44">
            <a:extLst>
              <a:ext uri="{FF2B5EF4-FFF2-40B4-BE49-F238E27FC236}">
                <a16:creationId xmlns:a16="http://schemas.microsoft.com/office/drawing/2014/main" id="{AAF41FEE-3C3D-5047-CAEE-E84948F01B34}"/>
              </a:ext>
            </a:extLst>
          </p:cNvPr>
          <p:cNvCxnSpPr>
            <a:cxnSpLocks/>
          </p:cNvCxnSpPr>
          <p:nvPr/>
        </p:nvCxnSpPr>
        <p:spPr>
          <a:xfrm>
            <a:off x="9055100" y="2151469"/>
            <a:ext cx="0" cy="4058931"/>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0BECAE8-D65D-2FDB-FB3C-29EEB7411838}"/>
              </a:ext>
            </a:extLst>
          </p:cNvPr>
          <p:cNvSpPr/>
          <p:nvPr/>
        </p:nvSpPr>
        <p:spPr>
          <a:xfrm>
            <a:off x="2350008"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69</a:t>
            </a:r>
          </a:p>
        </p:txBody>
      </p:sp>
      <p:sp>
        <p:nvSpPr>
          <p:cNvPr id="53" name="Rectangle 52">
            <a:extLst>
              <a:ext uri="{FF2B5EF4-FFF2-40B4-BE49-F238E27FC236}">
                <a16:creationId xmlns:a16="http://schemas.microsoft.com/office/drawing/2014/main" id="{31C8CB4D-A2C7-3CE7-99A7-B39DDA5D1259}"/>
              </a:ext>
            </a:extLst>
          </p:cNvPr>
          <p:cNvSpPr/>
          <p:nvPr/>
        </p:nvSpPr>
        <p:spPr>
          <a:xfrm>
            <a:off x="640080"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58</a:t>
            </a:r>
          </a:p>
        </p:txBody>
      </p:sp>
      <p:sp>
        <p:nvSpPr>
          <p:cNvPr id="56" name="Rectangle 55">
            <a:extLst>
              <a:ext uri="{FF2B5EF4-FFF2-40B4-BE49-F238E27FC236}">
                <a16:creationId xmlns:a16="http://schemas.microsoft.com/office/drawing/2014/main" id="{28D0EA0E-62D9-29CB-9581-699F8DBF7D6D}"/>
              </a:ext>
            </a:extLst>
          </p:cNvPr>
          <p:cNvSpPr/>
          <p:nvPr/>
        </p:nvSpPr>
        <p:spPr>
          <a:xfrm>
            <a:off x="4105656"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2400" dirty="0">
                <a:solidFill>
                  <a:prstClr val="white"/>
                </a:solidFill>
                <a:latin typeface="Arial" panose="020B0604020202020204" pitchFamily="34" charset="0"/>
              </a:rPr>
              <a:t>71</a:t>
            </a:r>
          </a:p>
        </p:txBody>
      </p:sp>
      <p:graphicFrame>
        <p:nvGraphicFramePr>
          <p:cNvPr id="57" name="Chart 56">
            <a:extLst>
              <a:ext uri="{FF2B5EF4-FFF2-40B4-BE49-F238E27FC236}">
                <a16:creationId xmlns:a16="http://schemas.microsoft.com/office/drawing/2014/main" id="{F26DDB0D-E5D6-6F20-60D8-5685C0322816}"/>
              </a:ext>
            </a:extLst>
          </p:cNvPr>
          <p:cNvGraphicFramePr/>
          <p:nvPr>
            <p:extLst>
              <p:ext uri="{D42A27DB-BD31-4B8C-83A1-F6EECF244321}">
                <p14:modId xmlns:p14="http://schemas.microsoft.com/office/powerpoint/2010/main" val="2732031622"/>
              </p:ext>
            </p:extLst>
          </p:nvPr>
        </p:nvGraphicFramePr>
        <p:xfrm>
          <a:off x="6922008" y="2468880"/>
          <a:ext cx="2254753" cy="1633172"/>
        </p:xfrm>
        <a:graphic>
          <a:graphicData uri="http://schemas.openxmlformats.org/drawingml/2006/chart">
            <c:chart xmlns:c="http://schemas.openxmlformats.org/drawingml/2006/chart" xmlns:r="http://schemas.openxmlformats.org/officeDocument/2006/relationships" r:id="rId5"/>
          </a:graphicData>
        </a:graphic>
      </p:graphicFrame>
      <p:sp>
        <p:nvSpPr>
          <p:cNvPr id="59" name="Rectangle 58">
            <a:extLst>
              <a:ext uri="{FF2B5EF4-FFF2-40B4-BE49-F238E27FC236}">
                <a16:creationId xmlns:a16="http://schemas.microsoft.com/office/drawing/2014/main" id="{578351AF-AF60-14EC-7F8D-EA059BCD15D9}"/>
              </a:ext>
            </a:extLst>
          </p:cNvPr>
          <p:cNvSpPr/>
          <p:nvPr/>
        </p:nvSpPr>
        <p:spPr>
          <a:xfrm>
            <a:off x="7589520" y="5212080"/>
            <a:ext cx="1061302" cy="643990"/>
          </a:xfrm>
          <a:prstGeom prst="rect">
            <a:avLst/>
          </a:prstGeom>
          <a:solidFill>
            <a:srgbClr val="285B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77</a:t>
            </a:r>
          </a:p>
        </p:txBody>
      </p:sp>
      <p:sp>
        <p:nvSpPr>
          <p:cNvPr id="62" name="Rectangle 61">
            <a:extLst>
              <a:ext uri="{FF2B5EF4-FFF2-40B4-BE49-F238E27FC236}">
                <a16:creationId xmlns:a16="http://schemas.microsoft.com/office/drawing/2014/main" id="{CE22D47D-9777-53E7-E55A-9CA44D17581E}"/>
              </a:ext>
            </a:extLst>
          </p:cNvPr>
          <p:cNvSpPr/>
          <p:nvPr/>
        </p:nvSpPr>
        <p:spPr>
          <a:xfrm>
            <a:off x="5861304"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prstClr val="white"/>
                </a:solidFill>
                <a:latin typeface="Arial" panose="020B0604020202020204" pitchFamily="34" charset="0"/>
              </a:rPr>
              <a:t>75</a:t>
            </a:r>
          </a:p>
        </p:txBody>
      </p:sp>
      <p:sp>
        <p:nvSpPr>
          <p:cNvPr id="35" name="TextBox 34">
            <a:extLst>
              <a:ext uri="{FF2B5EF4-FFF2-40B4-BE49-F238E27FC236}">
                <a16:creationId xmlns:a16="http://schemas.microsoft.com/office/drawing/2014/main" id="{F69754D8-F1A8-D642-AAF0-2DE5566B4554}"/>
              </a:ext>
            </a:extLst>
          </p:cNvPr>
          <p:cNvSpPr txBox="1"/>
          <p:nvPr/>
        </p:nvSpPr>
        <p:spPr>
          <a:xfrm>
            <a:off x="45720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البريد الإلكتروني</a:t>
            </a:r>
          </a:p>
        </p:txBody>
      </p:sp>
      <p:sp>
        <p:nvSpPr>
          <p:cNvPr id="42" name="TextBox 41">
            <a:extLst>
              <a:ext uri="{FF2B5EF4-FFF2-40B4-BE49-F238E27FC236}">
                <a16:creationId xmlns:a16="http://schemas.microsoft.com/office/drawing/2014/main" id="{8FB66AED-6C20-1655-820F-4012288676FB}"/>
              </a:ext>
            </a:extLst>
          </p:cNvPr>
          <p:cNvSpPr txBox="1"/>
          <p:nvPr/>
        </p:nvSpPr>
        <p:spPr>
          <a:xfrm>
            <a:off x="740664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تطبيق الهاتف الذكي</a:t>
            </a:r>
          </a:p>
        </p:txBody>
      </p:sp>
      <p:sp>
        <p:nvSpPr>
          <p:cNvPr id="43" name="TextBox 42">
            <a:extLst>
              <a:ext uri="{FF2B5EF4-FFF2-40B4-BE49-F238E27FC236}">
                <a16:creationId xmlns:a16="http://schemas.microsoft.com/office/drawing/2014/main" id="{90FF7B52-2731-AE04-FC19-39094F5A5484}"/>
              </a:ext>
            </a:extLst>
          </p:cNvPr>
          <p:cNvSpPr txBox="1"/>
          <p:nvPr/>
        </p:nvSpPr>
        <p:spPr>
          <a:xfrm>
            <a:off x="219456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الاتصال</a:t>
            </a:r>
          </a:p>
        </p:txBody>
      </p:sp>
      <p:sp>
        <p:nvSpPr>
          <p:cNvPr id="46" name="TextBox 45">
            <a:extLst>
              <a:ext uri="{FF2B5EF4-FFF2-40B4-BE49-F238E27FC236}">
                <a16:creationId xmlns:a16="http://schemas.microsoft.com/office/drawing/2014/main" id="{48232F4E-13A7-3599-ED30-CC2BDADF6CA8}"/>
              </a:ext>
            </a:extLst>
          </p:cNvPr>
          <p:cNvSpPr txBox="1"/>
          <p:nvPr/>
        </p:nvSpPr>
        <p:spPr>
          <a:xfrm>
            <a:off x="393192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خدمة المتعاملين</a:t>
            </a:r>
          </a:p>
        </p:txBody>
      </p:sp>
      <p:sp>
        <p:nvSpPr>
          <p:cNvPr id="50" name="TextBox 49">
            <a:extLst>
              <a:ext uri="{FF2B5EF4-FFF2-40B4-BE49-F238E27FC236}">
                <a16:creationId xmlns:a16="http://schemas.microsoft.com/office/drawing/2014/main" id="{FB4F1814-EEAB-AE5E-E3AB-9E4F4AD19B79}"/>
              </a:ext>
            </a:extLst>
          </p:cNvPr>
          <p:cNvSpPr txBox="1"/>
          <p:nvPr/>
        </p:nvSpPr>
        <p:spPr>
          <a:xfrm>
            <a:off x="566928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الموقع الإلكتروني</a:t>
            </a:r>
          </a:p>
        </p:txBody>
      </p:sp>
      <p:sp>
        <p:nvSpPr>
          <p:cNvPr id="52" name="Rectangle: Rounded Corners 51">
            <a:extLst>
              <a:ext uri="{FF2B5EF4-FFF2-40B4-BE49-F238E27FC236}">
                <a16:creationId xmlns:a16="http://schemas.microsoft.com/office/drawing/2014/main" id="{75F3B542-28A6-294F-D0C2-FF05B2AB9E21}"/>
              </a:ext>
            </a:extLst>
          </p:cNvPr>
          <p:cNvSpPr/>
          <p:nvPr/>
        </p:nvSpPr>
        <p:spPr>
          <a:xfrm>
            <a:off x="9464040" y="1645920"/>
            <a:ext cx="1367636" cy="40404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النتيجة الكلية</a:t>
            </a:r>
            <a:endParaRPr kumimoji="0" lang="en-US"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58" name="Rectangle: Rounded Corners 57">
            <a:extLst>
              <a:ext uri="{FF2B5EF4-FFF2-40B4-BE49-F238E27FC236}">
                <a16:creationId xmlns:a16="http://schemas.microsoft.com/office/drawing/2014/main" id="{DDD0A9B6-679B-998F-547C-C411113030A7}"/>
              </a:ext>
            </a:extLst>
          </p:cNvPr>
          <p:cNvSpPr/>
          <p:nvPr/>
        </p:nvSpPr>
        <p:spPr>
          <a:xfrm>
            <a:off x="3200400" y="1645920"/>
            <a:ext cx="29659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lvl="0" algn="ctr" rtl="0">
              <a:defRPr/>
            </a:pPr>
            <a:r>
              <a:rPr lang="ar-AE" sz="1400" b="1" dirty="0">
                <a:solidFill>
                  <a:sysClr val="windowText" lastClr="000000"/>
                </a:solidFill>
                <a:latin typeface="Arial" panose="020B0604020202020204" pitchFamily="34" charset="0"/>
                <a:cs typeface="Arial" panose="020B0604020202020204" pitchFamily="34" charset="0"/>
              </a:rPr>
              <a:t>قنوات تقديم الخدمة وطلب الاستفسارات</a:t>
            </a:r>
            <a:endParaRPr lang="en-US" sz="1400" b="1" dirty="0">
              <a:solidFill>
                <a:sysClr val="windowText" lastClr="000000"/>
              </a:solidFill>
              <a:latin typeface="Arial" panose="020B0604020202020204" pitchFamily="34" charset="0"/>
              <a:cs typeface="Arial" panose="020B0604020202020204" pitchFamily="34" charset="0"/>
            </a:endParaRPr>
          </a:p>
        </p:txBody>
      </p:sp>
      <p:sp>
        <p:nvSpPr>
          <p:cNvPr id="61" name="Rectangle: Rounded Corners 60">
            <a:extLst>
              <a:ext uri="{FF2B5EF4-FFF2-40B4-BE49-F238E27FC236}">
                <a16:creationId xmlns:a16="http://schemas.microsoft.com/office/drawing/2014/main" id="{66F0996E-8E97-8634-74DC-19D8E41FF005}"/>
              </a:ext>
            </a:extLst>
          </p:cNvPr>
          <p:cNvSpPr/>
          <p:nvPr/>
        </p:nvSpPr>
        <p:spPr>
          <a:xfrm rot="16200000">
            <a:off x="10881360" y="3063240"/>
            <a:ext cx="131232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الرضا العام</a:t>
            </a:r>
            <a:endParaRPr kumimoji="0" lang="en-US"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63" name="Rectangle: Rounded Corners 62">
            <a:extLst>
              <a:ext uri="{FF2B5EF4-FFF2-40B4-BE49-F238E27FC236}">
                <a16:creationId xmlns:a16="http://schemas.microsoft.com/office/drawing/2014/main" id="{D95E3CC1-035E-D513-B6D7-04A79E0B6ED1}"/>
              </a:ext>
            </a:extLst>
          </p:cNvPr>
          <p:cNvSpPr/>
          <p:nvPr/>
        </p:nvSpPr>
        <p:spPr>
          <a:xfrm rot="16200000">
            <a:off x="10720935" y="4983480"/>
            <a:ext cx="1633171"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صافي نقاط التوصية</a:t>
            </a:r>
          </a:p>
        </p:txBody>
      </p:sp>
      <p:sp>
        <p:nvSpPr>
          <p:cNvPr id="7" name="TextBox 6">
            <a:extLst>
              <a:ext uri="{FF2B5EF4-FFF2-40B4-BE49-F238E27FC236}">
                <a16:creationId xmlns:a16="http://schemas.microsoft.com/office/drawing/2014/main" id="{92B472EE-0349-A90C-F5CB-5469CBEDC78A}"/>
              </a:ext>
            </a:extLst>
          </p:cNvPr>
          <p:cNvSpPr txBox="1"/>
          <p:nvPr/>
        </p:nvSpPr>
        <p:spPr>
          <a:xfrm>
            <a:off x="9646920" y="6034674"/>
            <a:ext cx="1061303" cy="276999"/>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srgbClr val="414141"/>
                </a:solidFill>
                <a:effectLst/>
                <a:uLnTx/>
                <a:uFillTx/>
                <a:latin typeface="Arial"/>
                <a:ea typeface="+mn-ea"/>
              </a:rPr>
              <a:t>العينة = 3,001 </a:t>
            </a:r>
            <a:endParaRPr kumimoji="0" lang="ar-SA" sz="1200" b="1" i="0" u="none" strike="noStrike" kern="1200" cap="none" spc="0" normalizeH="0" baseline="0" noProof="0" dirty="0">
              <a:ln>
                <a:noFill/>
              </a:ln>
              <a:solidFill>
                <a:srgbClr val="414141"/>
              </a:solidFill>
              <a:effectLst/>
              <a:uLnTx/>
              <a:uFillTx/>
              <a:latin typeface="Arial"/>
              <a:ea typeface="+mn-ea"/>
              <a:sym typeface="Arial"/>
            </a:endParaRPr>
          </a:p>
        </p:txBody>
      </p:sp>
      <p:graphicFrame>
        <p:nvGraphicFramePr>
          <p:cNvPr id="10" name="Table 9">
            <a:extLst>
              <a:ext uri="{FF2B5EF4-FFF2-40B4-BE49-F238E27FC236}">
                <a16:creationId xmlns:a16="http://schemas.microsoft.com/office/drawing/2014/main" id="{FADB8E32-8594-7EF5-C5A4-A50906B527D4}"/>
              </a:ext>
            </a:extLst>
          </p:cNvPr>
          <p:cNvGraphicFramePr>
            <a:graphicFrameLocks noGrp="1"/>
          </p:cNvGraphicFramePr>
          <p:nvPr>
            <p:extLst>
              <p:ext uri="{D42A27DB-BD31-4B8C-83A1-F6EECF244321}">
                <p14:modId xmlns:p14="http://schemas.microsoft.com/office/powerpoint/2010/main" val="4215035733"/>
              </p:ext>
            </p:extLst>
          </p:nvPr>
        </p:nvGraphicFramePr>
        <p:xfrm>
          <a:off x="256030" y="6035040"/>
          <a:ext cx="8799070" cy="276999"/>
        </p:xfrm>
        <a:graphic>
          <a:graphicData uri="http://schemas.openxmlformats.org/drawingml/2006/table">
            <a:tbl>
              <a:tblPr firstRow="1" bandRow="1">
                <a:tableStyleId>{C083E6E3-FA7D-4D7B-A595-EF9225AFEA82}</a:tableStyleId>
              </a:tblPr>
              <a:tblGrid>
                <a:gridCol w="1759814">
                  <a:extLst>
                    <a:ext uri="{9D8B030D-6E8A-4147-A177-3AD203B41FA5}">
                      <a16:colId xmlns:a16="http://schemas.microsoft.com/office/drawing/2014/main" val="3215137467"/>
                    </a:ext>
                  </a:extLst>
                </a:gridCol>
                <a:gridCol w="1759814">
                  <a:extLst>
                    <a:ext uri="{9D8B030D-6E8A-4147-A177-3AD203B41FA5}">
                      <a16:colId xmlns:a16="http://schemas.microsoft.com/office/drawing/2014/main" val="2514751298"/>
                    </a:ext>
                  </a:extLst>
                </a:gridCol>
                <a:gridCol w="1759814">
                  <a:extLst>
                    <a:ext uri="{9D8B030D-6E8A-4147-A177-3AD203B41FA5}">
                      <a16:colId xmlns:a16="http://schemas.microsoft.com/office/drawing/2014/main" val="3001178835"/>
                    </a:ext>
                  </a:extLst>
                </a:gridCol>
                <a:gridCol w="1759814">
                  <a:extLst>
                    <a:ext uri="{9D8B030D-6E8A-4147-A177-3AD203B41FA5}">
                      <a16:colId xmlns:a16="http://schemas.microsoft.com/office/drawing/2014/main" val="3931849152"/>
                    </a:ext>
                  </a:extLst>
                </a:gridCol>
                <a:gridCol w="1759814">
                  <a:extLst>
                    <a:ext uri="{9D8B030D-6E8A-4147-A177-3AD203B41FA5}">
                      <a16:colId xmlns:a16="http://schemas.microsoft.com/office/drawing/2014/main" val="1529850017"/>
                    </a:ext>
                  </a:extLst>
                </a:gridCol>
              </a:tblGrid>
              <a:tr h="276999">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281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kern="1200" dirty="0">
                          <a:solidFill>
                            <a:sysClr val="windowText" lastClr="000000"/>
                          </a:solidFill>
                          <a:latin typeface="Arial" panose="020B0604020202020204" pitchFamily="34" charset="0"/>
                          <a:ea typeface="+mn-ea"/>
                          <a:cs typeface="+mn-cs"/>
                        </a:rPr>
                        <a:t>515</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38</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1,000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1,167</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9254276"/>
                  </a:ext>
                </a:extLst>
              </a:tr>
            </a:tbl>
          </a:graphicData>
        </a:graphic>
      </p:graphicFrame>
      <p:graphicFrame>
        <p:nvGraphicFramePr>
          <p:cNvPr id="11" name="Chart 10">
            <a:extLst>
              <a:ext uri="{FF2B5EF4-FFF2-40B4-BE49-F238E27FC236}">
                <a16:creationId xmlns:a16="http://schemas.microsoft.com/office/drawing/2014/main" id="{4E1ECCC0-58C8-9C52-F724-1B5DD0C9A64B}"/>
              </a:ext>
            </a:extLst>
          </p:cNvPr>
          <p:cNvGraphicFramePr/>
          <p:nvPr>
            <p:extLst>
              <p:ext uri="{D42A27DB-BD31-4B8C-83A1-F6EECF244321}">
                <p14:modId xmlns:p14="http://schemas.microsoft.com/office/powerpoint/2010/main" val="2061848812"/>
              </p:ext>
            </p:extLst>
          </p:nvPr>
        </p:nvGraphicFramePr>
        <p:xfrm>
          <a:off x="8321040" y="2103120"/>
          <a:ext cx="3342986" cy="239068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CCBFF7BC-84A4-BD24-5423-F46A0823DE43}"/>
              </a:ext>
            </a:extLst>
          </p:cNvPr>
          <p:cNvGraphicFramePr/>
          <p:nvPr>
            <p:extLst>
              <p:ext uri="{D42A27DB-BD31-4B8C-83A1-F6EECF244321}">
                <p14:modId xmlns:p14="http://schemas.microsoft.com/office/powerpoint/2010/main" val="539840255"/>
              </p:ext>
            </p:extLst>
          </p:nvPr>
        </p:nvGraphicFramePr>
        <p:xfrm>
          <a:off x="5166360" y="2468880"/>
          <a:ext cx="2254753" cy="163317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hart 14">
            <a:extLst>
              <a:ext uri="{FF2B5EF4-FFF2-40B4-BE49-F238E27FC236}">
                <a16:creationId xmlns:a16="http://schemas.microsoft.com/office/drawing/2014/main" id="{AB72DE5D-86B6-C51D-3EBB-2D342225ED41}"/>
              </a:ext>
            </a:extLst>
          </p:cNvPr>
          <p:cNvGraphicFramePr/>
          <p:nvPr>
            <p:extLst>
              <p:ext uri="{D42A27DB-BD31-4B8C-83A1-F6EECF244321}">
                <p14:modId xmlns:p14="http://schemas.microsoft.com/office/powerpoint/2010/main" val="2567162002"/>
              </p:ext>
            </p:extLst>
          </p:nvPr>
        </p:nvGraphicFramePr>
        <p:xfrm>
          <a:off x="3404115" y="2468880"/>
          <a:ext cx="2254753" cy="163317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 name="Chart 15">
            <a:extLst>
              <a:ext uri="{FF2B5EF4-FFF2-40B4-BE49-F238E27FC236}">
                <a16:creationId xmlns:a16="http://schemas.microsoft.com/office/drawing/2014/main" id="{2DD21106-1237-4AC8-5E87-390165CCA564}"/>
              </a:ext>
            </a:extLst>
          </p:cNvPr>
          <p:cNvGraphicFramePr/>
          <p:nvPr>
            <p:extLst>
              <p:ext uri="{D42A27DB-BD31-4B8C-83A1-F6EECF244321}">
                <p14:modId xmlns:p14="http://schemas.microsoft.com/office/powerpoint/2010/main" val="4152337108"/>
              </p:ext>
            </p:extLst>
          </p:nvPr>
        </p:nvGraphicFramePr>
        <p:xfrm>
          <a:off x="-45720" y="2468880"/>
          <a:ext cx="2254753" cy="163317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 name="Table 4">
            <a:extLst>
              <a:ext uri="{FF2B5EF4-FFF2-40B4-BE49-F238E27FC236}">
                <a16:creationId xmlns:a16="http://schemas.microsoft.com/office/drawing/2014/main" id="{99D4876C-F758-210C-420C-98F4588142CC}"/>
              </a:ext>
            </a:extLst>
          </p:cNvPr>
          <p:cNvGraphicFramePr>
            <a:graphicFrameLocks noGrp="1"/>
          </p:cNvGraphicFramePr>
          <p:nvPr>
            <p:extLst>
              <p:ext uri="{D42A27DB-BD31-4B8C-83A1-F6EECF244321}">
                <p14:modId xmlns:p14="http://schemas.microsoft.com/office/powerpoint/2010/main" val="1543729127"/>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523654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7605-2111-8235-A952-59AD432413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E171B9C-C6F9-B1E7-DA24-2935B666ACD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endParaRPr>
          </a:p>
        </p:txBody>
      </p:sp>
      <p:sp>
        <p:nvSpPr>
          <p:cNvPr id="9" name="TextBox 8">
            <a:extLst>
              <a:ext uri="{FF2B5EF4-FFF2-40B4-BE49-F238E27FC236}">
                <a16:creationId xmlns:a16="http://schemas.microsoft.com/office/drawing/2014/main" id="{41CF6788-FBF7-038A-6C03-21761C21CD43}"/>
              </a:ext>
            </a:extLst>
          </p:cNvPr>
          <p:cNvSpPr txBox="1"/>
          <p:nvPr/>
        </p:nvSpPr>
        <p:spPr>
          <a:xfrm>
            <a:off x="6976690" y="244463"/>
            <a:ext cx="5019375" cy="523220"/>
          </a:xfrm>
          <a:prstGeom prst="rect">
            <a:avLst/>
          </a:prstGeom>
          <a:noFill/>
        </p:spPr>
        <p:txBody>
          <a:bodyPr wrap="square" rtlCol="0">
            <a:spAutoFit/>
          </a:bodyPr>
          <a:lstStyle/>
          <a:p>
            <a:pPr lvl="0" algn="r">
              <a:defRPr/>
            </a:pPr>
            <a:r>
              <a:rPr lang="ar-AE" sz="2800" dirty="0">
                <a:solidFill>
                  <a:srgbClr val="B68A35"/>
                </a:solidFill>
                <a:latin typeface="Arial"/>
              </a:rPr>
              <a:t>الثقة بالجهة الحكومية و</a:t>
            </a:r>
            <a:r>
              <a:rPr kumimoji="0" lang="ar-AE" sz="2800" b="0" i="0" u="none" strike="noStrike" kern="1200" cap="none" spc="0" normalizeH="0" baseline="0" noProof="0" dirty="0">
                <a:ln>
                  <a:noFill/>
                </a:ln>
                <a:solidFill>
                  <a:srgbClr val="B68A35"/>
                </a:solidFill>
                <a:effectLst/>
                <a:uLnTx/>
                <a:uFillTx/>
                <a:latin typeface="Arial"/>
              </a:rPr>
              <a:t>القيمة مقابل الخدمة</a:t>
            </a:r>
            <a:endParaRPr kumimoji="0" lang="ar-EG" sz="2800" b="0" i="0" u="none" strike="noStrike" kern="1200" cap="none" spc="0" normalizeH="0" baseline="0" noProof="0" dirty="0">
              <a:ln>
                <a:noFill/>
              </a:ln>
              <a:solidFill>
                <a:srgbClr val="B68A35"/>
              </a:solidFill>
              <a:effectLst/>
              <a:uLnTx/>
              <a:uFillTx/>
              <a:latin typeface="Arial"/>
            </a:endParaRPr>
          </a:p>
        </p:txBody>
      </p:sp>
      <p:sp>
        <p:nvSpPr>
          <p:cNvPr id="6" name="TextBox 5">
            <a:extLst>
              <a:ext uri="{FF2B5EF4-FFF2-40B4-BE49-F238E27FC236}">
                <a16:creationId xmlns:a16="http://schemas.microsoft.com/office/drawing/2014/main" id="{017D7EA3-EFEE-64BC-57B3-B812F9F16ECA}"/>
              </a:ext>
            </a:extLst>
          </p:cNvPr>
          <p:cNvSpPr txBox="1"/>
          <p:nvPr/>
        </p:nvSpPr>
        <p:spPr>
          <a:xfrm>
            <a:off x="1514635" y="734660"/>
            <a:ext cx="10481430" cy="523220"/>
          </a:xfrm>
          <a:prstGeom prst="rect">
            <a:avLst/>
          </a:prstGeom>
          <a:noFill/>
        </p:spPr>
        <p:txBody>
          <a:bodyPr wrap="square" rtlCol="0">
            <a:spAutoFit/>
          </a:bodyPr>
          <a:lstStyle/>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prstClr val="black"/>
                </a:solidFill>
                <a:effectLst/>
                <a:uLnTx/>
                <a:uFillTx/>
                <a:latin typeface="Arial"/>
                <a:ea typeface="+mn-ea"/>
              </a:rPr>
              <a:t>بلغ معدل </a:t>
            </a:r>
            <a:r>
              <a:rPr lang="ar-AE" sz="1400" dirty="0">
                <a:solidFill>
                  <a:prstClr val="black"/>
                </a:solidFill>
                <a:latin typeface="Arial"/>
              </a:rPr>
              <a:t>ثقة</a:t>
            </a:r>
            <a:r>
              <a:rPr kumimoji="0" lang="ar-AE" sz="1400" b="0" i="0" u="none" strike="noStrike" kern="1200" cap="none" spc="0" normalizeH="0" baseline="0" noProof="0" dirty="0">
                <a:ln>
                  <a:noFill/>
                </a:ln>
                <a:solidFill>
                  <a:prstClr val="black"/>
                </a:solidFill>
                <a:effectLst/>
                <a:uLnTx/>
                <a:uFillTx/>
                <a:latin typeface="Arial"/>
                <a:ea typeface="+mn-ea"/>
              </a:rPr>
              <a:t> المتعاملين </a:t>
            </a:r>
            <a:r>
              <a:rPr kumimoji="0" lang="ar-AE" sz="1400" b="1" i="0" u="none" strike="noStrike" kern="1200" cap="none" spc="0" normalizeH="0" baseline="0" noProof="0" dirty="0">
                <a:ln>
                  <a:noFill/>
                </a:ln>
                <a:solidFill>
                  <a:prstClr val="black"/>
                </a:solidFill>
                <a:effectLst/>
                <a:uLnTx/>
                <a:uFillTx/>
                <a:latin typeface="Arial"/>
                <a:ea typeface="+mn-ea"/>
              </a:rPr>
              <a:t>‎%</a:t>
            </a:r>
            <a:r>
              <a:rPr lang="ar-AE" sz="1400" b="1" dirty="0">
                <a:solidFill>
                  <a:prstClr val="black"/>
                </a:solidFill>
                <a:latin typeface="Arial"/>
              </a:rPr>
              <a:t>97</a:t>
            </a:r>
            <a:r>
              <a:rPr kumimoji="0" lang="ar-AE" sz="1400" b="1" i="0" u="none" strike="noStrike" kern="1200" cap="none" spc="0" normalizeH="0" baseline="0" noProof="0" dirty="0">
                <a:ln>
                  <a:noFill/>
                </a:ln>
                <a:solidFill>
                  <a:prstClr val="black"/>
                </a:solidFill>
                <a:effectLst/>
                <a:uLnTx/>
                <a:uFillTx/>
                <a:latin typeface="Arial"/>
                <a:ea typeface="+mn-ea"/>
              </a:rPr>
              <a:t> </a:t>
            </a:r>
            <a:r>
              <a:rPr kumimoji="0" lang="ar-AE" sz="1400" b="0" i="0" u="none" strike="noStrike" kern="1200" cap="none" spc="0" normalizeH="0" baseline="0" noProof="0" dirty="0">
                <a:ln>
                  <a:noFill/>
                </a:ln>
                <a:solidFill>
                  <a:prstClr val="black"/>
                </a:solidFill>
                <a:effectLst/>
                <a:uLnTx/>
                <a:uFillTx/>
                <a:latin typeface="Arial"/>
                <a:ea typeface="+mn-ea"/>
              </a:rPr>
              <a:t>خلال يناير 2026، حيث تصدّر </a:t>
            </a:r>
            <a:r>
              <a:rPr lang="ar-AE" sz="1400" b="1" dirty="0">
                <a:solidFill>
                  <a:prstClr val="black"/>
                </a:solidFill>
                <a:latin typeface="Arial"/>
              </a:rPr>
              <a:t>الموقع الإلكتروني</a:t>
            </a:r>
            <a:r>
              <a:rPr kumimoji="0" lang="ar-AE" sz="1400" b="1" i="0" u="none" strike="noStrike" kern="1200" cap="none" spc="0" normalizeH="0" baseline="0" noProof="0" dirty="0">
                <a:ln>
                  <a:noFill/>
                </a:ln>
                <a:solidFill>
                  <a:prstClr val="black"/>
                </a:solidFill>
                <a:effectLst/>
                <a:uLnTx/>
                <a:uFillTx/>
                <a:latin typeface="Arial"/>
                <a:ea typeface="+mn-ea"/>
              </a:rPr>
              <a:t>‎</a:t>
            </a:r>
            <a:r>
              <a:rPr kumimoji="0" lang="ar-AE" sz="1400" b="0" i="0" u="none" strike="noStrike" kern="1200" cap="none" spc="0" normalizeH="0" baseline="0" noProof="0" dirty="0">
                <a:ln>
                  <a:noFill/>
                </a:ln>
                <a:solidFill>
                  <a:prstClr val="black"/>
                </a:solidFill>
                <a:effectLst/>
                <a:uLnTx/>
                <a:uFillTx/>
                <a:latin typeface="Arial"/>
                <a:ea typeface="+mn-ea"/>
              </a:rPr>
              <a:t> أعلى النسب بين قنوات الخدمة حيث بلغ </a:t>
            </a:r>
            <a:r>
              <a:rPr kumimoji="0" lang="ar-AE" sz="1400" b="1" i="0" u="none" strike="noStrike" kern="1200" cap="none" spc="0" normalizeH="0" baseline="0" noProof="0" dirty="0">
                <a:ln>
                  <a:noFill/>
                </a:ln>
                <a:solidFill>
                  <a:prstClr val="black"/>
                </a:solidFill>
                <a:effectLst/>
                <a:uLnTx/>
                <a:uFillTx/>
                <a:latin typeface="Arial"/>
                <a:ea typeface="+mn-ea"/>
              </a:rPr>
              <a:t>98%.</a:t>
            </a:r>
          </a:p>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prstClr val="black"/>
                </a:solidFill>
                <a:effectLst/>
                <a:uLnTx/>
                <a:uFillTx/>
                <a:latin typeface="Arial"/>
                <a:ea typeface="+mn-ea"/>
              </a:rPr>
              <a:t>كما بلغ معدل الرضا عن القيمة مقابل الخدمة‎</a:t>
            </a:r>
            <a:r>
              <a:rPr lang="ar-AE" sz="1400" b="1" dirty="0">
                <a:solidFill>
                  <a:prstClr val="black"/>
                </a:solidFill>
                <a:latin typeface="Arial"/>
              </a:rPr>
              <a:t> %90 </a:t>
            </a:r>
            <a:r>
              <a:rPr lang="ar-AE" sz="1400" dirty="0">
                <a:solidFill>
                  <a:prstClr val="black"/>
                </a:solidFill>
                <a:latin typeface="Arial"/>
              </a:rPr>
              <a:t>حيث </a:t>
            </a:r>
            <a:r>
              <a:rPr kumimoji="0" lang="ar-AE" sz="1400" b="0" i="0" u="none" strike="noStrike" kern="1200" cap="none" spc="0" normalizeH="0" baseline="0" noProof="0" dirty="0">
                <a:ln>
                  <a:noFill/>
                </a:ln>
                <a:solidFill>
                  <a:prstClr val="black"/>
                </a:solidFill>
                <a:effectLst/>
                <a:uLnTx/>
                <a:uFillTx/>
                <a:latin typeface="Arial"/>
                <a:ea typeface="+mn-ea"/>
              </a:rPr>
              <a:t>سجّل </a:t>
            </a:r>
            <a:r>
              <a:rPr lang="ar-AE" sz="1400" b="1" dirty="0">
                <a:solidFill>
                  <a:prstClr val="black"/>
                </a:solidFill>
                <a:latin typeface="Arial"/>
              </a:rPr>
              <a:t>تطبيق الهاتف الذكي</a:t>
            </a:r>
            <a:r>
              <a:rPr kumimoji="0" lang="ar-AE" sz="1400" b="0" i="0" u="none" strike="noStrike" kern="1200" cap="none" spc="0" normalizeH="0" baseline="0" noProof="0" dirty="0">
                <a:ln>
                  <a:noFill/>
                </a:ln>
                <a:solidFill>
                  <a:prstClr val="black"/>
                </a:solidFill>
                <a:effectLst/>
                <a:uLnTx/>
                <a:uFillTx/>
                <a:latin typeface="Arial"/>
                <a:ea typeface="+mn-ea"/>
              </a:rPr>
              <a:t>‎ </a:t>
            </a:r>
            <a:r>
              <a:rPr lang="ar-AE" sz="1400" dirty="0">
                <a:solidFill>
                  <a:prstClr val="black"/>
                </a:solidFill>
                <a:latin typeface="Arial"/>
              </a:rPr>
              <a:t>أعلى</a:t>
            </a:r>
            <a:r>
              <a:rPr kumimoji="0" lang="ar-AE" sz="1400" b="0" i="0" u="none" strike="noStrike" kern="1200" cap="none" spc="0" normalizeH="0" baseline="0" noProof="0" dirty="0">
                <a:ln>
                  <a:noFill/>
                </a:ln>
                <a:solidFill>
                  <a:prstClr val="black"/>
                </a:solidFill>
                <a:effectLst/>
                <a:uLnTx/>
                <a:uFillTx/>
                <a:latin typeface="Arial"/>
                <a:ea typeface="+mn-ea"/>
              </a:rPr>
              <a:t> نسبة في هذا الجانب</a:t>
            </a:r>
            <a:r>
              <a:rPr lang="ar-AE" sz="1400" dirty="0">
                <a:solidFill>
                  <a:prstClr val="black"/>
                </a:solidFill>
                <a:latin typeface="Arial"/>
              </a:rPr>
              <a:t> حيث بلغ </a:t>
            </a:r>
            <a:r>
              <a:rPr lang="ar-AE" sz="1400" b="1" dirty="0">
                <a:solidFill>
                  <a:prstClr val="black"/>
                </a:solidFill>
                <a:latin typeface="Arial"/>
              </a:rPr>
              <a:t>93%</a:t>
            </a:r>
            <a:r>
              <a:rPr kumimoji="0" lang="ar-AE" sz="1400" b="0" i="0" u="none" strike="noStrike" kern="1200" cap="none" spc="0" normalizeH="0" baseline="0" noProof="0" dirty="0">
                <a:ln>
                  <a:noFill/>
                </a:ln>
                <a:solidFill>
                  <a:prstClr val="black"/>
                </a:solidFill>
                <a:effectLst/>
                <a:uLnTx/>
                <a:uFillTx/>
                <a:latin typeface="Arial"/>
                <a:ea typeface="+mn-ea"/>
              </a:rPr>
              <a:t>.</a:t>
            </a:r>
            <a:endParaRPr kumimoji="0" lang="en-US" sz="1400" b="0" i="0" u="none" strike="noStrike" kern="1200" cap="none" spc="0" normalizeH="0" baseline="0" noProof="0" dirty="0">
              <a:ln>
                <a:noFill/>
              </a:ln>
              <a:solidFill>
                <a:prstClr val="black"/>
              </a:solidFill>
              <a:effectLst/>
              <a:uLnTx/>
              <a:uFillTx/>
              <a:latin typeface="Arial"/>
              <a:ea typeface="+mn-ea"/>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31F1A559-9067-D97C-B8DA-1CAC58E43E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4" name="Rectangle: Rounded Corners 3">
            <a:extLst>
              <a:ext uri="{FF2B5EF4-FFF2-40B4-BE49-F238E27FC236}">
                <a16:creationId xmlns:a16="http://schemas.microsoft.com/office/drawing/2014/main" id="{F22E7B80-BCDB-5629-BEF1-9C6E6A6C1578}"/>
              </a:ext>
            </a:extLst>
          </p:cNvPr>
          <p:cNvSpPr/>
          <p:nvPr/>
        </p:nvSpPr>
        <p:spPr>
          <a:xfrm>
            <a:off x="256839" y="1550202"/>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endParaRPr>
          </a:p>
        </p:txBody>
      </p:sp>
      <p:graphicFrame>
        <p:nvGraphicFramePr>
          <p:cNvPr id="23" name="Chart 22">
            <a:extLst>
              <a:ext uri="{FF2B5EF4-FFF2-40B4-BE49-F238E27FC236}">
                <a16:creationId xmlns:a16="http://schemas.microsoft.com/office/drawing/2014/main" id="{6B3FDF37-952E-E8A6-35DB-8C71C1C288FF}"/>
              </a:ext>
            </a:extLst>
          </p:cNvPr>
          <p:cNvGraphicFramePr/>
          <p:nvPr>
            <p:extLst>
              <p:ext uri="{D42A27DB-BD31-4B8C-83A1-F6EECF244321}">
                <p14:modId xmlns:p14="http://schemas.microsoft.com/office/powerpoint/2010/main" val="847438672"/>
              </p:ext>
            </p:extLst>
          </p:nvPr>
        </p:nvGraphicFramePr>
        <p:xfrm>
          <a:off x="8322601" y="1814018"/>
          <a:ext cx="3342986" cy="2390683"/>
        </p:xfrm>
        <a:graphic>
          <a:graphicData uri="http://schemas.openxmlformats.org/drawingml/2006/chart">
            <c:chart xmlns:c="http://schemas.openxmlformats.org/drawingml/2006/chart" xmlns:r="http://schemas.openxmlformats.org/officeDocument/2006/relationships" r:id="rId4"/>
          </a:graphicData>
        </a:graphic>
      </p:graphicFrame>
      <p:sp>
        <p:nvSpPr>
          <p:cNvPr id="24" name="Rectangle: Rounded Corners 23">
            <a:extLst>
              <a:ext uri="{FF2B5EF4-FFF2-40B4-BE49-F238E27FC236}">
                <a16:creationId xmlns:a16="http://schemas.microsoft.com/office/drawing/2014/main" id="{BB19C1C8-8541-2FB5-2CA0-1C6F36EC38A5}"/>
              </a:ext>
            </a:extLst>
          </p:cNvPr>
          <p:cNvSpPr/>
          <p:nvPr/>
        </p:nvSpPr>
        <p:spPr>
          <a:xfrm>
            <a:off x="3154601" y="1649242"/>
            <a:ext cx="29659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200" b="1" i="0" u="none" strike="noStrike" kern="1200" cap="none" spc="0" normalizeH="0" baseline="0" noProof="0">
                <a:ln>
                  <a:noFill/>
                </a:ln>
                <a:solidFill>
                  <a:sysClr val="windowText" lastClr="000000"/>
                </a:solidFill>
                <a:effectLst/>
                <a:uLnTx/>
                <a:uFillTx/>
                <a:latin typeface="Arial" panose="020B0604020202020204" pitchFamily="34" charset="0"/>
                <a:ea typeface="+mn-ea"/>
              </a:rPr>
              <a:t>قنوات تقديم الخدمة وطلب الاستفسارات</a:t>
            </a: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endParaRPr>
          </a:p>
        </p:txBody>
      </p:sp>
      <p:cxnSp>
        <p:nvCxnSpPr>
          <p:cNvPr id="45" name="Straight Connector 44">
            <a:extLst>
              <a:ext uri="{FF2B5EF4-FFF2-40B4-BE49-F238E27FC236}">
                <a16:creationId xmlns:a16="http://schemas.microsoft.com/office/drawing/2014/main" id="{894A6EFC-EB07-A1F2-C537-01BE00C7BF7F}"/>
              </a:ext>
            </a:extLst>
          </p:cNvPr>
          <p:cNvCxnSpPr>
            <a:cxnSpLocks/>
          </p:cNvCxnSpPr>
          <p:nvPr/>
        </p:nvCxnSpPr>
        <p:spPr>
          <a:xfrm>
            <a:off x="9055100" y="2150612"/>
            <a:ext cx="0" cy="4058931"/>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7" name="Chart 46">
            <a:extLst>
              <a:ext uri="{FF2B5EF4-FFF2-40B4-BE49-F238E27FC236}">
                <a16:creationId xmlns:a16="http://schemas.microsoft.com/office/drawing/2014/main" id="{F52E37F4-6AB5-B63E-C755-6957179B5574}"/>
              </a:ext>
            </a:extLst>
          </p:cNvPr>
          <p:cNvGraphicFramePr/>
          <p:nvPr>
            <p:extLst>
              <p:ext uri="{D42A27DB-BD31-4B8C-83A1-F6EECF244321}">
                <p14:modId xmlns:p14="http://schemas.microsoft.com/office/powerpoint/2010/main" val="2215621946"/>
              </p:ext>
            </p:extLst>
          </p:nvPr>
        </p:nvGraphicFramePr>
        <p:xfrm>
          <a:off x="3393228" y="2213416"/>
          <a:ext cx="2254753" cy="1633172"/>
        </p:xfrm>
        <a:graphic>
          <a:graphicData uri="http://schemas.openxmlformats.org/drawingml/2006/chart">
            <c:chart xmlns:c="http://schemas.openxmlformats.org/drawingml/2006/chart" xmlns:r="http://schemas.openxmlformats.org/officeDocument/2006/relationships" r:id="rId5"/>
          </a:graphicData>
        </a:graphic>
      </p:graphicFrame>
      <p:sp>
        <p:nvSpPr>
          <p:cNvPr id="40" name="Rectangle: Rounded Corners 39">
            <a:extLst>
              <a:ext uri="{FF2B5EF4-FFF2-40B4-BE49-F238E27FC236}">
                <a16:creationId xmlns:a16="http://schemas.microsoft.com/office/drawing/2014/main" id="{D3679911-4D28-59B4-5DA3-63D2D9266CA2}"/>
              </a:ext>
            </a:extLst>
          </p:cNvPr>
          <p:cNvSpPr/>
          <p:nvPr/>
        </p:nvSpPr>
        <p:spPr>
          <a:xfrm rot="16200000">
            <a:off x="10688003" y="4867403"/>
            <a:ext cx="1511493"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srgbClr val="414141"/>
                </a:solidFill>
                <a:effectLst/>
                <a:uLnTx/>
                <a:uFillTx/>
                <a:latin typeface="Arial"/>
                <a:ea typeface="+mn-ea"/>
              </a:rPr>
              <a:t>القيمة مقابل الخدمة</a:t>
            </a:r>
            <a:endParaRPr kumimoji="0" lang="en-US" sz="1600" b="1" i="0" u="none" strike="noStrike" kern="1200" cap="none" spc="0" normalizeH="0" baseline="0" noProof="0">
              <a:ln>
                <a:noFill/>
              </a:ln>
              <a:solidFill>
                <a:srgbClr val="414141"/>
              </a:solidFill>
              <a:effectLst/>
              <a:uLnTx/>
              <a:uFillTx/>
              <a:latin typeface="Arial"/>
              <a:ea typeface="+mn-ea"/>
            </a:endParaRPr>
          </a:p>
        </p:txBody>
      </p:sp>
      <p:graphicFrame>
        <p:nvGraphicFramePr>
          <p:cNvPr id="51" name="Chart 50">
            <a:extLst>
              <a:ext uri="{FF2B5EF4-FFF2-40B4-BE49-F238E27FC236}">
                <a16:creationId xmlns:a16="http://schemas.microsoft.com/office/drawing/2014/main" id="{F22F9449-40A3-EB1F-8573-C99E6EDB757F}"/>
              </a:ext>
            </a:extLst>
          </p:cNvPr>
          <p:cNvGraphicFramePr/>
          <p:nvPr>
            <p:extLst>
              <p:ext uri="{D42A27DB-BD31-4B8C-83A1-F6EECF244321}">
                <p14:modId xmlns:p14="http://schemas.microsoft.com/office/powerpoint/2010/main" val="3407088778"/>
              </p:ext>
            </p:extLst>
          </p:nvPr>
        </p:nvGraphicFramePr>
        <p:xfrm>
          <a:off x="1637231" y="2213416"/>
          <a:ext cx="2254753" cy="163317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7" name="Chart 56">
            <a:extLst>
              <a:ext uri="{FF2B5EF4-FFF2-40B4-BE49-F238E27FC236}">
                <a16:creationId xmlns:a16="http://schemas.microsoft.com/office/drawing/2014/main" id="{4B174E35-CF39-9DE0-7F0C-6931BE975789}"/>
              </a:ext>
            </a:extLst>
          </p:cNvPr>
          <p:cNvGraphicFramePr/>
          <p:nvPr>
            <p:extLst>
              <p:ext uri="{D42A27DB-BD31-4B8C-83A1-F6EECF244321}">
                <p14:modId xmlns:p14="http://schemas.microsoft.com/office/powerpoint/2010/main" val="2083281761"/>
              </p:ext>
            </p:extLst>
          </p:nvPr>
        </p:nvGraphicFramePr>
        <p:xfrm>
          <a:off x="6911934" y="2213416"/>
          <a:ext cx="2254753" cy="163317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0" name="Chart 59">
            <a:extLst>
              <a:ext uri="{FF2B5EF4-FFF2-40B4-BE49-F238E27FC236}">
                <a16:creationId xmlns:a16="http://schemas.microsoft.com/office/drawing/2014/main" id="{B8E06DFE-FA91-EB0E-072D-91292B8CF315}"/>
              </a:ext>
            </a:extLst>
          </p:cNvPr>
          <p:cNvGraphicFramePr/>
          <p:nvPr>
            <p:extLst>
              <p:ext uri="{D42A27DB-BD31-4B8C-83A1-F6EECF244321}">
                <p14:modId xmlns:p14="http://schemas.microsoft.com/office/powerpoint/2010/main" val="2365392589"/>
              </p:ext>
            </p:extLst>
          </p:nvPr>
        </p:nvGraphicFramePr>
        <p:xfrm>
          <a:off x="5155938" y="2213416"/>
          <a:ext cx="2254753" cy="163317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3" name="Chart 12">
            <a:extLst>
              <a:ext uri="{FF2B5EF4-FFF2-40B4-BE49-F238E27FC236}">
                <a16:creationId xmlns:a16="http://schemas.microsoft.com/office/drawing/2014/main" id="{2216BA81-90A7-03BB-673A-B47FA7C3ED31}"/>
              </a:ext>
            </a:extLst>
          </p:cNvPr>
          <p:cNvGraphicFramePr/>
          <p:nvPr>
            <p:extLst>
              <p:ext uri="{D42A27DB-BD31-4B8C-83A1-F6EECF244321}">
                <p14:modId xmlns:p14="http://schemas.microsoft.com/office/powerpoint/2010/main" val="1805353938"/>
              </p:ext>
            </p:extLst>
          </p:nvPr>
        </p:nvGraphicFramePr>
        <p:xfrm>
          <a:off x="8346133" y="3884287"/>
          <a:ext cx="3342986" cy="239068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6" name="Chart 15">
            <a:extLst>
              <a:ext uri="{FF2B5EF4-FFF2-40B4-BE49-F238E27FC236}">
                <a16:creationId xmlns:a16="http://schemas.microsoft.com/office/drawing/2014/main" id="{725512CF-8A63-3669-AF76-34064EF2B859}"/>
              </a:ext>
            </a:extLst>
          </p:cNvPr>
          <p:cNvGraphicFramePr/>
          <p:nvPr>
            <p:extLst>
              <p:ext uri="{D42A27DB-BD31-4B8C-83A1-F6EECF244321}">
                <p14:modId xmlns:p14="http://schemas.microsoft.com/office/powerpoint/2010/main" val="4095296317"/>
              </p:ext>
            </p:extLst>
          </p:nvPr>
        </p:nvGraphicFramePr>
        <p:xfrm>
          <a:off x="3457984" y="4188085"/>
          <a:ext cx="2254753" cy="1633172"/>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9" name="Chart 18">
            <a:extLst>
              <a:ext uri="{FF2B5EF4-FFF2-40B4-BE49-F238E27FC236}">
                <a16:creationId xmlns:a16="http://schemas.microsoft.com/office/drawing/2014/main" id="{917082B6-0E18-DCAF-EBA7-D5FB87613952}"/>
              </a:ext>
            </a:extLst>
          </p:cNvPr>
          <p:cNvGraphicFramePr/>
          <p:nvPr>
            <p:extLst>
              <p:ext uri="{D42A27DB-BD31-4B8C-83A1-F6EECF244321}">
                <p14:modId xmlns:p14="http://schemas.microsoft.com/office/powerpoint/2010/main" val="620535642"/>
              </p:ext>
            </p:extLst>
          </p:nvPr>
        </p:nvGraphicFramePr>
        <p:xfrm>
          <a:off x="-73623" y="4188085"/>
          <a:ext cx="2254753" cy="1633172"/>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7" name="Chart 26">
            <a:extLst>
              <a:ext uri="{FF2B5EF4-FFF2-40B4-BE49-F238E27FC236}">
                <a16:creationId xmlns:a16="http://schemas.microsoft.com/office/drawing/2014/main" id="{34613BB8-8329-8BCB-C4CD-18ABD5711E29}"/>
              </a:ext>
            </a:extLst>
          </p:cNvPr>
          <p:cNvGraphicFramePr/>
          <p:nvPr>
            <p:extLst>
              <p:ext uri="{D42A27DB-BD31-4B8C-83A1-F6EECF244321}">
                <p14:modId xmlns:p14="http://schemas.microsoft.com/office/powerpoint/2010/main" val="1321173083"/>
              </p:ext>
            </p:extLst>
          </p:nvPr>
        </p:nvGraphicFramePr>
        <p:xfrm>
          <a:off x="6976690" y="4188085"/>
          <a:ext cx="2254753" cy="1633172"/>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30" name="Chart 29">
            <a:extLst>
              <a:ext uri="{FF2B5EF4-FFF2-40B4-BE49-F238E27FC236}">
                <a16:creationId xmlns:a16="http://schemas.microsoft.com/office/drawing/2014/main" id="{E4D99F62-D969-6097-C9CB-1D7C4D33456C}"/>
              </a:ext>
            </a:extLst>
          </p:cNvPr>
          <p:cNvGraphicFramePr/>
          <p:nvPr>
            <p:extLst>
              <p:ext uri="{D42A27DB-BD31-4B8C-83A1-F6EECF244321}">
                <p14:modId xmlns:p14="http://schemas.microsoft.com/office/powerpoint/2010/main" val="576064267"/>
              </p:ext>
            </p:extLst>
          </p:nvPr>
        </p:nvGraphicFramePr>
        <p:xfrm>
          <a:off x="5220694" y="4188085"/>
          <a:ext cx="2254753" cy="1633172"/>
        </p:xfrm>
        <a:graphic>
          <a:graphicData uri="http://schemas.openxmlformats.org/drawingml/2006/chart">
            <c:chart xmlns:c="http://schemas.openxmlformats.org/drawingml/2006/chart" xmlns:r="http://schemas.openxmlformats.org/officeDocument/2006/relationships" r:id="rId13"/>
          </a:graphicData>
        </a:graphic>
      </p:graphicFrame>
      <p:sp>
        <p:nvSpPr>
          <p:cNvPr id="41" name="Rectangle: Rounded Corners 40">
            <a:extLst>
              <a:ext uri="{FF2B5EF4-FFF2-40B4-BE49-F238E27FC236}">
                <a16:creationId xmlns:a16="http://schemas.microsoft.com/office/drawing/2014/main" id="{257251CD-101A-C8BC-C4EC-46EE7008BC64}"/>
              </a:ext>
            </a:extLst>
          </p:cNvPr>
          <p:cNvSpPr/>
          <p:nvPr/>
        </p:nvSpPr>
        <p:spPr>
          <a:xfrm rot="16200000">
            <a:off x="10583650" y="2769194"/>
            <a:ext cx="17202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srgbClr val="414141"/>
                </a:solidFill>
                <a:effectLst/>
                <a:uLnTx/>
                <a:uFillTx/>
                <a:latin typeface="Arial"/>
                <a:ea typeface="+mn-ea"/>
              </a:rPr>
              <a:t>الثقة بالجهة الحكومية</a:t>
            </a:r>
          </a:p>
        </p:txBody>
      </p:sp>
      <p:graphicFrame>
        <p:nvGraphicFramePr>
          <p:cNvPr id="2" name="Table 1">
            <a:extLst>
              <a:ext uri="{FF2B5EF4-FFF2-40B4-BE49-F238E27FC236}">
                <a16:creationId xmlns:a16="http://schemas.microsoft.com/office/drawing/2014/main" id="{43A61BC1-89B5-62D3-049A-C0380F3ECDA9}"/>
              </a:ext>
            </a:extLst>
          </p:cNvPr>
          <p:cNvGraphicFramePr>
            <a:graphicFrameLocks noGrp="1"/>
          </p:cNvGraphicFramePr>
          <p:nvPr>
            <p:extLst>
              <p:ext uri="{D42A27DB-BD31-4B8C-83A1-F6EECF244321}">
                <p14:modId xmlns:p14="http://schemas.microsoft.com/office/powerpoint/2010/main" val="2302464898"/>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cxnSp>
        <p:nvCxnSpPr>
          <p:cNvPr id="5" name="Straight Connector 4">
            <a:extLst>
              <a:ext uri="{FF2B5EF4-FFF2-40B4-BE49-F238E27FC236}">
                <a16:creationId xmlns:a16="http://schemas.microsoft.com/office/drawing/2014/main" id="{F65B8393-0C86-8416-5813-F78B549A60BF}"/>
              </a:ext>
            </a:extLst>
          </p:cNvPr>
          <p:cNvCxnSpPr>
            <a:cxnSpLocks/>
          </p:cNvCxnSpPr>
          <p:nvPr/>
        </p:nvCxnSpPr>
        <p:spPr>
          <a:xfrm flipH="1">
            <a:off x="9227647" y="4013200"/>
            <a:ext cx="2235200" cy="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B5D930F-1F51-48BA-AD31-A3E6597425CE}"/>
              </a:ext>
            </a:extLst>
          </p:cNvPr>
          <p:cNvSpPr txBox="1"/>
          <p:nvPr/>
        </p:nvSpPr>
        <p:spPr>
          <a:xfrm>
            <a:off x="2210535"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الاتصال</a:t>
            </a:r>
          </a:p>
        </p:txBody>
      </p:sp>
      <p:sp>
        <p:nvSpPr>
          <p:cNvPr id="59" name="TextBox 58">
            <a:extLst>
              <a:ext uri="{FF2B5EF4-FFF2-40B4-BE49-F238E27FC236}">
                <a16:creationId xmlns:a16="http://schemas.microsoft.com/office/drawing/2014/main" id="{880E2BA9-1B29-181D-460A-E10E4252373E}"/>
              </a:ext>
            </a:extLst>
          </p:cNvPr>
          <p:cNvSpPr txBox="1"/>
          <p:nvPr/>
        </p:nvSpPr>
        <p:spPr>
          <a:xfrm>
            <a:off x="741069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تطبيق الهاتف الذكي</a:t>
            </a:r>
          </a:p>
        </p:txBody>
      </p:sp>
      <p:sp>
        <p:nvSpPr>
          <p:cNvPr id="61" name="TextBox 60">
            <a:extLst>
              <a:ext uri="{FF2B5EF4-FFF2-40B4-BE49-F238E27FC236}">
                <a16:creationId xmlns:a16="http://schemas.microsoft.com/office/drawing/2014/main" id="{74A21C74-9B7E-9167-7F0D-F9F0F1AEE95D}"/>
              </a:ext>
            </a:extLst>
          </p:cNvPr>
          <p:cNvSpPr txBox="1"/>
          <p:nvPr/>
        </p:nvSpPr>
        <p:spPr>
          <a:xfrm>
            <a:off x="3947895"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خدمة المتعاملين</a:t>
            </a:r>
          </a:p>
        </p:txBody>
      </p:sp>
      <p:sp>
        <p:nvSpPr>
          <p:cNvPr id="63" name="TextBox 62">
            <a:extLst>
              <a:ext uri="{FF2B5EF4-FFF2-40B4-BE49-F238E27FC236}">
                <a16:creationId xmlns:a16="http://schemas.microsoft.com/office/drawing/2014/main" id="{0874FB8E-92DD-DB24-678E-16541D164F5E}"/>
              </a:ext>
            </a:extLst>
          </p:cNvPr>
          <p:cNvSpPr txBox="1"/>
          <p:nvPr/>
        </p:nvSpPr>
        <p:spPr>
          <a:xfrm>
            <a:off x="567333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الموقع الإلكتروني</a:t>
            </a:r>
          </a:p>
        </p:txBody>
      </p:sp>
      <p:sp>
        <p:nvSpPr>
          <p:cNvPr id="65" name="TextBox 64">
            <a:extLst>
              <a:ext uri="{FF2B5EF4-FFF2-40B4-BE49-F238E27FC236}">
                <a16:creationId xmlns:a16="http://schemas.microsoft.com/office/drawing/2014/main" id="{9C38F57D-E6CE-49A8-5759-594E1304AD75}"/>
              </a:ext>
            </a:extLst>
          </p:cNvPr>
          <p:cNvSpPr txBox="1"/>
          <p:nvPr/>
        </p:nvSpPr>
        <p:spPr>
          <a:xfrm>
            <a:off x="9646920" y="6034674"/>
            <a:ext cx="1061303" cy="276999"/>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srgbClr val="414141"/>
                </a:solidFill>
                <a:effectLst/>
                <a:uLnTx/>
                <a:uFillTx/>
                <a:latin typeface="Arial"/>
                <a:ea typeface="+mn-ea"/>
              </a:rPr>
              <a:t>العينة = 3,001 </a:t>
            </a:r>
            <a:endParaRPr kumimoji="0" lang="ar-SA" sz="1200" b="1" i="0" u="none" strike="noStrike" kern="1200" cap="none" spc="0" normalizeH="0" baseline="0" noProof="0" dirty="0">
              <a:ln>
                <a:noFill/>
              </a:ln>
              <a:solidFill>
                <a:srgbClr val="414141"/>
              </a:solidFill>
              <a:effectLst/>
              <a:uLnTx/>
              <a:uFillTx/>
              <a:latin typeface="Arial"/>
              <a:ea typeface="+mn-ea"/>
              <a:sym typeface="Arial"/>
            </a:endParaRPr>
          </a:p>
        </p:txBody>
      </p:sp>
      <p:graphicFrame>
        <p:nvGraphicFramePr>
          <p:cNvPr id="25" name="Chart 24">
            <a:extLst>
              <a:ext uri="{FF2B5EF4-FFF2-40B4-BE49-F238E27FC236}">
                <a16:creationId xmlns:a16="http://schemas.microsoft.com/office/drawing/2014/main" id="{C15734E2-F715-FBC2-81FB-5C0840920A8C}"/>
              </a:ext>
            </a:extLst>
          </p:cNvPr>
          <p:cNvGraphicFramePr/>
          <p:nvPr>
            <p:extLst>
              <p:ext uri="{D42A27DB-BD31-4B8C-83A1-F6EECF244321}">
                <p14:modId xmlns:p14="http://schemas.microsoft.com/office/powerpoint/2010/main" val="533334349"/>
              </p:ext>
            </p:extLst>
          </p:nvPr>
        </p:nvGraphicFramePr>
        <p:xfrm>
          <a:off x="-138379" y="2213416"/>
          <a:ext cx="2254753" cy="1633172"/>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6" name="Chart 25">
            <a:extLst>
              <a:ext uri="{FF2B5EF4-FFF2-40B4-BE49-F238E27FC236}">
                <a16:creationId xmlns:a16="http://schemas.microsoft.com/office/drawing/2014/main" id="{2111245B-CEA2-CDD5-0DF0-05CC4312E9EB}"/>
              </a:ext>
            </a:extLst>
          </p:cNvPr>
          <p:cNvGraphicFramePr/>
          <p:nvPr>
            <p:extLst>
              <p:ext uri="{D42A27DB-BD31-4B8C-83A1-F6EECF244321}">
                <p14:modId xmlns:p14="http://schemas.microsoft.com/office/powerpoint/2010/main" val="2982568182"/>
              </p:ext>
            </p:extLst>
          </p:nvPr>
        </p:nvGraphicFramePr>
        <p:xfrm>
          <a:off x="1701987" y="4188085"/>
          <a:ext cx="2254753" cy="1633172"/>
        </p:xfrm>
        <a:graphic>
          <a:graphicData uri="http://schemas.openxmlformats.org/drawingml/2006/chart">
            <c:chart xmlns:c="http://schemas.openxmlformats.org/drawingml/2006/chart" xmlns:r="http://schemas.openxmlformats.org/officeDocument/2006/relationships" r:id="rId15"/>
          </a:graphicData>
        </a:graphic>
      </p:graphicFrame>
      <p:sp>
        <p:nvSpPr>
          <p:cNvPr id="28" name="TextBox 27">
            <a:extLst>
              <a:ext uri="{FF2B5EF4-FFF2-40B4-BE49-F238E27FC236}">
                <a16:creationId xmlns:a16="http://schemas.microsoft.com/office/drawing/2014/main" id="{ED7EA3DF-01E6-78C3-4BE7-8E051010F341}"/>
              </a:ext>
            </a:extLst>
          </p:cNvPr>
          <p:cNvSpPr txBox="1"/>
          <p:nvPr/>
        </p:nvSpPr>
        <p:spPr>
          <a:xfrm>
            <a:off x="39765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البريد الإلكتروني</a:t>
            </a:r>
          </a:p>
        </p:txBody>
      </p:sp>
      <p:graphicFrame>
        <p:nvGraphicFramePr>
          <p:cNvPr id="15" name="Table 14">
            <a:extLst>
              <a:ext uri="{FF2B5EF4-FFF2-40B4-BE49-F238E27FC236}">
                <a16:creationId xmlns:a16="http://schemas.microsoft.com/office/drawing/2014/main" id="{536C0535-79F3-8E2F-173A-27B990D527B7}"/>
              </a:ext>
            </a:extLst>
          </p:cNvPr>
          <p:cNvGraphicFramePr>
            <a:graphicFrameLocks noGrp="1"/>
          </p:cNvGraphicFramePr>
          <p:nvPr>
            <p:extLst>
              <p:ext uri="{D42A27DB-BD31-4B8C-83A1-F6EECF244321}">
                <p14:modId xmlns:p14="http://schemas.microsoft.com/office/powerpoint/2010/main" val="447743258"/>
              </p:ext>
            </p:extLst>
          </p:nvPr>
        </p:nvGraphicFramePr>
        <p:xfrm>
          <a:off x="256030" y="6035040"/>
          <a:ext cx="8799070" cy="276999"/>
        </p:xfrm>
        <a:graphic>
          <a:graphicData uri="http://schemas.openxmlformats.org/drawingml/2006/table">
            <a:tbl>
              <a:tblPr firstRow="1" bandRow="1">
                <a:tableStyleId>{C083E6E3-FA7D-4D7B-A595-EF9225AFEA82}</a:tableStyleId>
              </a:tblPr>
              <a:tblGrid>
                <a:gridCol w="1759814">
                  <a:extLst>
                    <a:ext uri="{9D8B030D-6E8A-4147-A177-3AD203B41FA5}">
                      <a16:colId xmlns:a16="http://schemas.microsoft.com/office/drawing/2014/main" val="3215137467"/>
                    </a:ext>
                  </a:extLst>
                </a:gridCol>
                <a:gridCol w="1759814">
                  <a:extLst>
                    <a:ext uri="{9D8B030D-6E8A-4147-A177-3AD203B41FA5}">
                      <a16:colId xmlns:a16="http://schemas.microsoft.com/office/drawing/2014/main" val="2514751298"/>
                    </a:ext>
                  </a:extLst>
                </a:gridCol>
                <a:gridCol w="1759814">
                  <a:extLst>
                    <a:ext uri="{9D8B030D-6E8A-4147-A177-3AD203B41FA5}">
                      <a16:colId xmlns:a16="http://schemas.microsoft.com/office/drawing/2014/main" val="3001178835"/>
                    </a:ext>
                  </a:extLst>
                </a:gridCol>
                <a:gridCol w="1759814">
                  <a:extLst>
                    <a:ext uri="{9D8B030D-6E8A-4147-A177-3AD203B41FA5}">
                      <a16:colId xmlns:a16="http://schemas.microsoft.com/office/drawing/2014/main" val="3931849152"/>
                    </a:ext>
                  </a:extLst>
                </a:gridCol>
                <a:gridCol w="1759814">
                  <a:extLst>
                    <a:ext uri="{9D8B030D-6E8A-4147-A177-3AD203B41FA5}">
                      <a16:colId xmlns:a16="http://schemas.microsoft.com/office/drawing/2014/main" val="1529850017"/>
                    </a:ext>
                  </a:extLst>
                </a:gridCol>
              </a:tblGrid>
              <a:tr h="276999">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281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kern="1200" dirty="0">
                          <a:solidFill>
                            <a:sysClr val="windowText" lastClr="000000"/>
                          </a:solidFill>
                          <a:latin typeface="Arial" panose="020B0604020202020204" pitchFamily="34" charset="0"/>
                          <a:ea typeface="+mn-ea"/>
                          <a:cs typeface="+mn-cs"/>
                        </a:rPr>
                        <a:t>515</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38</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1,000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1,167</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9254276"/>
                  </a:ext>
                </a:extLst>
              </a:tr>
            </a:tbl>
          </a:graphicData>
        </a:graphic>
      </p:graphicFrame>
    </p:spTree>
    <p:extLst>
      <p:ext uri="{BB962C8B-B14F-4D97-AF65-F5344CB8AC3E}">
        <p14:creationId xmlns:p14="http://schemas.microsoft.com/office/powerpoint/2010/main" val="3375060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8267-A50C-B658-C445-44A3B42745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368B2E2-8EC9-E7F7-EF4F-B7AF06D151DD}"/>
              </a:ext>
            </a:extLst>
          </p:cNvPr>
          <p:cNvSpPr/>
          <p:nvPr/>
        </p:nvSpPr>
        <p:spPr>
          <a:xfrm>
            <a:off x="12084669" y="244463"/>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D21810FA-1EC4-3628-BA6D-1FE72712C70D}"/>
              </a:ext>
            </a:extLst>
          </p:cNvPr>
          <p:cNvSpPr txBox="1"/>
          <p:nvPr/>
        </p:nvSpPr>
        <p:spPr>
          <a:xfrm>
            <a:off x="6962417" y="244463"/>
            <a:ext cx="5033648"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a:ln>
                  <a:noFill/>
                </a:ln>
                <a:solidFill>
                  <a:srgbClr val="B68A35"/>
                </a:solidFill>
                <a:effectLst/>
                <a:uLnTx/>
                <a:uFillTx/>
                <a:latin typeface="Arial"/>
                <a:ea typeface="+mn-ea"/>
                <a:cs typeface="+mn-cs"/>
              </a:rPr>
              <a:t>مؤشر الرضا حسب البيانات الديموغرافية</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4" name="Picture 3" descr="A gold eagle with a green circle and a red circle with white text&#10;&#10;AI-generated content may be incorrect.">
            <a:extLst>
              <a:ext uri="{FF2B5EF4-FFF2-40B4-BE49-F238E27FC236}">
                <a16:creationId xmlns:a16="http://schemas.microsoft.com/office/drawing/2014/main" id="{982DEBCC-5B2C-8BF2-5E6E-1F20C82DF57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Rectangle: Rounded Corners 1">
            <a:extLst>
              <a:ext uri="{FF2B5EF4-FFF2-40B4-BE49-F238E27FC236}">
                <a16:creationId xmlns:a16="http://schemas.microsoft.com/office/drawing/2014/main" id="{0494485C-42AF-7F7E-E4CF-929691D4CA93}"/>
              </a:ext>
            </a:extLst>
          </p:cNvPr>
          <p:cNvSpPr/>
          <p:nvPr/>
        </p:nvSpPr>
        <p:spPr>
          <a:xfrm>
            <a:off x="6400800" y="1005840"/>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D7D31">
                  <a:lumMod val="75000"/>
                </a:srgbClr>
              </a:solidFill>
              <a:effectLst/>
              <a:uLnTx/>
              <a:uFillTx/>
              <a:latin typeface="Arial"/>
              <a:ea typeface="+mn-ea"/>
              <a:cs typeface="+mn-cs"/>
            </a:endParaRPr>
          </a:p>
        </p:txBody>
      </p:sp>
      <p:sp>
        <p:nvSpPr>
          <p:cNvPr id="5" name="Rectangle: Rounded Corners 4">
            <a:extLst>
              <a:ext uri="{FF2B5EF4-FFF2-40B4-BE49-F238E27FC236}">
                <a16:creationId xmlns:a16="http://schemas.microsoft.com/office/drawing/2014/main" id="{CF40EE8F-16AE-B717-D1B7-E3A29A631514}"/>
              </a:ext>
            </a:extLst>
          </p:cNvPr>
          <p:cNvSpPr/>
          <p:nvPr/>
        </p:nvSpPr>
        <p:spPr>
          <a:xfrm>
            <a:off x="73152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47670C9E-79F6-FC09-663A-B00D14795C6D}"/>
              </a:ext>
            </a:extLst>
          </p:cNvPr>
          <p:cNvSpPr/>
          <p:nvPr/>
        </p:nvSpPr>
        <p:spPr>
          <a:xfrm>
            <a:off x="731520" y="1005840"/>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546A"/>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79C08C2D-BC97-A124-0E3B-41FCCAC7A5A0}"/>
              </a:ext>
            </a:extLst>
          </p:cNvPr>
          <p:cNvSpPr/>
          <p:nvPr/>
        </p:nvSpPr>
        <p:spPr>
          <a:xfrm>
            <a:off x="640080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72C4">
                  <a:lumMod val="75000"/>
                </a:srgbClr>
              </a:solidFill>
              <a:effectLst/>
              <a:uLnTx/>
              <a:uFillTx/>
              <a:latin typeface="Arial"/>
              <a:ea typeface="+mn-ea"/>
              <a:cs typeface="+mn-cs"/>
            </a:endParaRPr>
          </a:p>
        </p:txBody>
      </p:sp>
      <p:sp>
        <p:nvSpPr>
          <p:cNvPr id="8" name="TextBox 7">
            <a:extLst>
              <a:ext uri="{FF2B5EF4-FFF2-40B4-BE49-F238E27FC236}">
                <a16:creationId xmlns:a16="http://schemas.microsoft.com/office/drawing/2014/main" id="{05EEBDCD-A64D-9FB7-9625-1A67149FECDA}"/>
              </a:ext>
            </a:extLst>
          </p:cNvPr>
          <p:cNvSpPr txBox="1"/>
          <p:nvPr/>
        </p:nvSpPr>
        <p:spPr>
          <a:xfrm>
            <a:off x="8082113" y="815629"/>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a:ln>
                  <a:noFill/>
                </a:ln>
                <a:solidFill>
                  <a:prstClr val="white"/>
                </a:solidFill>
                <a:effectLst/>
                <a:uLnTx/>
                <a:uFillTx/>
                <a:latin typeface="Arial"/>
                <a:ea typeface="+mn-ea"/>
                <a:cs typeface="+mn-cs"/>
              </a:rPr>
              <a:t>مؤشر الرضا حسب الجنس</a:t>
            </a:r>
            <a:endParaRPr kumimoji="0" lang="en-AE" sz="1800" b="1"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10" name="Chart 9">
            <a:extLst>
              <a:ext uri="{FF2B5EF4-FFF2-40B4-BE49-F238E27FC236}">
                <a16:creationId xmlns:a16="http://schemas.microsoft.com/office/drawing/2014/main" id="{5630B018-0EB9-2AE7-ACE0-BC5F6DE987DD}"/>
              </a:ext>
            </a:extLst>
          </p:cNvPr>
          <p:cNvGraphicFramePr/>
          <p:nvPr>
            <p:extLst>
              <p:ext uri="{D42A27DB-BD31-4B8C-83A1-F6EECF244321}">
                <p14:modId xmlns:p14="http://schemas.microsoft.com/office/powerpoint/2010/main" val="2405990603"/>
              </p:ext>
            </p:extLst>
          </p:nvPr>
        </p:nvGraphicFramePr>
        <p:xfrm>
          <a:off x="6748272" y="1554480"/>
          <a:ext cx="4445000" cy="17967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A3AA9E9C-EEAA-66ED-690B-E97887E77AA9}"/>
              </a:ext>
            </a:extLst>
          </p:cNvPr>
          <p:cNvGraphicFramePr/>
          <p:nvPr>
            <p:extLst>
              <p:ext uri="{D42A27DB-BD31-4B8C-83A1-F6EECF244321}">
                <p14:modId xmlns:p14="http://schemas.microsoft.com/office/powerpoint/2010/main" val="2851336680"/>
              </p:ext>
            </p:extLst>
          </p:nvPr>
        </p:nvGraphicFramePr>
        <p:xfrm>
          <a:off x="731520" y="1554480"/>
          <a:ext cx="5076252" cy="179673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78A2E53B-3EE4-7798-D67E-319F9377CE9F}"/>
              </a:ext>
            </a:extLst>
          </p:cNvPr>
          <p:cNvSpPr txBox="1"/>
          <p:nvPr/>
        </p:nvSpPr>
        <p:spPr>
          <a:xfrm>
            <a:off x="10764351" y="6394892"/>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3,001 </a:t>
            </a:r>
          </a:p>
        </p:txBody>
      </p:sp>
      <p:graphicFrame>
        <p:nvGraphicFramePr>
          <p:cNvPr id="13" name="Chart 12">
            <a:extLst>
              <a:ext uri="{FF2B5EF4-FFF2-40B4-BE49-F238E27FC236}">
                <a16:creationId xmlns:a16="http://schemas.microsoft.com/office/drawing/2014/main" id="{15984B09-AA4D-E3D8-B9D1-C2FD52855B9A}"/>
              </a:ext>
            </a:extLst>
          </p:cNvPr>
          <p:cNvGraphicFramePr/>
          <p:nvPr>
            <p:extLst>
              <p:ext uri="{D42A27DB-BD31-4B8C-83A1-F6EECF244321}">
                <p14:modId xmlns:p14="http://schemas.microsoft.com/office/powerpoint/2010/main" val="183874321"/>
              </p:ext>
            </p:extLst>
          </p:nvPr>
        </p:nvGraphicFramePr>
        <p:xfrm>
          <a:off x="6400801" y="4206240"/>
          <a:ext cx="4792472" cy="194147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A660BF23-1104-2722-955A-B7AA5FFE041E}"/>
              </a:ext>
            </a:extLst>
          </p:cNvPr>
          <p:cNvGraphicFramePr/>
          <p:nvPr>
            <p:extLst>
              <p:ext uri="{D42A27DB-BD31-4B8C-83A1-F6EECF244321}">
                <p14:modId xmlns:p14="http://schemas.microsoft.com/office/powerpoint/2010/main" val="82462110"/>
              </p:ext>
            </p:extLst>
          </p:nvPr>
        </p:nvGraphicFramePr>
        <p:xfrm>
          <a:off x="731520" y="4206240"/>
          <a:ext cx="5096573" cy="1794716"/>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D7BFE4A0-D4B6-BAEF-2385-455E83FA67E0}"/>
              </a:ext>
            </a:extLst>
          </p:cNvPr>
          <p:cNvSpPr txBox="1"/>
          <p:nvPr/>
        </p:nvSpPr>
        <p:spPr>
          <a:xfrm>
            <a:off x="966268"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22</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18" name="TextBox 17">
            <a:extLst>
              <a:ext uri="{FF2B5EF4-FFF2-40B4-BE49-F238E27FC236}">
                <a16:creationId xmlns:a16="http://schemas.microsoft.com/office/drawing/2014/main" id="{CF2BBBE1-E800-1380-8D07-AA3A341B2CBB}"/>
              </a:ext>
            </a:extLst>
          </p:cNvPr>
          <p:cNvSpPr txBox="1"/>
          <p:nvPr/>
        </p:nvSpPr>
        <p:spPr>
          <a:xfrm>
            <a:off x="2570458" y="5852160"/>
            <a:ext cx="640080" cy="261610"/>
          </a:xfrm>
          <a:prstGeom prst="rect">
            <a:avLst/>
          </a:prstGeom>
          <a:noFill/>
        </p:spPr>
        <p:txBody>
          <a:bodyPr wrap="square" rtlCol="0">
            <a:spAutoFit/>
          </a:bodyPr>
          <a:lstStyle/>
          <a:p>
            <a:pPr lvl="0" algn="ctr">
              <a:defRPr/>
            </a:pPr>
            <a:r>
              <a:rPr lang="en-GB" sz="1100" dirty="0">
                <a:solidFill>
                  <a:srgbClr val="414141"/>
                </a:solidFill>
              </a:rPr>
              <a:t>(</a:t>
            </a:r>
            <a:r>
              <a:rPr lang="en-US" sz="1100" dirty="0"/>
              <a:t>673</a:t>
            </a:r>
            <a:r>
              <a:rPr lang="en-GB" sz="1100" dirty="0">
                <a:solidFill>
                  <a:srgbClr val="414141"/>
                </a:solidFill>
              </a:rPr>
              <a:t>)</a:t>
            </a:r>
          </a:p>
        </p:txBody>
      </p:sp>
      <p:sp>
        <p:nvSpPr>
          <p:cNvPr id="19" name="TextBox 18">
            <a:extLst>
              <a:ext uri="{FF2B5EF4-FFF2-40B4-BE49-F238E27FC236}">
                <a16:creationId xmlns:a16="http://schemas.microsoft.com/office/drawing/2014/main" id="{D329421B-C072-67E0-5FBA-1800B81A042A}"/>
              </a:ext>
            </a:extLst>
          </p:cNvPr>
          <p:cNvSpPr txBox="1"/>
          <p:nvPr/>
        </p:nvSpPr>
        <p:spPr>
          <a:xfrm>
            <a:off x="4174648" y="5852160"/>
            <a:ext cx="640080" cy="261610"/>
          </a:xfrm>
          <a:prstGeom prst="rect">
            <a:avLst/>
          </a:prstGeom>
          <a:noFill/>
        </p:spPr>
        <p:txBody>
          <a:bodyPr wrap="square" rtlCol="0">
            <a:spAutoFit/>
          </a:bodyPr>
          <a:lstStyle/>
          <a:p>
            <a:pPr lvl="0" algn="ctr">
              <a:defRPr/>
            </a:pPr>
            <a:r>
              <a:rPr kumimoji="0" lang="ar-AE" sz="1100" b="0" i="0" u="none" strike="noStrike" kern="1200" cap="none" spc="0" normalizeH="0" baseline="0" noProof="0" dirty="0">
                <a:ln>
                  <a:noFill/>
                </a:ln>
                <a:solidFill>
                  <a:srgbClr val="414141"/>
                </a:solidFill>
                <a:effectLst/>
                <a:uLnTx/>
                <a:uFillTx/>
                <a:latin typeface="Arial"/>
                <a:ea typeface="+mn-ea"/>
                <a:cs typeface="+mn-cs"/>
              </a:rPr>
              <a:t>(1,661)</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0" name="TextBox 19">
            <a:extLst>
              <a:ext uri="{FF2B5EF4-FFF2-40B4-BE49-F238E27FC236}">
                <a16:creationId xmlns:a16="http://schemas.microsoft.com/office/drawing/2014/main" id="{26EF5800-B24D-9489-E734-1A4BC0DE2D3C}"/>
              </a:ext>
            </a:extLst>
          </p:cNvPr>
          <p:cNvSpPr txBox="1"/>
          <p:nvPr/>
        </p:nvSpPr>
        <p:spPr>
          <a:xfrm>
            <a:off x="4976741"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55</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1" name="TextBox 20">
            <a:extLst>
              <a:ext uri="{FF2B5EF4-FFF2-40B4-BE49-F238E27FC236}">
                <a16:creationId xmlns:a16="http://schemas.microsoft.com/office/drawing/2014/main" id="{8BD99E31-D927-EDD9-7946-364DFEA41E0A}"/>
              </a:ext>
            </a:extLst>
          </p:cNvPr>
          <p:cNvSpPr txBox="1"/>
          <p:nvPr/>
        </p:nvSpPr>
        <p:spPr>
          <a:xfrm>
            <a:off x="6550528"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176</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5" name="TextBox 24">
            <a:extLst>
              <a:ext uri="{FF2B5EF4-FFF2-40B4-BE49-F238E27FC236}">
                <a16:creationId xmlns:a16="http://schemas.microsoft.com/office/drawing/2014/main" id="{7B4C1CA2-4BD3-7BB9-0CF6-8A9B4325267E}"/>
              </a:ext>
            </a:extLst>
          </p:cNvPr>
          <p:cNvSpPr txBox="1"/>
          <p:nvPr/>
        </p:nvSpPr>
        <p:spPr>
          <a:xfrm>
            <a:off x="7203107"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371</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6" name="TextBox 25">
            <a:extLst>
              <a:ext uri="{FF2B5EF4-FFF2-40B4-BE49-F238E27FC236}">
                <a16:creationId xmlns:a16="http://schemas.microsoft.com/office/drawing/2014/main" id="{1BB51EE0-02EB-B0BA-9AB7-BC20A2CF5BFB}"/>
              </a:ext>
            </a:extLst>
          </p:cNvPr>
          <p:cNvSpPr txBox="1"/>
          <p:nvPr/>
        </p:nvSpPr>
        <p:spPr>
          <a:xfrm>
            <a:off x="7855686"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rPr>
              <a:t>439</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27" name="TextBox 26">
            <a:extLst>
              <a:ext uri="{FF2B5EF4-FFF2-40B4-BE49-F238E27FC236}">
                <a16:creationId xmlns:a16="http://schemas.microsoft.com/office/drawing/2014/main" id="{1C078B0B-2061-8EF4-30E6-FEA96976BE17}"/>
              </a:ext>
            </a:extLst>
          </p:cNvPr>
          <p:cNvSpPr txBox="1"/>
          <p:nvPr/>
        </p:nvSpPr>
        <p:spPr>
          <a:xfrm>
            <a:off x="8508265" y="5852160"/>
            <a:ext cx="640080" cy="261610"/>
          </a:xfrm>
          <a:prstGeom prst="rect">
            <a:avLst/>
          </a:prstGeom>
          <a:noFill/>
        </p:spPr>
        <p:txBody>
          <a:bodyPr wrap="square" rtlCol="0">
            <a:spAutoFit/>
          </a:bodyPr>
          <a:lstStyle/>
          <a:p>
            <a:pPr lvl="0" algn="ctr">
              <a:defRPr/>
            </a:pPr>
            <a:r>
              <a:rPr kumimoji="0" lang="ar-AE" sz="1100" b="0" i="0" u="none" strike="noStrike" kern="1200" cap="none" spc="0" normalizeH="0" baseline="0" noProof="0" dirty="0">
                <a:ln>
                  <a:noFill/>
                </a:ln>
                <a:solidFill>
                  <a:srgbClr val="414141"/>
                </a:solidFill>
                <a:effectLst/>
                <a:uLnTx/>
                <a:uFillTx/>
                <a:latin typeface="Arial"/>
                <a:ea typeface="+mn-ea"/>
                <a:cs typeface="+mn-cs"/>
              </a:rPr>
              <a:t>(1,064)</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8" name="TextBox 27">
            <a:extLst>
              <a:ext uri="{FF2B5EF4-FFF2-40B4-BE49-F238E27FC236}">
                <a16:creationId xmlns:a16="http://schemas.microsoft.com/office/drawing/2014/main" id="{38453187-C9DB-2C1F-D337-AC1E89DA3A82}"/>
              </a:ext>
            </a:extLst>
          </p:cNvPr>
          <p:cNvSpPr txBox="1"/>
          <p:nvPr/>
        </p:nvSpPr>
        <p:spPr>
          <a:xfrm>
            <a:off x="916084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137</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0" name="TextBox 29">
            <a:extLst>
              <a:ext uri="{FF2B5EF4-FFF2-40B4-BE49-F238E27FC236}">
                <a16:creationId xmlns:a16="http://schemas.microsoft.com/office/drawing/2014/main" id="{0144DAA7-ADD9-A9F7-67C3-1F57932A3DA1}"/>
              </a:ext>
            </a:extLst>
          </p:cNvPr>
          <p:cNvSpPr txBox="1"/>
          <p:nvPr/>
        </p:nvSpPr>
        <p:spPr>
          <a:xfrm>
            <a:off x="9813421"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487</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1" name="TextBox 30">
            <a:extLst>
              <a:ext uri="{FF2B5EF4-FFF2-40B4-BE49-F238E27FC236}">
                <a16:creationId xmlns:a16="http://schemas.microsoft.com/office/drawing/2014/main" id="{C391F8BA-48BA-0E2B-FEDC-4B7888DC2A0E}"/>
              </a:ext>
            </a:extLst>
          </p:cNvPr>
          <p:cNvSpPr txBox="1"/>
          <p:nvPr/>
        </p:nvSpPr>
        <p:spPr>
          <a:xfrm>
            <a:off x="10465999"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327</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2" name="TextBox 31">
            <a:extLst>
              <a:ext uri="{FF2B5EF4-FFF2-40B4-BE49-F238E27FC236}">
                <a16:creationId xmlns:a16="http://schemas.microsoft.com/office/drawing/2014/main" id="{8423C7D8-2AA1-38A9-EB6B-627747319BF3}"/>
              </a:ext>
            </a:extLst>
          </p:cNvPr>
          <p:cNvSpPr txBox="1"/>
          <p:nvPr/>
        </p:nvSpPr>
        <p:spPr>
          <a:xfrm>
            <a:off x="9709768" y="3154680"/>
            <a:ext cx="640080"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latin typeface="Arial"/>
              </a:rPr>
              <a:t>1</a:t>
            </a:r>
            <a:r>
              <a:rPr lang="ar-AE" sz="1100" dirty="0">
                <a:solidFill>
                  <a:srgbClr val="414141"/>
                </a:solidFill>
                <a:latin typeface="Arial"/>
              </a:rPr>
              <a:t>,</a:t>
            </a:r>
            <a:r>
              <a:rPr lang="en-US" sz="1100" dirty="0">
                <a:solidFill>
                  <a:srgbClr val="414141"/>
                </a:solidFill>
                <a:latin typeface="Arial"/>
              </a:rPr>
              <a:t>598</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3" name="TextBox 32">
            <a:extLst>
              <a:ext uri="{FF2B5EF4-FFF2-40B4-BE49-F238E27FC236}">
                <a16:creationId xmlns:a16="http://schemas.microsoft.com/office/drawing/2014/main" id="{925891CF-2CC9-FD05-CD8D-39242016F82D}"/>
              </a:ext>
            </a:extLst>
          </p:cNvPr>
          <p:cNvSpPr txBox="1"/>
          <p:nvPr/>
        </p:nvSpPr>
        <p:spPr>
          <a:xfrm>
            <a:off x="7613871"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rPr>
              <a:t>1</a:t>
            </a:r>
            <a:r>
              <a:rPr lang="ar-AE" sz="1100" dirty="0">
                <a:solidFill>
                  <a:srgbClr val="414141"/>
                </a:solidFill>
              </a:rPr>
              <a:t>,</a:t>
            </a:r>
            <a:r>
              <a:rPr lang="en-US" sz="1100" dirty="0">
                <a:solidFill>
                  <a:srgbClr val="414141"/>
                </a:solidFill>
              </a:rPr>
              <a:t>403</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34" name="TextBox 33">
            <a:extLst>
              <a:ext uri="{FF2B5EF4-FFF2-40B4-BE49-F238E27FC236}">
                <a16:creationId xmlns:a16="http://schemas.microsoft.com/office/drawing/2014/main" id="{CF0E2EBF-10E5-A0F7-C524-942A5512F5EC}"/>
              </a:ext>
            </a:extLst>
          </p:cNvPr>
          <p:cNvSpPr txBox="1"/>
          <p:nvPr/>
        </p:nvSpPr>
        <p:spPr>
          <a:xfrm>
            <a:off x="2928500"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GB" sz="1100" dirty="0">
                <a:solidFill>
                  <a:srgbClr val="414141"/>
                </a:solidFill>
              </a:rPr>
              <a:t>2</a:t>
            </a:r>
            <a:r>
              <a:rPr lang="ar-AE" sz="1100" dirty="0">
                <a:solidFill>
                  <a:srgbClr val="414141"/>
                </a:solidFill>
              </a:rPr>
              <a:t>,</a:t>
            </a:r>
            <a:r>
              <a:rPr lang="en-GB" sz="1100" dirty="0">
                <a:solidFill>
                  <a:srgbClr val="414141"/>
                </a:solidFill>
              </a:rPr>
              <a:t>403</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5" name="TextBox 34">
            <a:extLst>
              <a:ext uri="{FF2B5EF4-FFF2-40B4-BE49-F238E27FC236}">
                <a16:creationId xmlns:a16="http://schemas.microsoft.com/office/drawing/2014/main" id="{60F4CDDC-FEB4-ED18-529B-BA650CE1F0A7}"/>
              </a:ext>
            </a:extLst>
          </p:cNvPr>
          <p:cNvSpPr txBox="1"/>
          <p:nvPr/>
        </p:nvSpPr>
        <p:spPr>
          <a:xfrm>
            <a:off x="1340117" y="3154680"/>
            <a:ext cx="640080"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latin typeface="Arial"/>
              </a:rPr>
              <a:t>31</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36" name="TextBox 35">
            <a:extLst>
              <a:ext uri="{FF2B5EF4-FFF2-40B4-BE49-F238E27FC236}">
                <a16:creationId xmlns:a16="http://schemas.microsoft.com/office/drawing/2014/main" id="{CA5D8219-CEC2-3592-E503-E47FD25FBC8B}"/>
              </a:ext>
            </a:extLst>
          </p:cNvPr>
          <p:cNvSpPr txBox="1"/>
          <p:nvPr/>
        </p:nvSpPr>
        <p:spPr>
          <a:xfrm>
            <a:off x="4547698"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GB" sz="1100" dirty="0">
                <a:solidFill>
                  <a:srgbClr val="414141"/>
                </a:solidFill>
              </a:rPr>
              <a:t>567</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7" name="TextBox 36">
            <a:extLst>
              <a:ext uri="{FF2B5EF4-FFF2-40B4-BE49-F238E27FC236}">
                <a16:creationId xmlns:a16="http://schemas.microsoft.com/office/drawing/2014/main" id="{EF1FA283-C85A-E3FB-7A10-C412070E31CA}"/>
              </a:ext>
            </a:extLst>
          </p:cNvPr>
          <p:cNvSpPr txBox="1"/>
          <p:nvPr/>
        </p:nvSpPr>
        <p:spPr>
          <a:xfrm>
            <a:off x="176836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35</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41" name="TextBox 40">
            <a:extLst>
              <a:ext uri="{FF2B5EF4-FFF2-40B4-BE49-F238E27FC236}">
                <a16:creationId xmlns:a16="http://schemas.microsoft.com/office/drawing/2014/main" id="{69E5038E-840B-303A-97ED-9C1E93804508}"/>
              </a:ext>
            </a:extLst>
          </p:cNvPr>
          <p:cNvSpPr txBox="1"/>
          <p:nvPr/>
        </p:nvSpPr>
        <p:spPr>
          <a:xfrm>
            <a:off x="337255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555</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43" name="TextBox 42">
            <a:extLst>
              <a:ext uri="{FF2B5EF4-FFF2-40B4-BE49-F238E27FC236}">
                <a16:creationId xmlns:a16="http://schemas.microsoft.com/office/drawing/2014/main" id="{0E5EFFF1-964F-0563-250B-8E446B6661B7}"/>
              </a:ext>
            </a:extLst>
          </p:cNvPr>
          <p:cNvSpPr txBox="1"/>
          <p:nvPr/>
        </p:nvSpPr>
        <p:spPr>
          <a:xfrm>
            <a:off x="10927080" y="3154680"/>
            <a:ext cx="64008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a:t>
            </a:r>
          </a:p>
        </p:txBody>
      </p:sp>
      <p:grpSp>
        <p:nvGrpSpPr>
          <p:cNvPr id="46" name="Group 45">
            <a:extLst>
              <a:ext uri="{FF2B5EF4-FFF2-40B4-BE49-F238E27FC236}">
                <a16:creationId xmlns:a16="http://schemas.microsoft.com/office/drawing/2014/main" id="{2D1E50BA-DD2C-6465-A8D1-31FC08145E1A}"/>
              </a:ext>
            </a:extLst>
          </p:cNvPr>
          <p:cNvGrpSpPr/>
          <p:nvPr/>
        </p:nvGrpSpPr>
        <p:grpSpPr>
          <a:xfrm>
            <a:off x="7581819" y="822960"/>
            <a:ext cx="2722763" cy="432000"/>
            <a:chOff x="7847717" y="786499"/>
            <a:chExt cx="2722763" cy="432000"/>
          </a:xfrm>
        </p:grpSpPr>
        <p:sp>
          <p:nvSpPr>
            <p:cNvPr id="56" name="Rectangle: Rounded Corners 55">
              <a:extLst>
                <a:ext uri="{FF2B5EF4-FFF2-40B4-BE49-F238E27FC236}">
                  <a16:creationId xmlns:a16="http://schemas.microsoft.com/office/drawing/2014/main" id="{D02B3D46-C87C-04EA-CBB9-1600C47E331E}"/>
                </a:ext>
              </a:extLst>
            </p:cNvPr>
            <p:cNvSpPr/>
            <p:nvPr/>
          </p:nvSpPr>
          <p:spPr>
            <a:xfrm>
              <a:off x="7847717" y="786499"/>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8" name="TextBox 57">
              <a:extLst>
                <a:ext uri="{FF2B5EF4-FFF2-40B4-BE49-F238E27FC236}">
                  <a16:creationId xmlns:a16="http://schemas.microsoft.com/office/drawing/2014/main" id="{22CBA407-A4B7-B28C-4CDB-1AC08BBD4AC7}"/>
                </a:ext>
              </a:extLst>
            </p:cNvPr>
            <p:cNvSpPr txBox="1"/>
            <p:nvPr/>
          </p:nvSpPr>
          <p:spPr>
            <a:xfrm>
              <a:off x="8082113" y="817833"/>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الجنس</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59" name="Group 58">
            <a:extLst>
              <a:ext uri="{FF2B5EF4-FFF2-40B4-BE49-F238E27FC236}">
                <a16:creationId xmlns:a16="http://schemas.microsoft.com/office/drawing/2014/main" id="{398C3D4D-D0E7-BC35-6E5E-38CA4E1B982B}"/>
              </a:ext>
            </a:extLst>
          </p:cNvPr>
          <p:cNvGrpSpPr/>
          <p:nvPr/>
        </p:nvGrpSpPr>
        <p:grpSpPr>
          <a:xfrm>
            <a:off x="1912539" y="822960"/>
            <a:ext cx="2722763" cy="432000"/>
            <a:chOff x="2265552" y="787795"/>
            <a:chExt cx="2722763" cy="432000"/>
          </a:xfrm>
        </p:grpSpPr>
        <p:sp>
          <p:nvSpPr>
            <p:cNvPr id="60" name="Rectangle: Rounded Corners 59">
              <a:extLst>
                <a:ext uri="{FF2B5EF4-FFF2-40B4-BE49-F238E27FC236}">
                  <a16:creationId xmlns:a16="http://schemas.microsoft.com/office/drawing/2014/main" id="{AF8AB2AA-4398-80D3-DE80-3FFFAA0547E4}"/>
                </a:ext>
              </a:extLst>
            </p:cNvPr>
            <p:cNvSpPr/>
            <p:nvPr/>
          </p:nvSpPr>
          <p:spPr>
            <a:xfrm>
              <a:off x="2265552" y="787795"/>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1" name="TextBox 60">
              <a:extLst>
                <a:ext uri="{FF2B5EF4-FFF2-40B4-BE49-F238E27FC236}">
                  <a16:creationId xmlns:a16="http://schemas.microsoft.com/office/drawing/2014/main" id="{CA376D0F-0490-C788-9023-344CCA5D44B6}"/>
                </a:ext>
              </a:extLst>
            </p:cNvPr>
            <p:cNvSpPr txBox="1"/>
            <p:nvPr/>
          </p:nvSpPr>
          <p:spPr>
            <a:xfrm>
              <a:off x="2301681" y="819129"/>
              <a:ext cx="2650504"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الفئة العمرية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62" name="Group 61">
            <a:extLst>
              <a:ext uri="{FF2B5EF4-FFF2-40B4-BE49-F238E27FC236}">
                <a16:creationId xmlns:a16="http://schemas.microsoft.com/office/drawing/2014/main" id="{32C89427-665D-A318-65DE-1245A4C74879}"/>
              </a:ext>
            </a:extLst>
          </p:cNvPr>
          <p:cNvGrpSpPr/>
          <p:nvPr/>
        </p:nvGrpSpPr>
        <p:grpSpPr>
          <a:xfrm>
            <a:off x="7581818" y="3566160"/>
            <a:ext cx="2722764" cy="432854"/>
            <a:chOff x="7847716" y="3575168"/>
            <a:chExt cx="2722764" cy="432854"/>
          </a:xfrm>
        </p:grpSpPr>
        <p:sp>
          <p:nvSpPr>
            <p:cNvPr id="68" name="Rectangle: Rounded Corners 67">
              <a:extLst>
                <a:ext uri="{FF2B5EF4-FFF2-40B4-BE49-F238E27FC236}">
                  <a16:creationId xmlns:a16="http://schemas.microsoft.com/office/drawing/2014/main" id="{0E72A48B-659C-783A-D742-595750761598}"/>
                </a:ext>
              </a:extLst>
            </p:cNvPr>
            <p:cNvSpPr/>
            <p:nvPr/>
          </p:nvSpPr>
          <p:spPr>
            <a:xfrm>
              <a:off x="7847717" y="3575168"/>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9" name="TextBox 68">
              <a:extLst>
                <a:ext uri="{FF2B5EF4-FFF2-40B4-BE49-F238E27FC236}">
                  <a16:creationId xmlns:a16="http://schemas.microsoft.com/office/drawing/2014/main" id="{C5BBB949-792E-3E32-65D6-A9A9AB12C61A}"/>
                </a:ext>
              </a:extLst>
            </p:cNvPr>
            <p:cNvSpPr txBox="1"/>
            <p:nvPr/>
          </p:nvSpPr>
          <p:spPr>
            <a:xfrm>
              <a:off x="7847716" y="3606929"/>
              <a:ext cx="2722764"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مكان الإقامة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70" name="Group 69">
            <a:extLst>
              <a:ext uri="{FF2B5EF4-FFF2-40B4-BE49-F238E27FC236}">
                <a16:creationId xmlns:a16="http://schemas.microsoft.com/office/drawing/2014/main" id="{707E331A-4692-E53A-2FF3-A3C91D0A834C}"/>
              </a:ext>
            </a:extLst>
          </p:cNvPr>
          <p:cNvGrpSpPr/>
          <p:nvPr/>
        </p:nvGrpSpPr>
        <p:grpSpPr>
          <a:xfrm>
            <a:off x="1912539" y="3566160"/>
            <a:ext cx="2722763" cy="432854"/>
            <a:chOff x="2265552" y="3573039"/>
            <a:chExt cx="2722763" cy="432854"/>
          </a:xfrm>
        </p:grpSpPr>
        <p:sp>
          <p:nvSpPr>
            <p:cNvPr id="71" name="Rectangle: Rounded Corners 70">
              <a:extLst>
                <a:ext uri="{FF2B5EF4-FFF2-40B4-BE49-F238E27FC236}">
                  <a16:creationId xmlns:a16="http://schemas.microsoft.com/office/drawing/2014/main" id="{79D1D8B9-3042-CE93-FC29-43D16C471FAB}"/>
                </a:ext>
              </a:extLst>
            </p:cNvPr>
            <p:cNvSpPr/>
            <p:nvPr/>
          </p:nvSpPr>
          <p:spPr>
            <a:xfrm>
              <a:off x="2265552" y="3573039"/>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72" name="TextBox 71">
              <a:extLst>
                <a:ext uri="{FF2B5EF4-FFF2-40B4-BE49-F238E27FC236}">
                  <a16:creationId xmlns:a16="http://schemas.microsoft.com/office/drawing/2014/main" id="{E54CCCD8-AE3F-89C1-8F18-A22CA6028F08}"/>
                </a:ext>
              </a:extLst>
            </p:cNvPr>
            <p:cNvSpPr txBox="1"/>
            <p:nvPr/>
          </p:nvSpPr>
          <p:spPr>
            <a:xfrm>
              <a:off x="2286674" y="3604800"/>
              <a:ext cx="2680518" cy="369332"/>
            </a:xfrm>
            <a:prstGeom prst="rect">
              <a:avLst/>
            </a:prstGeom>
            <a:noFill/>
          </p:spPr>
          <p:txBody>
            <a:bodyPr wrap="square">
              <a:spAutoFit/>
            </a:bodyPr>
            <a:lstStyle/>
            <a:p>
              <a:pPr marL="0" marR="0" lvl="0" indent="0" algn="ctr" defTabSz="924260" rtl="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الجنسية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73" name="Group 72">
            <a:extLst>
              <a:ext uri="{FF2B5EF4-FFF2-40B4-BE49-F238E27FC236}">
                <a16:creationId xmlns:a16="http://schemas.microsoft.com/office/drawing/2014/main" id="{24CD265D-539C-382A-B72B-C3F384BAE50B}"/>
              </a:ext>
            </a:extLst>
          </p:cNvPr>
          <p:cNvGrpSpPr/>
          <p:nvPr/>
        </p:nvGrpSpPr>
        <p:grpSpPr>
          <a:xfrm>
            <a:off x="6504808" y="1075765"/>
            <a:ext cx="731520" cy="640080"/>
            <a:chOff x="6583680" y="1097280"/>
            <a:chExt cx="900000" cy="720000"/>
          </a:xfrm>
        </p:grpSpPr>
        <p:sp>
          <p:nvSpPr>
            <p:cNvPr id="75" name="Rectangle: Rounded Corners 74">
              <a:extLst>
                <a:ext uri="{FF2B5EF4-FFF2-40B4-BE49-F238E27FC236}">
                  <a16:creationId xmlns:a16="http://schemas.microsoft.com/office/drawing/2014/main" id="{CCE1E0E6-BEE5-E8B7-6C66-41F0EE038233}"/>
                </a:ext>
              </a:extLst>
            </p:cNvPr>
            <p:cNvSpPr/>
            <p:nvPr/>
          </p:nvSpPr>
          <p:spPr>
            <a:xfrm>
              <a:off x="6583680" y="109728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76" name="Picture 2" descr="Gender fluid ">
              <a:extLst>
                <a:ext uri="{FF2B5EF4-FFF2-40B4-BE49-F238E27FC236}">
                  <a16:creationId xmlns:a16="http://schemas.microsoft.com/office/drawing/2014/main" id="{319C0249-5383-07AC-9121-0613333B59A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834783" y="1258383"/>
              <a:ext cx="397794" cy="3977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7" name="Group 76">
            <a:extLst>
              <a:ext uri="{FF2B5EF4-FFF2-40B4-BE49-F238E27FC236}">
                <a16:creationId xmlns:a16="http://schemas.microsoft.com/office/drawing/2014/main" id="{237652EC-3967-4D59-E447-37B4EDC35485}"/>
              </a:ext>
            </a:extLst>
          </p:cNvPr>
          <p:cNvGrpSpPr/>
          <p:nvPr/>
        </p:nvGrpSpPr>
        <p:grpSpPr>
          <a:xfrm>
            <a:off x="847165" y="1075765"/>
            <a:ext cx="731520" cy="640080"/>
            <a:chOff x="1233797" y="1021330"/>
            <a:chExt cx="900000" cy="720000"/>
          </a:xfrm>
        </p:grpSpPr>
        <p:sp>
          <p:nvSpPr>
            <p:cNvPr id="78" name="Rectangle: Rounded Corners 77">
              <a:extLst>
                <a:ext uri="{FF2B5EF4-FFF2-40B4-BE49-F238E27FC236}">
                  <a16:creationId xmlns:a16="http://schemas.microsoft.com/office/drawing/2014/main" id="{AD8C201C-4FFB-AFA2-EB32-D44691A668F6}"/>
                </a:ext>
              </a:extLst>
            </p:cNvPr>
            <p:cNvSpPr/>
            <p:nvPr/>
          </p:nvSpPr>
          <p:spPr>
            <a:xfrm>
              <a:off x="1233797" y="102133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79" name="Picture 14" descr="Age ">
              <a:extLst>
                <a:ext uri="{FF2B5EF4-FFF2-40B4-BE49-F238E27FC236}">
                  <a16:creationId xmlns:a16="http://schemas.microsoft.com/office/drawing/2014/main" id="{D79EEBF2-A69A-CC04-4A89-78AF499EB23A}"/>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394605" y="1092138"/>
              <a:ext cx="578384" cy="5783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AB892211-5242-A38A-EB9F-E632AE27B4BB}"/>
              </a:ext>
            </a:extLst>
          </p:cNvPr>
          <p:cNvGrpSpPr/>
          <p:nvPr/>
        </p:nvGrpSpPr>
        <p:grpSpPr>
          <a:xfrm>
            <a:off x="6528543" y="3832412"/>
            <a:ext cx="731520" cy="640080"/>
            <a:chOff x="6820253" y="3813365"/>
            <a:chExt cx="900000" cy="720000"/>
          </a:xfrm>
        </p:grpSpPr>
        <p:sp>
          <p:nvSpPr>
            <p:cNvPr id="82" name="Rectangle: Rounded Corners 81">
              <a:extLst>
                <a:ext uri="{FF2B5EF4-FFF2-40B4-BE49-F238E27FC236}">
                  <a16:creationId xmlns:a16="http://schemas.microsoft.com/office/drawing/2014/main" id="{BD6C7F3A-03C2-99EA-1655-FAEDD9C6109C}"/>
                </a:ext>
              </a:extLst>
            </p:cNvPr>
            <p:cNvSpPr/>
            <p:nvPr/>
          </p:nvSpPr>
          <p:spPr>
            <a:xfrm>
              <a:off x="6820253"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108" name="Picture 107" descr="United arab emirates ">
              <a:extLst>
                <a:ext uri="{FF2B5EF4-FFF2-40B4-BE49-F238E27FC236}">
                  <a16:creationId xmlns:a16="http://schemas.microsoft.com/office/drawing/2014/main" id="{CF1E2547-0A56-C62A-878D-A469358D9D67}"/>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7007781" y="3910893"/>
              <a:ext cx="524944" cy="5249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 name="Group 108">
            <a:extLst>
              <a:ext uri="{FF2B5EF4-FFF2-40B4-BE49-F238E27FC236}">
                <a16:creationId xmlns:a16="http://schemas.microsoft.com/office/drawing/2014/main" id="{48DE3BDA-92F2-150F-DABC-14192FAAA9D4}"/>
              </a:ext>
            </a:extLst>
          </p:cNvPr>
          <p:cNvGrpSpPr/>
          <p:nvPr/>
        </p:nvGrpSpPr>
        <p:grpSpPr>
          <a:xfrm>
            <a:off x="847165" y="3832412"/>
            <a:ext cx="731520" cy="640080"/>
            <a:chOff x="1233797" y="3813365"/>
            <a:chExt cx="900000" cy="720000"/>
          </a:xfrm>
        </p:grpSpPr>
        <p:sp>
          <p:nvSpPr>
            <p:cNvPr id="110" name="Rectangle: Rounded Corners 109">
              <a:extLst>
                <a:ext uri="{FF2B5EF4-FFF2-40B4-BE49-F238E27FC236}">
                  <a16:creationId xmlns:a16="http://schemas.microsoft.com/office/drawing/2014/main" id="{3596FF4B-2B7E-2159-B6CA-926CDF496567}"/>
                </a:ext>
              </a:extLst>
            </p:cNvPr>
            <p:cNvSpPr/>
            <p:nvPr/>
          </p:nvSpPr>
          <p:spPr>
            <a:xfrm>
              <a:off x="1233797"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111" name="Picture 18" descr="Passport ">
              <a:extLst>
                <a:ext uri="{FF2B5EF4-FFF2-40B4-BE49-F238E27FC236}">
                  <a16:creationId xmlns:a16="http://schemas.microsoft.com/office/drawing/2014/main" id="{29E77CA7-A111-30CC-0854-3F3457CFE6F3}"/>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1421325" y="3910893"/>
              <a:ext cx="524945" cy="524945"/>
            </a:xfrm>
            <a:prstGeom prst="rect">
              <a:avLst/>
            </a:prstGeom>
            <a:noFill/>
            <a:extLst>
              <a:ext uri="{909E8E84-426E-40DD-AFC4-6F175D3DCCD1}">
                <a14:hiddenFill xmlns:a14="http://schemas.microsoft.com/office/drawing/2010/main">
                  <a:solidFill>
                    <a:srgbClr val="FFFFFF"/>
                  </a:solidFill>
                </a14:hiddenFill>
              </a:ext>
            </a:extLst>
          </p:spPr>
        </p:pic>
      </p:grpSp>
      <p:sp>
        <p:nvSpPr>
          <p:cNvPr id="112" name="TextBox 111">
            <a:extLst>
              <a:ext uri="{FF2B5EF4-FFF2-40B4-BE49-F238E27FC236}">
                <a16:creationId xmlns:a16="http://schemas.microsoft.com/office/drawing/2014/main" id="{D4724B6B-BE79-D218-FC1B-980DFE94364F}"/>
              </a:ext>
            </a:extLst>
          </p:cNvPr>
          <p:cNvSpPr txBox="1"/>
          <p:nvPr/>
        </p:nvSpPr>
        <p:spPr>
          <a:xfrm>
            <a:off x="10927080" y="5852160"/>
            <a:ext cx="64008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a:t>
            </a:r>
          </a:p>
        </p:txBody>
      </p:sp>
      <p:graphicFrame>
        <p:nvGraphicFramePr>
          <p:cNvPr id="22" name="Table 21">
            <a:extLst>
              <a:ext uri="{FF2B5EF4-FFF2-40B4-BE49-F238E27FC236}">
                <a16:creationId xmlns:a16="http://schemas.microsoft.com/office/drawing/2014/main" id="{A7A3F0A8-0082-0C7B-A2D6-8EACE038B41C}"/>
              </a:ext>
            </a:extLst>
          </p:cNvPr>
          <p:cNvGraphicFramePr>
            <a:graphicFrameLocks noGrp="1"/>
          </p:cNvGraphicFramePr>
          <p:nvPr>
            <p:extLst>
              <p:ext uri="{D42A27DB-BD31-4B8C-83A1-F6EECF244321}">
                <p14:modId xmlns:p14="http://schemas.microsoft.com/office/powerpoint/2010/main" val="1953213668"/>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410570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6F40-3821-4D24-04D2-6FD187BAE32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87021AD-B5AD-498B-B453-4093ED809E4C}"/>
              </a:ext>
            </a:extLst>
          </p:cNvPr>
          <p:cNvSpPr/>
          <p:nvPr/>
        </p:nvSpPr>
        <p:spPr>
          <a:xfrm>
            <a:off x="218661" y="1558687"/>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aphicFrame>
        <p:nvGraphicFramePr>
          <p:cNvPr id="17" name="Object 4">
            <a:extLst>
              <a:ext uri="{FF2B5EF4-FFF2-40B4-BE49-F238E27FC236}">
                <a16:creationId xmlns:a16="http://schemas.microsoft.com/office/drawing/2014/main" id="{6B249095-6726-5906-D513-D922969ECDD3}"/>
              </a:ext>
            </a:extLst>
          </p:cNvPr>
          <p:cNvGraphicFramePr>
            <a:graphicFrameLocks noChangeAspect="1"/>
          </p:cNvGraphicFramePr>
          <p:nvPr>
            <p:extLst>
              <p:ext uri="{D42A27DB-BD31-4B8C-83A1-F6EECF244321}">
                <p14:modId xmlns:p14="http://schemas.microsoft.com/office/powerpoint/2010/main" val="712824486"/>
              </p:ext>
            </p:extLst>
          </p:nvPr>
        </p:nvGraphicFramePr>
        <p:xfrm>
          <a:off x="299756" y="1947319"/>
          <a:ext cx="5679592" cy="405325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1D06D868-2E96-6CF1-977A-B79ACD6749C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03B39AF0-9583-8A09-FE1A-F3549E668C8E}"/>
              </a:ext>
            </a:extLst>
          </p:cNvPr>
          <p:cNvSpPr txBox="1"/>
          <p:nvPr/>
        </p:nvSpPr>
        <p:spPr>
          <a:xfrm>
            <a:off x="5346700" y="244463"/>
            <a:ext cx="664936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dirty="0">
                <a:ln>
                  <a:noFill/>
                </a:ln>
                <a:solidFill>
                  <a:srgbClr val="B68A35"/>
                </a:solidFill>
                <a:effectLst/>
                <a:uLnTx/>
                <a:uFillTx/>
                <a:latin typeface="Arial"/>
                <a:ea typeface="+mn-ea"/>
                <a:cs typeface="+mn-cs"/>
              </a:rPr>
              <a:t>مؤشر الرضا حسب نوع الخدمات</a:t>
            </a: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sp>
        <p:nvSpPr>
          <p:cNvPr id="5" name="TextBox 4">
            <a:extLst>
              <a:ext uri="{FF2B5EF4-FFF2-40B4-BE49-F238E27FC236}">
                <a16:creationId xmlns:a16="http://schemas.microsoft.com/office/drawing/2014/main" id="{18A1B617-9BEC-3CBB-16AC-80209D198088}"/>
              </a:ext>
            </a:extLst>
          </p:cNvPr>
          <p:cNvSpPr txBox="1"/>
          <p:nvPr/>
        </p:nvSpPr>
        <p:spPr>
          <a:xfrm>
            <a:off x="8945592" y="6558120"/>
            <a:ext cx="2951389" cy="261610"/>
          </a:xfrm>
          <a:prstGeom prst="rect">
            <a:avLst/>
          </a:prstGeom>
          <a:noFill/>
        </p:spPr>
        <p:txBody>
          <a:bodyPr wrap="square" rtlCol="0">
            <a:spAutoFit/>
          </a:bodyPr>
          <a:lstStyle/>
          <a:p>
            <a:pPr lvl="0" algn="ctr">
              <a:defRPr/>
            </a:pPr>
            <a:r>
              <a:rPr lang="ar-AE" sz="1100" b="1" dirty="0">
                <a:solidFill>
                  <a:srgbClr val="414141"/>
                </a:solidFill>
              </a:rPr>
              <a:t>عينة المتعاملين الذين قدموا على خدمات فعلية</a:t>
            </a:r>
            <a:r>
              <a:rPr lang="ar-EG" sz="1100" b="1" dirty="0">
                <a:solidFill>
                  <a:srgbClr val="414141"/>
                </a:solidFill>
              </a:rPr>
              <a:t> = </a:t>
            </a:r>
            <a:r>
              <a:rPr lang="ar-AE" sz="1100" b="1" dirty="0">
                <a:solidFill>
                  <a:srgbClr val="414141"/>
                </a:solidFill>
              </a:rPr>
              <a:t>2,166</a:t>
            </a:r>
            <a:r>
              <a:rPr lang="ar-EG" sz="1100" b="1" dirty="0">
                <a:solidFill>
                  <a:srgbClr val="414141"/>
                </a:solidFill>
              </a:rPr>
              <a:t> </a:t>
            </a: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20FEE6E-199C-50E6-CA33-59E9CEC25C4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cxnSp>
        <p:nvCxnSpPr>
          <p:cNvPr id="14" name="Straight Connector 13">
            <a:extLst>
              <a:ext uri="{FF2B5EF4-FFF2-40B4-BE49-F238E27FC236}">
                <a16:creationId xmlns:a16="http://schemas.microsoft.com/office/drawing/2014/main" id="{2D4241F3-5D35-8AB9-AC07-16C1DBD7B448}"/>
              </a:ext>
            </a:extLst>
          </p:cNvPr>
          <p:cNvCxnSpPr>
            <a:cxnSpLocks/>
          </p:cNvCxnSpPr>
          <p:nvPr/>
        </p:nvCxnSpPr>
        <p:spPr>
          <a:xfrm>
            <a:off x="6004254" y="2033140"/>
            <a:ext cx="0" cy="4027682"/>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D55592B-B46D-9497-A6B9-427BC4AF5A37}"/>
              </a:ext>
            </a:extLst>
          </p:cNvPr>
          <p:cNvSpPr/>
          <p:nvPr/>
        </p:nvSpPr>
        <p:spPr>
          <a:xfrm>
            <a:off x="423332" y="5130800"/>
            <a:ext cx="5486401" cy="719668"/>
          </a:xfrm>
          <a:prstGeom prst="rect">
            <a:avLst/>
          </a:prstGeom>
          <a:noFill/>
          <a:ln w="12700">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graphicFrame>
        <p:nvGraphicFramePr>
          <p:cNvPr id="16" name="Object 4">
            <a:extLst>
              <a:ext uri="{FF2B5EF4-FFF2-40B4-BE49-F238E27FC236}">
                <a16:creationId xmlns:a16="http://schemas.microsoft.com/office/drawing/2014/main" id="{4A338E60-6191-364D-2B86-F227A5FF063B}"/>
              </a:ext>
            </a:extLst>
          </p:cNvPr>
          <p:cNvGraphicFramePr>
            <a:graphicFrameLocks noChangeAspect="1"/>
          </p:cNvGraphicFramePr>
          <p:nvPr>
            <p:extLst>
              <p:ext uri="{D42A27DB-BD31-4B8C-83A1-F6EECF244321}">
                <p14:modId xmlns:p14="http://schemas.microsoft.com/office/powerpoint/2010/main" val="1453280216"/>
              </p:ext>
            </p:extLst>
          </p:nvPr>
        </p:nvGraphicFramePr>
        <p:xfrm>
          <a:off x="6096000" y="1947319"/>
          <a:ext cx="5761479" cy="405325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31520989-4B1B-00CF-8F35-451DAEA0CB70}"/>
              </a:ext>
            </a:extLst>
          </p:cNvPr>
          <p:cNvSpPr txBox="1"/>
          <p:nvPr/>
        </p:nvSpPr>
        <p:spPr>
          <a:xfrm>
            <a:off x="2446867" y="797178"/>
            <a:ext cx="9637801" cy="307777"/>
          </a:xfrm>
          <a:prstGeom prst="rect">
            <a:avLst/>
          </a:prstGeom>
          <a:noFill/>
        </p:spPr>
        <p:txBody>
          <a:bodyPr wrap="square" rtlCol="0">
            <a:spAutoFit/>
          </a:bodyPr>
          <a:lstStyle/>
          <a:p>
            <a:pPr lvl="0">
              <a:defRPr/>
            </a:pPr>
            <a:r>
              <a:rPr lang="ar-AE" sz="1400" dirty="0">
                <a:latin typeface="Arial"/>
              </a:rPr>
              <a:t>حققت </a:t>
            </a:r>
            <a:r>
              <a:rPr lang="ar-AE" sz="1400" b="1" dirty="0">
                <a:latin typeface="Arial"/>
              </a:rPr>
              <a:t>اغلب الخدمات معدلات رضا عالية </a:t>
            </a:r>
            <a:r>
              <a:rPr lang="ar-AE" sz="1400" dirty="0">
                <a:latin typeface="Arial"/>
              </a:rPr>
              <a:t>خلال يناير 2026، باستثناء خدمة واحدة سجلت أداءً أقل من المتوقع، وكانت:</a:t>
            </a:r>
            <a:r>
              <a:rPr lang="ar-AE" sz="1400" dirty="0"/>
              <a:t> </a:t>
            </a:r>
            <a:r>
              <a:rPr lang="ar-AE" sz="1400" b="1" dirty="0"/>
              <a:t>تجديد ترخيص مؤسسة صيدلانية.</a:t>
            </a:r>
            <a:endParaRPr lang="ar-AE" sz="1400" b="1" dirty="0">
              <a:solidFill>
                <a:srgbClr val="C00000"/>
              </a:solidFill>
              <a:latin typeface="Arial"/>
            </a:endParaRPr>
          </a:p>
        </p:txBody>
      </p:sp>
      <p:graphicFrame>
        <p:nvGraphicFramePr>
          <p:cNvPr id="2" name="Table 1">
            <a:extLst>
              <a:ext uri="{FF2B5EF4-FFF2-40B4-BE49-F238E27FC236}">
                <a16:creationId xmlns:a16="http://schemas.microsoft.com/office/drawing/2014/main" id="{0CCB5982-1275-C869-84FB-A677E21718E1}"/>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908789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1A4EB-99E2-9CA9-417F-6EAC188A6E3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42580F0-E5A7-7E9D-C091-6AF298EE1DEB}"/>
              </a:ext>
            </a:extLst>
          </p:cNvPr>
          <p:cNvSpPr/>
          <p:nvPr/>
        </p:nvSpPr>
        <p:spPr>
          <a:xfrm>
            <a:off x="258417" y="2599058"/>
            <a:ext cx="11638566" cy="3672533"/>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6" name="Rectangle 5">
            <a:extLst>
              <a:ext uri="{FF2B5EF4-FFF2-40B4-BE49-F238E27FC236}">
                <a16:creationId xmlns:a16="http://schemas.microsoft.com/office/drawing/2014/main" id="{4A0F6BAD-28A3-0CFE-CA5E-DF53A461818E}"/>
              </a:ext>
            </a:extLst>
          </p:cNvPr>
          <p:cNvSpPr/>
          <p:nvPr/>
        </p:nvSpPr>
        <p:spPr>
          <a:xfrm>
            <a:off x="1306849" y="1209581"/>
            <a:ext cx="9578301" cy="107721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3200" b="1" i="0" u="none" strike="noStrike" kern="1200" cap="none" spc="0" normalizeH="0" baseline="0" noProof="0">
                <a:ln>
                  <a:noFill/>
                </a:ln>
                <a:solidFill>
                  <a:srgbClr val="B68A35"/>
                </a:solidFill>
                <a:effectLst/>
                <a:uLnTx/>
                <a:uFillTx/>
                <a:latin typeface="Arial"/>
                <a:ea typeface="+mn-ea"/>
                <a:cs typeface="+mn-cs"/>
              </a:rPr>
              <a:t>في المرحلة القادمة، سنقوم بالتعمق في كل قناة على حدة لنلقي نظرة أقرب عليها</a:t>
            </a:r>
            <a:endParaRPr kumimoji="0" lang="en-US" sz="3200" b="1" i="0" u="none" strike="noStrike" kern="1200" cap="none" spc="0" normalizeH="0" baseline="0" noProof="0">
              <a:ln>
                <a:noFill/>
              </a:ln>
              <a:solidFill>
                <a:srgbClr val="B68A35"/>
              </a:solidFill>
              <a:effectLst/>
              <a:uLnTx/>
              <a:uFillTx/>
              <a:latin typeface="Arial"/>
              <a:ea typeface="+mn-ea"/>
              <a:cs typeface="+mn-cs"/>
            </a:endParaRPr>
          </a:p>
        </p:txBody>
      </p:sp>
      <p:sp>
        <p:nvSpPr>
          <p:cNvPr id="7" name="TextBox 6">
            <a:extLst>
              <a:ext uri="{FF2B5EF4-FFF2-40B4-BE49-F238E27FC236}">
                <a16:creationId xmlns:a16="http://schemas.microsoft.com/office/drawing/2014/main" id="{D00DB747-8FA6-96B7-905F-778DCEDE8B1F}"/>
              </a:ext>
            </a:extLst>
          </p:cNvPr>
          <p:cNvSpPr txBox="1"/>
          <p:nvPr/>
        </p:nvSpPr>
        <p:spPr>
          <a:xfrm>
            <a:off x="9609155" y="3455719"/>
            <a:ext cx="1937785" cy="830997"/>
          </a:xfrm>
          <a:prstGeom prst="rect">
            <a:avLst/>
          </a:prstGeom>
          <a:noFill/>
        </p:spPr>
        <p:txBody>
          <a:bodyPr wrap="square">
            <a:spAutoFit/>
          </a:bodyPr>
          <a:lstStyle/>
          <a:p>
            <a:pPr algn="ctr"/>
            <a:r>
              <a:rPr lang="ar-EG" sz="2400" b="1"/>
              <a:t>تطبيق الهاتف الذكي</a:t>
            </a:r>
            <a:endParaRPr lang="en-GB" sz="2400" b="1"/>
          </a:p>
        </p:txBody>
      </p:sp>
      <p:sp>
        <p:nvSpPr>
          <p:cNvPr id="8" name="Rectangle 7">
            <a:extLst>
              <a:ext uri="{FF2B5EF4-FFF2-40B4-BE49-F238E27FC236}">
                <a16:creationId xmlns:a16="http://schemas.microsoft.com/office/drawing/2014/main" id="{FC91B18B-C40A-ED7F-DAD7-6C3FD8C34B2F}"/>
              </a:ext>
            </a:extLst>
          </p:cNvPr>
          <p:cNvSpPr/>
          <p:nvPr/>
        </p:nvSpPr>
        <p:spPr>
          <a:xfrm>
            <a:off x="9609155"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Oval 8">
            <a:extLst>
              <a:ext uri="{FF2B5EF4-FFF2-40B4-BE49-F238E27FC236}">
                <a16:creationId xmlns:a16="http://schemas.microsoft.com/office/drawing/2014/main" id="{8E2B41DD-3F67-CA2D-566B-44FF88EAD807}"/>
              </a:ext>
            </a:extLst>
          </p:cNvPr>
          <p:cNvSpPr/>
          <p:nvPr/>
        </p:nvSpPr>
        <p:spPr>
          <a:xfrm>
            <a:off x="11184409"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1</a:t>
            </a:r>
          </a:p>
        </p:txBody>
      </p:sp>
      <p:sp>
        <p:nvSpPr>
          <p:cNvPr id="16" name="TextBox 15">
            <a:extLst>
              <a:ext uri="{FF2B5EF4-FFF2-40B4-BE49-F238E27FC236}">
                <a16:creationId xmlns:a16="http://schemas.microsoft.com/office/drawing/2014/main" id="{34237C03-725D-6465-86FD-A753C5A366A3}"/>
              </a:ext>
            </a:extLst>
          </p:cNvPr>
          <p:cNvSpPr txBox="1"/>
          <p:nvPr/>
        </p:nvSpPr>
        <p:spPr>
          <a:xfrm>
            <a:off x="7394924" y="3558472"/>
            <a:ext cx="1937785" cy="461665"/>
          </a:xfrm>
          <a:prstGeom prst="rect">
            <a:avLst/>
          </a:prstGeom>
          <a:noFill/>
        </p:spPr>
        <p:txBody>
          <a:bodyPr wrap="square">
            <a:spAutoFit/>
          </a:bodyPr>
          <a:lstStyle/>
          <a:p>
            <a:pPr algn="ctr"/>
            <a:r>
              <a:rPr lang="ar-EG" sz="2400" b="1"/>
              <a:t>الموقع الإلكتروني</a:t>
            </a:r>
            <a:endParaRPr lang="en-GB" sz="2400" b="1"/>
          </a:p>
        </p:txBody>
      </p:sp>
      <p:sp>
        <p:nvSpPr>
          <p:cNvPr id="17" name="Rectangle 16">
            <a:extLst>
              <a:ext uri="{FF2B5EF4-FFF2-40B4-BE49-F238E27FC236}">
                <a16:creationId xmlns:a16="http://schemas.microsoft.com/office/drawing/2014/main" id="{926D3F04-A5B2-2066-80B8-CB81AAD926CC}"/>
              </a:ext>
            </a:extLst>
          </p:cNvPr>
          <p:cNvSpPr/>
          <p:nvPr/>
        </p:nvSpPr>
        <p:spPr>
          <a:xfrm>
            <a:off x="7394924"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8" name="Oval 17">
            <a:extLst>
              <a:ext uri="{FF2B5EF4-FFF2-40B4-BE49-F238E27FC236}">
                <a16:creationId xmlns:a16="http://schemas.microsoft.com/office/drawing/2014/main" id="{DC2BB168-3FA8-A962-6DA6-25CE48EEB919}"/>
              </a:ext>
            </a:extLst>
          </p:cNvPr>
          <p:cNvSpPr/>
          <p:nvPr/>
        </p:nvSpPr>
        <p:spPr>
          <a:xfrm>
            <a:off x="8970178"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2</a:t>
            </a:r>
          </a:p>
        </p:txBody>
      </p:sp>
      <p:sp>
        <p:nvSpPr>
          <p:cNvPr id="20" name="Rectangle 19">
            <a:extLst>
              <a:ext uri="{FF2B5EF4-FFF2-40B4-BE49-F238E27FC236}">
                <a16:creationId xmlns:a16="http://schemas.microsoft.com/office/drawing/2014/main" id="{CAA9C0DC-9A1A-E858-C77B-3A62A0D8CBB7}"/>
              </a:ext>
            </a:extLst>
          </p:cNvPr>
          <p:cNvSpPr/>
          <p:nvPr/>
        </p:nvSpPr>
        <p:spPr>
          <a:xfrm>
            <a:off x="5180692"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Oval 20">
            <a:extLst>
              <a:ext uri="{FF2B5EF4-FFF2-40B4-BE49-F238E27FC236}">
                <a16:creationId xmlns:a16="http://schemas.microsoft.com/office/drawing/2014/main" id="{EC3D6091-D2AE-D149-4FEC-765DB0274EF1}"/>
              </a:ext>
            </a:extLst>
          </p:cNvPr>
          <p:cNvSpPr/>
          <p:nvPr/>
        </p:nvSpPr>
        <p:spPr>
          <a:xfrm>
            <a:off x="6755947"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3</a:t>
            </a:r>
          </a:p>
        </p:txBody>
      </p:sp>
      <p:sp>
        <p:nvSpPr>
          <p:cNvPr id="22" name="TextBox 21">
            <a:extLst>
              <a:ext uri="{FF2B5EF4-FFF2-40B4-BE49-F238E27FC236}">
                <a16:creationId xmlns:a16="http://schemas.microsoft.com/office/drawing/2014/main" id="{B50D5785-E738-0953-CC75-9F4F1E2B14C6}"/>
              </a:ext>
            </a:extLst>
          </p:cNvPr>
          <p:cNvSpPr txBox="1"/>
          <p:nvPr/>
        </p:nvSpPr>
        <p:spPr>
          <a:xfrm>
            <a:off x="2934180" y="3564371"/>
            <a:ext cx="1937785" cy="461665"/>
          </a:xfrm>
          <a:prstGeom prst="rect">
            <a:avLst/>
          </a:prstGeom>
          <a:noFill/>
        </p:spPr>
        <p:txBody>
          <a:bodyPr wrap="square">
            <a:spAutoFit/>
          </a:bodyPr>
          <a:lstStyle/>
          <a:p>
            <a:pPr algn="ctr"/>
            <a:r>
              <a:rPr lang="ar-EG" sz="2400" b="1"/>
              <a:t>مركز الاتصال</a:t>
            </a:r>
            <a:endParaRPr lang="en-GB" sz="2400" b="1"/>
          </a:p>
        </p:txBody>
      </p:sp>
      <p:sp>
        <p:nvSpPr>
          <p:cNvPr id="23" name="Rectangle 22">
            <a:extLst>
              <a:ext uri="{FF2B5EF4-FFF2-40B4-BE49-F238E27FC236}">
                <a16:creationId xmlns:a16="http://schemas.microsoft.com/office/drawing/2014/main" id="{B93B051E-101F-5FAA-E3B8-4E9920F20842}"/>
              </a:ext>
            </a:extLst>
          </p:cNvPr>
          <p:cNvSpPr/>
          <p:nvPr/>
        </p:nvSpPr>
        <p:spPr>
          <a:xfrm>
            <a:off x="2934180"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4" name="Oval 23">
            <a:extLst>
              <a:ext uri="{FF2B5EF4-FFF2-40B4-BE49-F238E27FC236}">
                <a16:creationId xmlns:a16="http://schemas.microsoft.com/office/drawing/2014/main" id="{1354779F-2FF6-D254-4D7B-307CCE1E5E57}"/>
              </a:ext>
            </a:extLst>
          </p:cNvPr>
          <p:cNvSpPr/>
          <p:nvPr/>
        </p:nvSpPr>
        <p:spPr>
          <a:xfrm>
            <a:off x="4498674"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4</a:t>
            </a:r>
          </a:p>
        </p:txBody>
      </p:sp>
      <p:sp>
        <p:nvSpPr>
          <p:cNvPr id="26" name="Rectangle 25">
            <a:extLst>
              <a:ext uri="{FF2B5EF4-FFF2-40B4-BE49-F238E27FC236}">
                <a16:creationId xmlns:a16="http://schemas.microsoft.com/office/drawing/2014/main" id="{AD41D601-18C4-30C3-3014-D305C0DB0A9D}"/>
              </a:ext>
            </a:extLst>
          </p:cNvPr>
          <p:cNvSpPr/>
          <p:nvPr/>
        </p:nvSpPr>
        <p:spPr>
          <a:xfrm>
            <a:off x="709189"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E11856F2-57DB-27A3-3FB6-DE5A781A54A8}"/>
              </a:ext>
            </a:extLst>
          </p:cNvPr>
          <p:cNvSpPr/>
          <p:nvPr/>
        </p:nvSpPr>
        <p:spPr>
          <a:xfrm>
            <a:off x="2284443"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5</a:t>
            </a:r>
          </a:p>
        </p:txBody>
      </p:sp>
      <p:pic>
        <p:nvPicPr>
          <p:cNvPr id="3" name="Picture 2" descr="A gold eagle with a green circle and a red circle with white text&#10;&#10;AI-generated content may be incorrect.">
            <a:extLst>
              <a:ext uri="{FF2B5EF4-FFF2-40B4-BE49-F238E27FC236}">
                <a16:creationId xmlns:a16="http://schemas.microsoft.com/office/drawing/2014/main" id="{AB70889B-21DA-A020-4EB0-1530F1B843E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5" name="TextBox 4">
            <a:extLst>
              <a:ext uri="{FF2B5EF4-FFF2-40B4-BE49-F238E27FC236}">
                <a16:creationId xmlns:a16="http://schemas.microsoft.com/office/drawing/2014/main" id="{70C22AE7-0712-FB45-7415-2989B4EDFA9F}"/>
              </a:ext>
            </a:extLst>
          </p:cNvPr>
          <p:cNvSpPr txBox="1"/>
          <p:nvPr/>
        </p:nvSpPr>
        <p:spPr>
          <a:xfrm>
            <a:off x="10084473"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1,167</a:t>
            </a:r>
            <a:r>
              <a:rPr lang="ar-EG" sz="1100" b="1" dirty="0">
                <a:solidFill>
                  <a:srgbClr val="414141"/>
                </a:solidFill>
              </a:rPr>
              <a:t> </a:t>
            </a:r>
          </a:p>
        </p:txBody>
      </p:sp>
      <p:sp>
        <p:nvSpPr>
          <p:cNvPr id="10" name="TextBox 9">
            <a:extLst>
              <a:ext uri="{FF2B5EF4-FFF2-40B4-BE49-F238E27FC236}">
                <a16:creationId xmlns:a16="http://schemas.microsoft.com/office/drawing/2014/main" id="{8E7DBD2C-6DA9-B6AD-5F92-46378025A1A3}"/>
              </a:ext>
            </a:extLst>
          </p:cNvPr>
          <p:cNvSpPr txBox="1"/>
          <p:nvPr/>
        </p:nvSpPr>
        <p:spPr>
          <a:xfrm>
            <a:off x="7870242"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1,000</a:t>
            </a:r>
            <a:r>
              <a:rPr lang="ar-EG" sz="1100" b="1" dirty="0">
                <a:solidFill>
                  <a:srgbClr val="414141"/>
                </a:solidFill>
              </a:rPr>
              <a:t> </a:t>
            </a:r>
          </a:p>
        </p:txBody>
      </p:sp>
      <p:sp>
        <p:nvSpPr>
          <p:cNvPr id="11" name="TextBox 10">
            <a:extLst>
              <a:ext uri="{FF2B5EF4-FFF2-40B4-BE49-F238E27FC236}">
                <a16:creationId xmlns:a16="http://schemas.microsoft.com/office/drawing/2014/main" id="{BA775629-534F-34E2-4054-72965B53F41E}"/>
              </a:ext>
            </a:extLst>
          </p:cNvPr>
          <p:cNvSpPr txBox="1"/>
          <p:nvPr/>
        </p:nvSpPr>
        <p:spPr>
          <a:xfrm>
            <a:off x="5656010"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ar-AE" sz="1100" b="1" dirty="0">
                <a:solidFill>
                  <a:srgbClr val="414141"/>
                </a:solidFill>
              </a:rPr>
              <a:t>38</a:t>
            </a:r>
            <a:endParaRPr lang="ar-EG" sz="1100" b="1" dirty="0">
              <a:solidFill>
                <a:srgbClr val="414141"/>
              </a:solidFill>
            </a:endParaRPr>
          </a:p>
        </p:txBody>
      </p:sp>
      <p:sp>
        <p:nvSpPr>
          <p:cNvPr id="12" name="TextBox 11">
            <a:extLst>
              <a:ext uri="{FF2B5EF4-FFF2-40B4-BE49-F238E27FC236}">
                <a16:creationId xmlns:a16="http://schemas.microsoft.com/office/drawing/2014/main" id="{6E691356-CF8D-F515-FCCD-4D67D1033A70}"/>
              </a:ext>
            </a:extLst>
          </p:cNvPr>
          <p:cNvSpPr txBox="1"/>
          <p:nvPr/>
        </p:nvSpPr>
        <p:spPr>
          <a:xfrm>
            <a:off x="3409498"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515</a:t>
            </a:r>
            <a:r>
              <a:rPr lang="ar-EG" sz="1100" b="1" dirty="0">
                <a:solidFill>
                  <a:srgbClr val="414141"/>
                </a:solidFill>
              </a:rPr>
              <a:t> </a:t>
            </a:r>
          </a:p>
        </p:txBody>
      </p:sp>
      <p:sp>
        <p:nvSpPr>
          <p:cNvPr id="13" name="TextBox 12">
            <a:extLst>
              <a:ext uri="{FF2B5EF4-FFF2-40B4-BE49-F238E27FC236}">
                <a16:creationId xmlns:a16="http://schemas.microsoft.com/office/drawing/2014/main" id="{4E350B3E-72F7-6BE9-0913-FC64558850DB}"/>
              </a:ext>
            </a:extLst>
          </p:cNvPr>
          <p:cNvSpPr txBox="1"/>
          <p:nvPr/>
        </p:nvSpPr>
        <p:spPr>
          <a:xfrm>
            <a:off x="1184507"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ar-AE" sz="1100" b="1" dirty="0">
                <a:solidFill>
                  <a:srgbClr val="414141"/>
                </a:solidFill>
              </a:rPr>
              <a:t>281</a:t>
            </a:r>
            <a:r>
              <a:rPr lang="ar-EG" sz="1100" b="1" dirty="0">
                <a:solidFill>
                  <a:srgbClr val="414141"/>
                </a:solidFill>
              </a:rPr>
              <a:t> </a:t>
            </a:r>
          </a:p>
        </p:txBody>
      </p:sp>
      <p:pic>
        <p:nvPicPr>
          <p:cNvPr id="13314" name="Picture 2" descr="Mobile phone ">
            <a:extLst>
              <a:ext uri="{FF2B5EF4-FFF2-40B4-BE49-F238E27FC236}">
                <a16:creationId xmlns:a16="http://schemas.microsoft.com/office/drawing/2014/main" id="{9278A3D7-70E5-ADBF-0E7C-7D03825D56A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244220" y="5145043"/>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Globe ">
            <a:extLst>
              <a:ext uri="{FF2B5EF4-FFF2-40B4-BE49-F238E27FC236}">
                <a16:creationId xmlns:a16="http://schemas.microsoft.com/office/drawing/2014/main" id="{E40EF9DD-041C-9E88-4615-8B67B1CF219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29989" y="5145043"/>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Phone Call ">
            <a:extLst>
              <a:ext uri="{FF2B5EF4-FFF2-40B4-BE49-F238E27FC236}">
                <a16:creationId xmlns:a16="http://schemas.microsoft.com/office/drawing/2014/main" id="{C19353EF-57D8-6D6E-643F-E3FCAF41137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569245" y="5145043"/>
            <a:ext cx="667654" cy="66765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6DED96E9-F1CF-5F55-FFFC-D03D1486E7A0}"/>
              </a:ext>
            </a:extLst>
          </p:cNvPr>
          <p:cNvCxnSpPr>
            <a:cxnSpLocks/>
          </p:cNvCxnSpPr>
          <p:nvPr/>
        </p:nvCxnSpPr>
        <p:spPr>
          <a:xfrm>
            <a:off x="2790577"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1F72550-06D7-B9E6-E3FA-BBF323676607}"/>
              </a:ext>
            </a:extLst>
          </p:cNvPr>
          <p:cNvCxnSpPr>
            <a:cxnSpLocks/>
          </p:cNvCxnSpPr>
          <p:nvPr/>
        </p:nvCxnSpPr>
        <p:spPr>
          <a:xfrm>
            <a:off x="5015568"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E870DE1-A25A-7D6A-8EE1-972641B44144}"/>
              </a:ext>
            </a:extLst>
          </p:cNvPr>
          <p:cNvCxnSpPr>
            <a:cxnSpLocks/>
          </p:cNvCxnSpPr>
          <p:nvPr/>
        </p:nvCxnSpPr>
        <p:spPr>
          <a:xfrm>
            <a:off x="7240559"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4A319B-F9E7-7FEE-6077-426A90019324}"/>
              </a:ext>
            </a:extLst>
          </p:cNvPr>
          <p:cNvCxnSpPr>
            <a:cxnSpLocks/>
          </p:cNvCxnSpPr>
          <p:nvPr/>
        </p:nvCxnSpPr>
        <p:spPr>
          <a:xfrm>
            <a:off x="9465550"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pic>
        <p:nvPicPr>
          <p:cNvPr id="14" name="Picture 8" descr="Support ">
            <a:extLst>
              <a:ext uri="{FF2B5EF4-FFF2-40B4-BE49-F238E27FC236}">
                <a16:creationId xmlns:a16="http://schemas.microsoft.com/office/drawing/2014/main" id="{15713D5D-229F-D635-94EF-7ACAF4FC319A}"/>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815757" y="514504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548B151-F3E0-15F3-6604-88D7DE8D3487}"/>
              </a:ext>
            </a:extLst>
          </p:cNvPr>
          <p:cNvSpPr txBox="1"/>
          <p:nvPr/>
        </p:nvSpPr>
        <p:spPr>
          <a:xfrm>
            <a:off x="709189" y="3558472"/>
            <a:ext cx="1937785" cy="461665"/>
          </a:xfrm>
          <a:prstGeom prst="rect">
            <a:avLst/>
          </a:prstGeom>
          <a:noFill/>
        </p:spPr>
        <p:txBody>
          <a:bodyPr wrap="square">
            <a:spAutoFit/>
          </a:bodyPr>
          <a:lstStyle/>
          <a:p>
            <a:pPr algn="ctr"/>
            <a:r>
              <a:rPr lang="ar-EG" sz="2400" b="1" dirty="0"/>
              <a:t>البريد الإلكتروني</a:t>
            </a:r>
            <a:endParaRPr lang="en-GB" sz="2400" b="1" dirty="0"/>
          </a:p>
        </p:txBody>
      </p:sp>
      <p:sp>
        <p:nvSpPr>
          <p:cNvPr id="28" name="TextBox 27">
            <a:extLst>
              <a:ext uri="{FF2B5EF4-FFF2-40B4-BE49-F238E27FC236}">
                <a16:creationId xmlns:a16="http://schemas.microsoft.com/office/drawing/2014/main" id="{51493A07-5489-B185-9E90-D7B5368DECEA}"/>
              </a:ext>
            </a:extLst>
          </p:cNvPr>
          <p:cNvSpPr txBox="1"/>
          <p:nvPr/>
        </p:nvSpPr>
        <p:spPr>
          <a:xfrm>
            <a:off x="5180692" y="3455719"/>
            <a:ext cx="1937785" cy="830997"/>
          </a:xfrm>
          <a:prstGeom prst="rect">
            <a:avLst/>
          </a:prstGeom>
          <a:noFill/>
        </p:spPr>
        <p:txBody>
          <a:bodyPr wrap="square">
            <a:spAutoFit/>
          </a:bodyPr>
          <a:lstStyle/>
          <a:p>
            <a:pPr algn="ctr"/>
            <a:r>
              <a:rPr lang="ar-EG" sz="2400" b="1" dirty="0"/>
              <a:t>مراكز خدمة المتعاملين</a:t>
            </a:r>
            <a:endParaRPr lang="en-GB" sz="2400" b="1" dirty="0"/>
          </a:p>
        </p:txBody>
      </p:sp>
      <p:pic>
        <p:nvPicPr>
          <p:cNvPr id="29" name="Picture 4" descr="Email ">
            <a:extLst>
              <a:ext uri="{FF2B5EF4-FFF2-40B4-BE49-F238E27FC236}">
                <a16:creationId xmlns:a16="http://schemas.microsoft.com/office/drawing/2014/main" id="{A831BC2F-6A61-820F-F06F-105343EAFAED}"/>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344254" y="5145043"/>
            <a:ext cx="667654" cy="667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892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C9A6-1B14-9DA3-3631-3C2725842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3D6F70-1C8E-8867-C603-0FCF81C8D40C}"/>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12AA0C41-03FA-7EB0-B33F-4E813C304EE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8719A96-101C-DB24-2BED-FC8E854661C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8197E0C5-9E3E-4DA4-53F9-71F886818F9D}"/>
              </a:ext>
            </a:extLst>
          </p:cNvPr>
          <p:cNvSpPr/>
          <p:nvPr/>
        </p:nvSpPr>
        <p:spPr>
          <a:xfrm>
            <a:off x="5619445" y="2351782"/>
            <a:ext cx="6096000" cy="769441"/>
          </a:xfrm>
          <a:prstGeom prst="rect">
            <a:avLst/>
          </a:prstGeom>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a:solidFill>
                  <a:srgbClr val="B68A35"/>
                </a:solidFill>
                <a:latin typeface="Arial"/>
              </a:rPr>
              <a:t>مراحل رحلة المتعامل</a:t>
            </a:r>
          </a:p>
        </p:txBody>
      </p:sp>
      <p:sp>
        <p:nvSpPr>
          <p:cNvPr id="7" name="Rectangle 6">
            <a:extLst>
              <a:ext uri="{FF2B5EF4-FFF2-40B4-BE49-F238E27FC236}">
                <a16:creationId xmlns:a16="http://schemas.microsoft.com/office/drawing/2014/main" id="{27057E37-B326-3278-8FC5-BA69DA7201FE}"/>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CED9CDD-A64C-8A8B-840E-4E25BF686B9F}"/>
              </a:ext>
            </a:extLst>
          </p:cNvPr>
          <p:cNvSpPr txBox="1"/>
          <p:nvPr/>
        </p:nvSpPr>
        <p:spPr>
          <a:xfrm>
            <a:off x="7658099" y="3432313"/>
            <a:ext cx="406124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ملخص رحلة المتعامل</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تطبيق الهاتف الذكي</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الموقع الإلكتروني</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مركز خدمة المتعاملين</a:t>
            </a:r>
            <a:endParaRPr lang="ar-AE" sz="140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954179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3259-AFBA-DA1E-998B-6083A9594B4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CE8FE1B-C4E4-27D3-0F76-61FF49A0035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A4DC44E-5992-539D-6C35-8A0E637703EF}"/>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ملخص رحلة المتعامل</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D2B61D2C-DCF5-FF5A-EE4A-98C0BECBCBE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438C3FC1-A6F8-2F33-AEBF-36546442D916}"/>
              </a:ext>
            </a:extLst>
          </p:cNvPr>
          <p:cNvSpPr txBox="1"/>
          <p:nvPr/>
        </p:nvSpPr>
        <p:spPr>
          <a:xfrm>
            <a:off x="1666072" y="797178"/>
            <a:ext cx="10329994"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بشكل عام تقييم ممتاز</a:t>
            </a:r>
            <a:r>
              <a:rPr kumimoji="0" lang="en-US" sz="1400" b="0" i="0" u="none" strike="noStrike" kern="1200" cap="none" spc="0" normalizeH="0" baseline="0" noProof="0" dirty="0">
                <a:ln>
                  <a:noFill/>
                </a:ln>
                <a:solidFill>
                  <a:srgbClr val="414141"/>
                </a:solidFill>
                <a:effectLst/>
                <a:uLnTx/>
                <a:uFillTx/>
                <a:latin typeface="Arial"/>
                <a:ea typeface="+mn-ea"/>
                <a:cs typeface="+mn-cs"/>
              </a:rPr>
              <a:t> </a:t>
            </a:r>
            <a:r>
              <a:rPr kumimoji="0" lang="ar-EG" sz="1400" b="0" i="0" u="none" strike="noStrike" kern="1200" cap="none" spc="0" normalizeH="0" baseline="0" noProof="0" dirty="0">
                <a:ln>
                  <a:noFill/>
                </a:ln>
                <a:solidFill>
                  <a:srgbClr val="414141"/>
                </a:solidFill>
                <a:effectLst/>
                <a:uLnTx/>
                <a:uFillTx/>
                <a:latin typeface="Arial"/>
                <a:ea typeface="+mn-ea"/>
                <a:cs typeface="+mn-cs"/>
              </a:rPr>
              <a:t>فى جميع مراحل رحلة المتعامل 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kumimoji="0" lang="ar-EG" sz="1400" b="0" i="0" u="none" strike="noStrike" kern="1200" cap="none" spc="0" normalizeH="0" baseline="0" noProof="0" dirty="0">
                <a:ln>
                  <a:noFill/>
                </a:ln>
                <a:solidFill>
                  <a:srgbClr val="414141"/>
                </a:solidFill>
                <a:effectLst/>
                <a:uLnTx/>
                <a:uFillTx/>
                <a:latin typeface="Arial"/>
                <a:ea typeface="+mn-ea"/>
                <a:cs typeface="+mn-cs"/>
              </a:rPr>
              <a:t>حيث حصلت على تقييم </a:t>
            </a:r>
            <a:r>
              <a:rPr lang="ar-AE" sz="1400" dirty="0">
                <a:solidFill>
                  <a:srgbClr val="414141"/>
                </a:solidFill>
                <a:latin typeface="Arial"/>
              </a:rPr>
              <a:t>اقل</a:t>
            </a:r>
            <a:r>
              <a:rPr kumimoji="0" lang="ar-EG" sz="1400" b="0" i="0" u="none" strike="noStrike" kern="1200" cap="none" spc="0" normalizeH="0" baseline="0" noProof="0" dirty="0">
                <a:ln>
                  <a:noFill/>
                </a:ln>
                <a:solidFill>
                  <a:srgbClr val="414141"/>
                </a:solidFill>
                <a:effectLst/>
                <a:uLnTx/>
                <a:uFillTx/>
                <a:latin typeface="Arial"/>
                <a:ea typeface="+mn-ea"/>
                <a:cs typeface="+mn-cs"/>
              </a:rPr>
              <a:t> نس</a:t>
            </a:r>
            <a:r>
              <a:rPr kumimoji="0" lang="ar-AE" sz="1400" b="0" i="0" u="none" strike="noStrike" kern="1200" cap="none" spc="0" normalizeH="0" baseline="0" noProof="0" dirty="0">
                <a:ln>
                  <a:noFill/>
                </a:ln>
                <a:solidFill>
                  <a:srgbClr val="414141"/>
                </a:solidFill>
                <a:effectLst/>
                <a:uLnTx/>
                <a:uFillTx/>
                <a:latin typeface="Arial"/>
                <a:ea typeface="+mn-ea"/>
                <a:cs typeface="+mn-cs"/>
              </a:rPr>
              <a:t>ب</a:t>
            </a:r>
            <a:r>
              <a:rPr kumimoji="0" lang="ar-EG" sz="1400" b="0" i="0" u="none" strike="noStrike" kern="1200" cap="none" spc="0" normalizeH="0" baseline="0" noProof="0" dirty="0">
                <a:ln>
                  <a:noFill/>
                </a:ln>
                <a:solidFill>
                  <a:srgbClr val="414141"/>
                </a:solidFill>
                <a:effectLst/>
                <a:uLnTx/>
                <a:uFillTx/>
                <a:latin typeface="Arial"/>
                <a:ea typeface="+mn-ea"/>
                <a:cs typeface="+mn-cs"/>
              </a:rPr>
              <a:t>ي</a:t>
            </a:r>
            <a:r>
              <a:rPr kumimoji="0" lang="ar-AE" sz="1400" b="0" i="0" u="none" strike="noStrike" kern="1200" cap="none" spc="0" normalizeH="0" baseline="0" noProof="0" dirty="0">
                <a:ln>
                  <a:noFill/>
                </a:ln>
                <a:solidFill>
                  <a:srgbClr val="414141"/>
                </a:solidFill>
                <a:effectLst/>
                <a:uLnTx/>
                <a:uFillTx/>
                <a:latin typeface="Arial"/>
                <a:ea typeface="+mn-ea"/>
                <a:cs typeface="+mn-cs"/>
              </a:rPr>
              <a:t>ا بلغ </a:t>
            </a:r>
            <a:r>
              <a:rPr kumimoji="0" lang="en-US" sz="1400" b="1" i="0" u="none" strike="noStrike" kern="1200" cap="none" spc="0" normalizeH="0" baseline="0" noProof="0" dirty="0">
                <a:ln>
                  <a:noFill/>
                </a:ln>
                <a:solidFill>
                  <a:srgbClr val="414141"/>
                </a:solidFill>
                <a:effectLst/>
                <a:uLnTx/>
                <a:uFillTx/>
                <a:latin typeface="Arial"/>
                <a:ea typeface="+mn-ea"/>
                <a:cs typeface="+mn-cs"/>
              </a:rPr>
              <a:t>92</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5" name="Rectangle: Rounded Corners 4">
            <a:extLst>
              <a:ext uri="{FF2B5EF4-FFF2-40B4-BE49-F238E27FC236}">
                <a16:creationId xmlns:a16="http://schemas.microsoft.com/office/drawing/2014/main" id="{90C78ECB-8B0D-B52B-2DD2-A8428B80DCC9}"/>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18" name="TextBox 17">
            <a:extLst>
              <a:ext uri="{FF2B5EF4-FFF2-40B4-BE49-F238E27FC236}">
                <a16:creationId xmlns:a16="http://schemas.microsoft.com/office/drawing/2014/main" id="{1E553994-536E-1141-4708-B1FD1455B426}"/>
              </a:ext>
            </a:extLst>
          </p:cNvPr>
          <p:cNvSpPr txBox="1"/>
          <p:nvPr/>
        </p:nvSpPr>
        <p:spPr>
          <a:xfrm>
            <a:off x="8899774"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834833D6-E47E-274B-1F59-985403B2FC29}"/>
              </a:ext>
            </a:extLst>
          </p:cNvPr>
          <p:cNvGraphicFramePr/>
          <p:nvPr>
            <p:extLst>
              <p:ext uri="{D42A27DB-BD31-4B8C-83A1-F6EECF244321}">
                <p14:modId xmlns:p14="http://schemas.microsoft.com/office/powerpoint/2010/main" val="1164639021"/>
              </p:ext>
            </p:extLst>
          </p:nvPr>
        </p:nvGraphicFramePr>
        <p:xfrm>
          <a:off x="8757190" y="3127150"/>
          <a:ext cx="3086977" cy="188472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1B47ECCC-EB20-C499-511E-D7B8B1999F5B}"/>
              </a:ext>
            </a:extLst>
          </p:cNvPr>
          <p:cNvSpPr txBox="1"/>
          <p:nvPr/>
        </p:nvSpPr>
        <p:spPr>
          <a:xfrm>
            <a:off x="9691276"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sp>
        <p:nvSpPr>
          <p:cNvPr id="41" name="TextBox 40">
            <a:extLst>
              <a:ext uri="{FF2B5EF4-FFF2-40B4-BE49-F238E27FC236}">
                <a16:creationId xmlns:a16="http://schemas.microsoft.com/office/drawing/2014/main" id="{858111E9-5520-56DE-1944-18FC058B8A2E}"/>
              </a:ext>
            </a:extLst>
          </p:cNvPr>
          <p:cNvSpPr txBox="1"/>
          <p:nvPr/>
        </p:nvSpPr>
        <p:spPr>
          <a:xfrm>
            <a:off x="6084856"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44" name="Chart 43">
            <a:extLst>
              <a:ext uri="{FF2B5EF4-FFF2-40B4-BE49-F238E27FC236}">
                <a16:creationId xmlns:a16="http://schemas.microsoft.com/office/drawing/2014/main" id="{7C525487-5A8D-F61A-7FCF-7FBCB772E681}"/>
              </a:ext>
            </a:extLst>
          </p:cNvPr>
          <p:cNvGraphicFramePr/>
          <p:nvPr>
            <p:extLst>
              <p:ext uri="{D42A27DB-BD31-4B8C-83A1-F6EECF244321}">
                <p14:modId xmlns:p14="http://schemas.microsoft.com/office/powerpoint/2010/main" val="1875904208"/>
              </p:ext>
            </p:extLst>
          </p:nvPr>
        </p:nvGraphicFramePr>
        <p:xfrm>
          <a:off x="5942272" y="3127150"/>
          <a:ext cx="3086977" cy="1884720"/>
        </p:xfrm>
        <a:graphic>
          <a:graphicData uri="http://schemas.openxmlformats.org/drawingml/2006/chart">
            <c:chart xmlns:c="http://schemas.openxmlformats.org/drawingml/2006/chart" xmlns:r="http://schemas.openxmlformats.org/officeDocument/2006/relationships" r:id="rId4"/>
          </a:graphicData>
        </a:graphic>
      </p:graphicFrame>
      <p:sp>
        <p:nvSpPr>
          <p:cNvPr id="45" name="TextBox 44">
            <a:extLst>
              <a:ext uri="{FF2B5EF4-FFF2-40B4-BE49-F238E27FC236}">
                <a16:creationId xmlns:a16="http://schemas.microsoft.com/office/drawing/2014/main" id="{61CF4B23-B55E-C123-D308-D824EE820840}"/>
              </a:ext>
            </a:extLst>
          </p:cNvPr>
          <p:cNvSpPr txBox="1"/>
          <p:nvPr/>
        </p:nvSpPr>
        <p:spPr>
          <a:xfrm>
            <a:off x="6876358"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sp>
        <p:nvSpPr>
          <p:cNvPr id="48" name="TextBox 47">
            <a:extLst>
              <a:ext uri="{FF2B5EF4-FFF2-40B4-BE49-F238E27FC236}">
                <a16:creationId xmlns:a16="http://schemas.microsoft.com/office/drawing/2014/main" id="{F74CB434-1C25-B70A-4C1A-E32C052A35E6}"/>
              </a:ext>
            </a:extLst>
          </p:cNvPr>
          <p:cNvSpPr txBox="1"/>
          <p:nvPr/>
        </p:nvSpPr>
        <p:spPr>
          <a:xfrm>
            <a:off x="3435273" y="2406953"/>
            <a:ext cx="2390458" cy="646331"/>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8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9" name="Chart 48">
            <a:extLst>
              <a:ext uri="{FF2B5EF4-FFF2-40B4-BE49-F238E27FC236}">
                <a16:creationId xmlns:a16="http://schemas.microsoft.com/office/drawing/2014/main" id="{C9C7015A-E7B4-B9AB-AF3C-C5457619F0E2}"/>
              </a:ext>
            </a:extLst>
          </p:cNvPr>
          <p:cNvGraphicFramePr/>
          <p:nvPr>
            <p:extLst>
              <p:ext uri="{D42A27DB-BD31-4B8C-83A1-F6EECF244321}">
                <p14:modId xmlns:p14="http://schemas.microsoft.com/office/powerpoint/2010/main" val="1578430575"/>
              </p:ext>
            </p:extLst>
          </p:nvPr>
        </p:nvGraphicFramePr>
        <p:xfrm>
          <a:off x="3108255" y="3127150"/>
          <a:ext cx="3086977" cy="1884720"/>
        </p:xfrm>
        <a:graphic>
          <a:graphicData uri="http://schemas.openxmlformats.org/drawingml/2006/chart">
            <c:chart xmlns:c="http://schemas.openxmlformats.org/drawingml/2006/chart" xmlns:r="http://schemas.openxmlformats.org/officeDocument/2006/relationships" r:id="rId5"/>
          </a:graphicData>
        </a:graphic>
      </p:graphicFrame>
      <p:sp>
        <p:nvSpPr>
          <p:cNvPr id="50" name="TextBox 49">
            <a:extLst>
              <a:ext uri="{FF2B5EF4-FFF2-40B4-BE49-F238E27FC236}">
                <a16:creationId xmlns:a16="http://schemas.microsoft.com/office/drawing/2014/main" id="{91EEAFA4-9F4C-2047-D926-295C434A9BDA}"/>
              </a:ext>
            </a:extLst>
          </p:cNvPr>
          <p:cNvSpPr txBox="1"/>
          <p:nvPr/>
        </p:nvSpPr>
        <p:spPr>
          <a:xfrm>
            <a:off x="4042341"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92%</a:t>
            </a:r>
          </a:p>
        </p:txBody>
      </p:sp>
      <p:sp>
        <p:nvSpPr>
          <p:cNvPr id="53" name="TextBox 52">
            <a:extLst>
              <a:ext uri="{FF2B5EF4-FFF2-40B4-BE49-F238E27FC236}">
                <a16:creationId xmlns:a16="http://schemas.microsoft.com/office/drawing/2014/main" id="{C5106417-2212-12DD-CDCD-C9B488C1FDD8}"/>
              </a:ext>
            </a:extLst>
          </p:cNvPr>
          <p:cNvSpPr txBox="1"/>
          <p:nvPr/>
        </p:nvSpPr>
        <p:spPr>
          <a:xfrm>
            <a:off x="455018"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54" name="Chart 53">
            <a:extLst>
              <a:ext uri="{FF2B5EF4-FFF2-40B4-BE49-F238E27FC236}">
                <a16:creationId xmlns:a16="http://schemas.microsoft.com/office/drawing/2014/main" id="{F11B1D96-9992-C6A0-7A60-75FC28B27095}"/>
              </a:ext>
            </a:extLst>
          </p:cNvPr>
          <p:cNvGraphicFramePr/>
          <p:nvPr>
            <p:extLst>
              <p:ext uri="{D42A27DB-BD31-4B8C-83A1-F6EECF244321}">
                <p14:modId xmlns:p14="http://schemas.microsoft.com/office/powerpoint/2010/main" val="505304263"/>
              </p:ext>
            </p:extLst>
          </p:nvPr>
        </p:nvGraphicFramePr>
        <p:xfrm>
          <a:off x="312434" y="3126196"/>
          <a:ext cx="3086977" cy="1884720"/>
        </p:xfrm>
        <a:graphic>
          <a:graphicData uri="http://schemas.openxmlformats.org/drawingml/2006/chart">
            <c:chart xmlns:c="http://schemas.openxmlformats.org/drawingml/2006/chart" xmlns:r="http://schemas.openxmlformats.org/officeDocument/2006/relationships" r:id="rId6"/>
          </a:graphicData>
        </a:graphic>
      </p:graphicFrame>
      <p:sp>
        <p:nvSpPr>
          <p:cNvPr id="55" name="TextBox 54">
            <a:extLst>
              <a:ext uri="{FF2B5EF4-FFF2-40B4-BE49-F238E27FC236}">
                <a16:creationId xmlns:a16="http://schemas.microsoft.com/office/drawing/2014/main" id="{186A99B0-A4D3-DE9D-3FF1-1FE6D536650F}"/>
              </a:ext>
            </a:extLst>
          </p:cNvPr>
          <p:cNvSpPr txBox="1"/>
          <p:nvPr/>
        </p:nvSpPr>
        <p:spPr>
          <a:xfrm>
            <a:off x="1246520" y="3837724"/>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graphicFrame>
        <p:nvGraphicFramePr>
          <p:cNvPr id="6" name="Table 5">
            <a:extLst>
              <a:ext uri="{FF2B5EF4-FFF2-40B4-BE49-F238E27FC236}">
                <a16:creationId xmlns:a16="http://schemas.microsoft.com/office/drawing/2014/main" id="{0FD6C12B-9D4E-1EA4-6EA3-B8EEC8E88C85}"/>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17" name="TextBox 16">
            <a:extLst>
              <a:ext uri="{FF2B5EF4-FFF2-40B4-BE49-F238E27FC236}">
                <a16:creationId xmlns:a16="http://schemas.microsoft.com/office/drawing/2014/main" id="{C3531AC1-0028-0BC0-244E-A5FB52F63C2A}"/>
              </a:ext>
            </a:extLst>
          </p:cNvPr>
          <p:cNvSpPr txBox="1"/>
          <p:nvPr/>
        </p:nvSpPr>
        <p:spPr>
          <a:xfrm>
            <a:off x="2970084" y="6597402"/>
            <a:ext cx="6246794" cy="276999"/>
          </a:xfrm>
          <a:prstGeom prst="rect">
            <a:avLst/>
          </a:prstGeom>
          <a:noFill/>
        </p:spPr>
        <p:txBody>
          <a:bodyPr wrap="square">
            <a:spAutoFit/>
          </a:bodyPr>
          <a:lstStyle/>
          <a:p>
            <a:pPr marL="0" algn="ctr" rtl="1" eaLnBrk="1" latinLnBrk="0" hangingPunct="1">
              <a:buNone/>
            </a:pPr>
            <a:r>
              <a:rPr lang="ar-AE" sz="1200" kern="1200" dirty="0">
                <a:solidFill>
                  <a:srgbClr val="414141"/>
                </a:solidFill>
                <a:effectLst/>
                <a:latin typeface="Aptos" panose="020B0004020202020204" pitchFamily="34" charset="0"/>
                <a:ea typeface="+mn-ea"/>
                <a:cs typeface="Arial" panose="020B0604020202020204" pitchFamily="34" charset="0"/>
              </a:rPr>
              <a:t>تم تصميم رحلة المتعامل للموقع الإلكتروني، تطبيق الهاتف الذكي، ومركز خدمة المتعاملين فقط.</a:t>
            </a:r>
            <a:endParaRPr lang="en-AE" sz="1200" dirty="0">
              <a:effectLst/>
            </a:endParaRPr>
          </a:p>
        </p:txBody>
      </p:sp>
      <p:sp>
        <p:nvSpPr>
          <p:cNvPr id="21" name="TextBox 20">
            <a:extLst>
              <a:ext uri="{FF2B5EF4-FFF2-40B4-BE49-F238E27FC236}">
                <a16:creationId xmlns:a16="http://schemas.microsoft.com/office/drawing/2014/main" id="{F64A1E1C-5976-4B0C-F7D9-EA0B067D345E}"/>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6324</a:t>
            </a:r>
            <a:endParaRPr lang="ar-EG" sz="1100" b="1" dirty="0">
              <a:solidFill>
                <a:srgbClr val="414141"/>
              </a:solidFill>
            </a:endParaRPr>
          </a:p>
        </p:txBody>
      </p:sp>
    </p:spTree>
    <p:extLst>
      <p:ext uri="{BB962C8B-B14F-4D97-AF65-F5344CB8AC3E}">
        <p14:creationId xmlns:p14="http://schemas.microsoft.com/office/powerpoint/2010/main" val="883771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DB0D-6DF2-FC2B-81ED-4C3A2B64271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8FB6B7-8B7B-A94A-FED1-185722C9FCFA}"/>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A5861944-16D1-5483-3E28-F23B33F2FBD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05BB5514-14F3-C65E-843C-63C0D3C3D254}"/>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67801D39-0CCB-AEB0-A4C3-B5C20542329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B8803392-76AF-8CDC-7F4A-49B86457CA47}"/>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لتطب</a:t>
            </a:r>
            <a:r>
              <a:rPr kumimoji="0" lang="ar-AE" sz="1400" b="0" i="0" u="none" strike="noStrike" kern="1200" cap="none" spc="0" normalizeH="0" baseline="0" noProof="0" dirty="0">
                <a:ln>
                  <a:noFill/>
                </a:ln>
                <a:solidFill>
                  <a:srgbClr val="414141"/>
                </a:solidFill>
                <a:effectLst/>
                <a:uLnTx/>
                <a:uFillTx/>
                <a:latin typeface="Arial"/>
                <a:ea typeface="+mn-ea"/>
                <a:cs typeface="+mn-cs"/>
              </a:rPr>
              <a:t>ي</a:t>
            </a:r>
            <a:r>
              <a:rPr kumimoji="0" lang="ar-EG" sz="1400" b="0" i="0" u="none" strike="noStrike" kern="1200" cap="none" spc="0" normalizeH="0" baseline="0" noProof="0" dirty="0">
                <a:ln>
                  <a:noFill/>
                </a:ln>
                <a:solidFill>
                  <a:srgbClr val="414141"/>
                </a:solidFill>
                <a:effectLst/>
                <a:uLnTx/>
                <a:uFillTx/>
                <a:latin typeface="Arial"/>
                <a:ea typeface="+mn-ea"/>
                <a:cs typeface="+mn-cs"/>
              </a:rPr>
              <a:t>ق الهاتف الذكى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lang="ar-EG" sz="1400" dirty="0">
                <a:solidFill>
                  <a:srgbClr val="414141"/>
                </a:solidFill>
              </a:rPr>
              <a:t>حيث حصلت على تقييم </a:t>
            </a:r>
            <a:r>
              <a:rPr lang="ar-AE" sz="1400" dirty="0">
                <a:solidFill>
                  <a:srgbClr val="414141"/>
                </a:solidFill>
              </a:rPr>
              <a:t>اقل</a:t>
            </a:r>
            <a:r>
              <a:rPr lang="ar-EG" sz="1400" dirty="0">
                <a:solidFill>
                  <a:srgbClr val="414141"/>
                </a:solidFill>
              </a:rPr>
              <a:t> نس</a:t>
            </a:r>
            <a:r>
              <a:rPr lang="ar-AE" sz="1400" dirty="0">
                <a:solidFill>
                  <a:srgbClr val="414141"/>
                </a:solidFill>
              </a:rPr>
              <a:t>ب</a:t>
            </a:r>
            <a:r>
              <a:rPr lang="ar-EG" sz="1400" dirty="0">
                <a:solidFill>
                  <a:srgbClr val="414141"/>
                </a:solidFill>
              </a:rPr>
              <a:t>ي</a:t>
            </a:r>
            <a:r>
              <a:rPr lang="ar-AE" sz="1400" dirty="0">
                <a:solidFill>
                  <a:srgbClr val="414141"/>
                </a:solidFill>
              </a:rPr>
              <a:t>ا بلغ </a:t>
            </a:r>
            <a:r>
              <a:rPr lang="en-US" sz="1400" b="1" dirty="0">
                <a:solidFill>
                  <a:srgbClr val="414141"/>
                </a:solidFill>
                <a:latin typeface="Arial"/>
              </a:rPr>
              <a:t>91</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sp>
        <p:nvSpPr>
          <p:cNvPr id="18" name="TextBox 17">
            <a:extLst>
              <a:ext uri="{FF2B5EF4-FFF2-40B4-BE49-F238E27FC236}">
                <a16:creationId xmlns:a16="http://schemas.microsoft.com/office/drawing/2014/main" id="{E738EDED-FD3A-0893-529B-C496D23019D9}"/>
              </a:ext>
            </a:extLst>
          </p:cNvPr>
          <p:cNvSpPr txBox="1"/>
          <p:nvPr/>
        </p:nvSpPr>
        <p:spPr>
          <a:xfrm>
            <a:off x="8897616"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7CE20931-EF14-FA1E-9940-D7205EA02FC2}"/>
              </a:ext>
            </a:extLst>
          </p:cNvPr>
          <p:cNvGraphicFramePr/>
          <p:nvPr>
            <p:extLst>
              <p:ext uri="{D42A27DB-BD31-4B8C-83A1-F6EECF244321}">
                <p14:modId xmlns:p14="http://schemas.microsoft.com/office/powerpoint/2010/main" val="3795413363"/>
              </p:ext>
            </p:extLst>
          </p:nvPr>
        </p:nvGraphicFramePr>
        <p:xfrm>
          <a:off x="9231289" y="1888102"/>
          <a:ext cx="2134463" cy="1133864"/>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1C815DC5-4D2D-8BB4-0408-5B763F895FE9}"/>
              </a:ext>
            </a:extLst>
          </p:cNvPr>
          <p:cNvSpPr txBox="1"/>
          <p:nvPr/>
        </p:nvSpPr>
        <p:spPr>
          <a:xfrm>
            <a:off x="9877154"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93%</a:t>
            </a:r>
          </a:p>
        </p:txBody>
      </p:sp>
      <p:graphicFrame>
        <p:nvGraphicFramePr>
          <p:cNvPr id="23" name="Object 4">
            <a:extLst>
              <a:ext uri="{FF2B5EF4-FFF2-40B4-BE49-F238E27FC236}">
                <a16:creationId xmlns:a16="http://schemas.microsoft.com/office/drawing/2014/main" id="{57FE221E-AA57-075E-4029-F440A15CE2B1}"/>
              </a:ext>
            </a:extLst>
          </p:cNvPr>
          <p:cNvGraphicFramePr>
            <a:graphicFrameLocks noChangeAspect="1"/>
          </p:cNvGraphicFramePr>
          <p:nvPr>
            <p:extLst>
              <p:ext uri="{D42A27DB-BD31-4B8C-83A1-F6EECF244321}">
                <p14:modId xmlns:p14="http://schemas.microsoft.com/office/powerpoint/2010/main" val="3279952030"/>
              </p:ext>
            </p:extLst>
          </p:nvPr>
        </p:nvGraphicFramePr>
        <p:xfrm>
          <a:off x="8947847" y="2906534"/>
          <a:ext cx="2801809" cy="3237810"/>
        </p:xfrm>
        <a:graphic>
          <a:graphicData uri="http://schemas.openxmlformats.org/drawingml/2006/chart">
            <c:chart xmlns:c="http://schemas.openxmlformats.org/drawingml/2006/chart" xmlns:r="http://schemas.openxmlformats.org/officeDocument/2006/relationships" r:id="rId4"/>
          </a:graphicData>
        </a:graphic>
      </p:graphicFrame>
      <p:sp>
        <p:nvSpPr>
          <p:cNvPr id="41" name="TextBox 40">
            <a:extLst>
              <a:ext uri="{FF2B5EF4-FFF2-40B4-BE49-F238E27FC236}">
                <a16:creationId xmlns:a16="http://schemas.microsoft.com/office/drawing/2014/main" id="{9C99B8FD-401E-A7FE-7C23-F8835589B213}"/>
              </a:ext>
            </a:extLst>
          </p:cNvPr>
          <p:cNvSpPr txBox="1"/>
          <p:nvPr/>
        </p:nvSpPr>
        <p:spPr>
          <a:xfrm>
            <a:off x="6082698"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44" name="Chart 43">
            <a:extLst>
              <a:ext uri="{FF2B5EF4-FFF2-40B4-BE49-F238E27FC236}">
                <a16:creationId xmlns:a16="http://schemas.microsoft.com/office/drawing/2014/main" id="{06483AE9-A1B8-D374-9079-873F961D47CD}"/>
              </a:ext>
            </a:extLst>
          </p:cNvPr>
          <p:cNvGraphicFramePr/>
          <p:nvPr>
            <p:extLst>
              <p:ext uri="{D42A27DB-BD31-4B8C-83A1-F6EECF244321}">
                <p14:modId xmlns:p14="http://schemas.microsoft.com/office/powerpoint/2010/main" val="2362360386"/>
              </p:ext>
            </p:extLst>
          </p:nvPr>
        </p:nvGraphicFramePr>
        <p:xfrm>
          <a:off x="6416371" y="1878577"/>
          <a:ext cx="2134463" cy="1133864"/>
        </p:xfrm>
        <a:graphic>
          <a:graphicData uri="http://schemas.openxmlformats.org/drawingml/2006/chart">
            <c:chart xmlns:c="http://schemas.openxmlformats.org/drawingml/2006/chart" xmlns:r="http://schemas.openxmlformats.org/officeDocument/2006/relationships" r:id="rId5"/>
          </a:graphicData>
        </a:graphic>
      </p:graphicFrame>
      <p:sp>
        <p:nvSpPr>
          <p:cNvPr id="45" name="TextBox 44">
            <a:extLst>
              <a:ext uri="{FF2B5EF4-FFF2-40B4-BE49-F238E27FC236}">
                <a16:creationId xmlns:a16="http://schemas.microsoft.com/office/drawing/2014/main" id="{1A92530F-0C21-A8E7-7DD9-3087E92175BB}"/>
              </a:ext>
            </a:extLst>
          </p:cNvPr>
          <p:cNvSpPr txBox="1"/>
          <p:nvPr/>
        </p:nvSpPr>
        <p:spPr>
          <a:xfrm>
            <a:off x="7062236"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46" name="Object 4">
            <a:extLst>
              <a:ext uri="{FF2B5EF4-FFF2-40B4-BE49-F238E27FC236}">
                <a16:creationId xmlns:a16="http://schemas.microsoft.com/office/drawing/2014/main" id="{7A6BC358-CBC1-B681-6C3E-3BE633459803}"/>
              </a:ext>
            </a:extLst>
          </p:cNvPr>
          <p:cNvGraphicFramePr>
            <a:graphicFrameLocks noChangeAspect="1"/>
          </p:cNvGraphicFramePr>
          <p:nvPr>
            <p:extLst>
              <p:ext uri="{D42A27DB-BD31-4B8C-83A1-F6EECF244321}">
                <p14:modId xmlns:p14="http://schemas.microsoft.com/office/powerpoint/2010/main" val="1353415006"/>
              </p:ext>
            </p:extLst>
          </p:nvPr>
        </p:nvGraphicFramePr>
        <p:xfrm>
          <a:off x="5988362" y="2906534"/>
          <a:ext cx="2801809" cy="3237809"/>
        </p:xfrm>
        <a:graphic>
          <a:graphicData uri="http://schemas.openxmlformats.org/drawingml/2006/chart">
            <c:chart xmlns:c="http://schemas.openxmlformats.org/drawingml/2006/chart" xmlns:r="http://schemas.openxmlformats.org/officeDocument/2006/relationships" r:id="rId6"/>
          </a:graphicData>
        </a:graphic>
      </p:graphicFrame>
      <p:sp>
        <p:nvSpPr>
          <p:cNvPr id="48" name="TextBox 47">
            <a:extLst>
              <a:ext uri="{FF2B5EF4-FFF2-40B4-BE49-F238E27FC236}">
                <a16:creationId xmlns:a16="http://schemas.microsoft.com/office/drawing/2014/main" id="{6ACA9A9C-FFA3-EEA5-9BF0-5C0EDB2BC717}"/>
              </a:ext>
            </a:extLst>
          </p:cNvPr>
          <p:cNvSpPr txBox="1"/>
          <p:nvPr/>
        </p:nvSpPr>
        <p:spPr>
          <a:xfrm>
            <a:off x="3174811"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9" name="Chart 48">
            <a:extLst>
              <a:ext uri="{FF2B5EF4-FFF2-40B4-BE49-F238E27FC236}">
                <a16:creationId xmlns:a16="http://schemas.microsoft.com/office/drawing/2014/main" id="{B6FB47FF-C150-C9FC-776E-3C9D3915240F}"/>
              </a:ext>
            </a:extLst>
          </p:cNvPr>
          <p:cNvGraphicFramePr/>
          <p:nvPr>
            <p:extLst>
              <p:ext uri="{D42A27DB-BD31-4B8C-83A1-F6EECF244321}">
                <p14:modId xmlns:p14="http://schemas.microsoft.com/office/powerpoint/2010/main" val="2704028982"/>
              </p:ext>
            </p:extLst>
          </p:nvPr>
        </p:nvGraphicFramePr>
        <p:xfrm>
          <a:off x="3631307" y="1888102"/>
          <a:ext cx="2134463" cy="1133864"/>
        </p:xfrm>
        <a:graphic>
          <a:graphicData uri="http://schemas.openxmlformats.org/drawingml/2006/chart">
            <c:chart xmlns:c="http://schemas.openxmlformats.org/drawingml/2006/chart" xmlns:r="http://schemas.openxmlformats.org/officeDocument/2006/relationships" r:id="rId7"/>
          </a:graphicData>
        </a:graphic>
      </p:graphicFrame>
      <p:sp>
        <p:nvSpPr>
          <p:cNvPr id="50" name="TextBox 49">
            <a:extLst>
              <a:ext uri="{FF2B5EF4-FFF2-40B4-BE49-F238E27FC236}">
                <a16:creationId xmlns:a16="http://schemas.microsoft.com/office/drawing/2014/main" id="{BFADA711-BD6E-E44A-A08E-D52AF5B59B4C}"/>
              </a:ext>
            </a:extLst>
          </p:cNvPr>
          <p:cNvSpPr txBox="1"/>
          <p:nvPr/>
        </p:nvSpPr>
        <p:spPr>
          <a:xfrm>
            <a:off x="4277172"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sz="1600" b="1" dirty="0">
                <a:solidFill>
                  <a:srgbClr val="35AA6E"/>
                </a:solidFill>
                <a:latin typeface="Arial"/>
              </a:rPr>
              <a:t>91</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51" name="Object 4">
            <a:extLst>
              <a:ext uri="{FF2B5EF4-FFF2-40B4-BE49-F238E27FC236}">
                <a16:creationId xmlns:a16="http://schemas.microsoft.com/office/drawing/2014/main" id="{551018F7-A887-4661-27AE-42AA81BA9B3B}"/>
              </a:ext>
            </a:extLst>
          </p:cNvPr>
          <p:cNvGraphicFramePr>
            <a:graphicFrameLocks noChangeAspect="1"/>
          </p:cNvGraphicFramePr>
          <p:nvPr>
            <p:extLst>
              <p:ext uri="{D42A27DB-BD31-4B8C-83A1-F6EECF244321}">
                <p14:modId xmlns:p14="http://schemas.microsoft.com/office/powerpoint/2010/main" val="54232697"/>
              </p:ext>
            </p:extLst>
          </p:nvPr>
        </p:nvGraphicFramePr>
        <p:xfrm>
          <a:off x="3462575" y="2906535"/>
          <a:ext cx="2377076" cy="3237808"/>
        </p:xfrm>
        <a:graphic>
          <a:graphicData uri="http://schemas.openxmlformats.org/drawingml/2006/chart">
            <c:chart xmlns:c="http://schemas.openxmlformats.org/drawingml/2006/chart" xmlns:r="http://schemas.openxmlformats.org/officeDocument/2006/relationships" r:id="rId8"/>
          </a:graphicData>
        </a:graphic>
      </p:graphicFrame>
      <p:sp>
        <p:nvSpPr>
          <p:cNvPr id="53" name="TextBox 52">
            <a:extLst>
              <a:ext uri="{FF2B5EF4-FFF2-40B4-BE49-F238E27FC236}">
                <a16:creationId xmlns:a16="http://schemas.microsoft.com/office/drawing/2014/main" id="{08978355-C454-9ED7-75C0-34E8C3CAC7E5}"/>
              </a:ext>
            </a:extLst>
          </p:cNvPr>
          <p:cNvSpPr txBox="1"/>
          <p:nvPr/>
        </p:nvSpPr>
        <p:spPr>
          <a:xfrm>
            <a:off x="452860"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54" name="Chart 53">
            <a:extLst>
              <a:ext uri="{FF2B5EF4-FFF2-40B4-BE49-F238E27FC236}">
                <a16:creationId xmlns:a16="http://schemas.microsoft.com/office/drawing/2014/main" id="{C462F8AA-E88E-BA22-A0AA-178876BD544D}"/>
              </a:ext>
            </a:extLst>
          </p:cNvPr>
          <p:cNvGraphicFramePr/>
          <p:nvPr>
            <p:extLst>
              <p:ext uri="{D42A27DB-BD31-4B8C-83A1-F6EECF244321}">
                <p14:modId xmlns:p14="http://schemas.microsoft.com/office/powerpoint/2010/main" val="567427622"/>
              </p:ext>
            </p:extLst>
          </p:nvPr>
        </p:nvGraphicFramePr>
        <p:xfrm>
          <a:off x="786533" y="1887148"/>
          <a:ext cx="2134463" cy="1133864"/>
        </p:xfrm>
        <a:graphic>
          <a:graphicData uri="http://schemas.openxmlformats.org/drawingml/2006/chart">
            <c:chart xmlns:c="http://schemas.openxmlformats.org/drawingml/2006/chart" xmlns:r="http://schemas.openxmlformats.org/officeDocument/2006/relationships" r:id="rId9"/>
          </a:graphicData>
        </a:graphic>
      </p:graphicFrame>
      <p:sp>
        <p:nvSpPr>
          <p:cNvPr id="55" name="TextBox 54">
            <a:extLst>
              <a:ext uri="{FF2B5EF4-FFF2-40B4-BE49-F238E27FC236}">
                <a16:creationId xmlns:a16="http://schemas.microsoft.com/office/drawing/2014/main" id="{CC89B955-D960-6CCC-90E5-753968B8EE78}"/>
              </a:ext>
            </a:extLst>
          </p:cNvPr>
          <p:cNvSpPr txBox="1"/>
          <p:nvPr/>
        </p:nvSpPr>
        <p:spPr>
          <a:xfrm>
            <a:off x="1432398"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56" name="Object 4">
            <a:extLst>
              <a:ext uri="{FF2B5EF4-FFF2-40B4-BE49-F238E27FC236}">
                <a16:creationId xmlns:a16="http://schemas.microsoft.com/office/drawing/2014/main" id="{F2AC67A4-F105-9633-A907-9089FD102C47}"/>
              </a:ext>
            </a:extLst>
          </p:cNvPr>
          <p:cNvGraphicFramePr>
            <a:graphicFrameLocks noChangeAspect="1"/>
          </p:cNvGraphicFramePr>
          <p:nvPr>
            <p:extLst>
              <p:ext uri="{D42A27DB-BD31-4B8C-83A1-F6EECF244321}">
                <p14:modId xmlns:p14="http://schemas.microsoft.com/office/powerpoint/2010/main" val="56664164"/>
              </p:ext>
            </p:extLst>
          </p:nvPr>
        </p:nvGraphicFramePr>
        <p:xfrm>
          <a:off x="503091" y="2906534"/>
          <a:ext cx="2801809" cy="3237809"/>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Table 5">
            <a:extLst>
              <a:ext uri="{FF2B5EF4-FFF2-40B4-BE49-F238E27FC236}">
                <a16:creationId xmlns:a16="http://schemas.microsoft.com/office/drawing/2014/main" id="{71B81090-A2C1-2ABC-EDFE-CC26154E0916}"/>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7" name="TextBox 6">
            <a:extLst>
              <a:ext uri="{FF2B5EF4-FFF2-40B4-BE49-F238E27FC236}">
                <a16:creationId xmlns:a16="http://schemas.microsoft.com/office/drawing/2014/main" id="{EF688C8B-3AB3-BF03-B35D-85530BBEC95F}"/>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1,167</a:t>
            </a:r>
          </a:p>
        </p:txBody>
      </p:sp>
    </p:spTree>
    <p:extLst>
      <p:ext uri="{BB962C8B-B14F-4D97-AF65-F5344CB8AC3E}">
        <p14:creationId xmlns:p14="http://schemas.microsoft.com/office/powerpoint/2010/main" val="2862659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7279-DBD5-94AA-F5D6-0A94774775B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CDCA796F-072B-F70F-BF69-44A9B40922C2}"/>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sp>
        <p:nvSpPr>
          <p:cNvPr id="7" name="Rectangle: Rounded Corners 6">
            <a:extLst>
              <a:ext uri="{FF2B5EF4-FFF2-40B4-BE49-F238E27FC236}">
                <a16:creationId xmlns:a16="http://schemas.microsoft.com/office/drawing/2014/main" id="{9F7FE141-E7F1-A0FC-5887-E0A0F377495A}"/>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A4A45056-BD07-0E7F-AB65-945AE4A72AE4}"/>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BED059AA-94D5-B2EA-3523-DAEBF0BB31B4}"/>
              </a:ext>
            </a:extLst>
          </p:cNvPr>
          <p:cNvSpPr txBox="1"/>
          <p:nvPr/>
        </p:nvSpPr>
        <p:spPr>
          <a:xfrm>
            <a:off x="4066713" y="248985"/>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الموقع الإلكتروني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45BF283A-63D6-C49D-8CFA-63D23AFFFA0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1360F043-AE1B-5100-9FFA-094143C6343B}"/>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للموقع الإلكتروني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kumimoji="0" lang="ar-AE" sz="1400" b="0" i="0" u="none" strike="noStrike" kern="1200" cap="none" spc="0" normalizeH="0" baseline="0" noProof="0" dirty="0">
                <a:ln>
                  <a:noFill/>
                </a:ln>
                <a:solidFill>
                  <a:srgbClr val="414141"/>
                </a:solidFill>
                <a:effectLst/>
                <a:uLnTx/>
                <a:uFillTx/>
                <a:latin typeface="Arial"/>
                <a:ea typeface="+mn-ea"/>
                <a:cs typeface="+mn-cs"/>
              </a:rPr>
              <a:t>حيث حصل على </a:t>
            </a:r>
            <a:r>
              <a:rPr kumimoji="0" lang="ar-EG" sz="1400" b="0" i="0" u="none" strike="noStrike" kern="1200" cap="none" spc="0" normalizeH="0" baseline="0" noProof="0" dirty="0">
                <a:ln>
                  <a:noFill/>
                </a:ln>
                <a:solidFill>
                  <a:srgbClr val="414141"/>
                </a:solidFill>
                <a:effectLst/>
                <a:uLnTx/>
                <a:uFillTx/>
                <a:latin typeface="Arial"/>
                <a:ea typeface="+mn-ea"/>
                <a:cs typeface="+mn-cs"/>
              </a:rPr>
              <a:t>نسبة </a:t>
            </a:r>
            <a:r>
              <a:rPr lang="en-US" sz="1400" b="1" dirty="0">
                <a:solidFill>
                  <a:srgbClr val="414141"/>
                </a:solidFill>
                <a:latin typeface="Arial"/>
              </a:rPr>
              <a:t>90</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sp>
        <p:nvSpPr>
          <p:cNvPr id="8" name="TextBox 7">
            <a:extLst>
              <a:ext uri="{FF2B5EF4-FFF2-40B4-BE49-F238E27FC236}">
                <a16:creationId xmlns:a16="http://schemas.microsoft.com/office/drawing/2014/main" id="{1BD5ED9C-2202-D4B7-D655-31874C3AC456}"/>
              </a:ext>
            </a:extLst>
          </p:cNvPr>
          <p:cNvSpPr txBox="1"/>
          <p:nvPr/>
        </p:nvSpPr>
        <p:spPr>
          <a:xfrm>
            <a:off x="8897609"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1" name="TextBox 10">
            <a:extLst>
              <a:ext uri="{FF2B5EF4-FFF2-40B4-BE49-F238E27FC236}">
                <a16:creationId xmlns:a16="http://schemas.microsoft.com/office/drawing/2014/main" id="{31A34200-57A0-04D3-D744-76821736FDAD}"/>
              </a:ext>
            </a:extLst>
          </p:cNvPr>
          <p:cNvSpPr txBox="1"/>
          <p:nvPr/>
        </p:nvSpPr>
        <p:spPr>
          <a:xfrm>
            <a:off x="3174804"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sp>
        <p:nvSpPr>
          <p:cNvPr id="12" name="TextBox 11">
            <a:extLst>
              <a:ext uri="{FF2B5EF4-FFF2-40B4-BE49-F238E27FC236}">
                <a16:creationId xmlns:a16="http://schemas.microsoft.com/office/drawing/2014/main" id="{AF6F2D56-23F4-44C3-C119-5BAD655C2DB0}"/>
              </a:ext>
            </a:extLst>
          </p:cNvPr>
          <p:cNvSpPr txBox="1"/>
          <p:nvPr/>
        </p:nvSpPr>
        <p:spPr>
          <a:xfrm>
            <a:off x="452853"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3" name="Table 12">
            <a:extLst>
              <a:ext uri="{FF2B5EF4-FFF2-40B4-BE49-F238E27FC236}">
                <a16:creationId xmlns:a16="http://schemas.microsoft.com/office/drawing/2014/main" id="{3FA6742A-BEA1-A951-5641-3B4F7CB4F737}"/>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 name="TextBox 3">
            <a:extLst>
              <a:ext uri="{FF2B5EF4-FFF2-40B4-BE49-F238E27FC236}">
                <a16:creationId xmlns:a16="http://schemas.microsoft.com/office/drawing/2014/main" id="{F62738E2-E1C2-C535-264B-F0720FDA83E4}"/>
              </a:ext>
            </a:extLst>
          </p:cNvPr>
          <p:cNvSpPr txBox="1"/>
          <p:nvPr/>
        </p:nvSpPr>
        <p:spPr>
          <a:xfrm>
            <a:off x="6082691"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0" name="Chart 9">
            <a:extLst>
              <a:ext uri="{FF2B5EF4-FFF2-40B4-BE49-F238E27FC236}">
                <a16:creationId xmlns:a16="http://schemas.microsoft.com/office/drawing/2014/main" id="{3AD42488-988A-3D06-A2E5-EBE0897D29CC}"/>
              </a:ext>
            </a:extLst>
          </p:cNvPr>
          <p:cNvGraphicFramePr/>
          <p:nvPr>
            <p:extLst>
              <p:ext uri="{D42A27DB-BD31-4B8C-83A1-F6EECF244321}">
                <p14:modId xmlns:p14="http://schemas.microsoft.com/office/powerpoint/2010/main" val="3163613537"/>
              </p:ext>
            </p:extLst>
          </p:nvPr>
        </p:nvGraphicFramePr>
        <p:xfrm>
          <a:off x="9231282" y="1888102"/>
          <a:ext cx="2134463" cy="1133864"/>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01AD4C6C-7E95-0C0C-C0B4-4265CB050AAF}"/>
              </a:ext>
            </a:extLst>
          </p:cNvPr>
          <p:cNvSpPr txBox="1"/>
          <p:nvPr/>
        </p:nvSpPr>
        <p:spPr>
          <a:xfrm>
            <a:off x="9877147"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a:t>
            </a:r>
            <a:r>
              <a:rPr lang="en-GB" sz="1600" b="1" dirty="0">
                <a:solidFill>
                  <a:srgbClr val="35AA6E"/>
                </a:solidFill>
                <a:latin typeface="Arial"/>
              </a:rPr>
              <a:t>3</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17" name="Chart 16">
            <a:extLst>
              <a:ext uri="{FF2B5EF4-FFF2-40B4-BE49-F238E27FC236}">
                <a16:creationId xmlns:a16="http://schemas.microsoft.com/office/drawing/2014/main" id="{6F645C3F-FAE5-50A9-EEC8-C0256ACA4923}"/>
              </a:ext>
            </a:extLst>
          </p:cNvPr>
          <p:cNvGraphicFramePr/>
          <p:nvPr>
            <p:extLst>
              <p:ext uri="{D42A27DB-BD31-4B8C-83A1-F6EECF244321}">
                <p14:modId xmlns:p14="http://schemas.microsoft.com/office/powerpoint/2010/main" val="1686403470"/>
              </p:ext>
            </p:extLst>
          </p:nvPr>
        </p:nvGraphicFramePr>
        <p:xfrm>
          <a:off x="6416364" y="1888102"/>
          <a:ext cx="2134463" cy="1133864"/>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1217781D-0465-18EE-B210-4C25FC24685B}"/>
              </a:ext>
            </a:extLst>
          </p:cNvPr>
          <p:cNvSpPr txBox="1"/>
          <p:nvPr/>
        </p:nvSpPr>
        <p:spPr>
          <a:xfrm>
            <a:off x="7062229"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a:t>
            </a:r>
            <a:r>
              <a:rPr lang="en-GB" sz="1600" b="1" dirty="0">
                <a:solidFill>
                  <a:srgbClr val="35AA6E"/>
                </a:solidFill>
                <a:latin typeface="Arial"/>
              </a:rPr>
              <a:t>4</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21" name="Chart 20">
            <a:extLst>
              <a:ext uri="{FF2B5EF4-FFF2-40B4-BE49-F238E27FC236}">
                <a16:creationId xmlns:a16="http://schemas.microsoft.com/office/drawing/2014/main" id="{A2CD5CC5-A3C0-996E-DE88-DB9E625B5F6F}"/>
              </a:ext>
            </a:extLst>
          </p:cNvPr>
          <p:cNvGraphicFramePr/>
          <p:nvPr>
            <p:extLst>
              <p:ext uri="{D42A27DB-BD31-4B8C-83A1-F6EECF244321}">
                <p14:modId xmlns:p14="http://schemas.microsoft.com/office/powerpoint/2010/main" val="45477113"/>
              </p:ext>
            </p:extLst>
          </p:nvPr>
        </p:nvGraphicFramePr>
        <p:xfrm>
          <a:off x="3631300" y="1888102"/>
          <a:ext cx="2134463" cy="1133864"/>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a:extLst>
              <a:ext uri="{FF2B5EF4-FFF2-40B4-BE49-F238E27FC236}">
                <a16:creationId xmlns:a16="http://schemas.microsoft.com/office/drawing/2014/main" id="{F8445440-B3D2-AF55-BCEB-3E8319F5E512}"/>
              </a:ext>
            </a:extLst>
          </p:cNvPr>
          <p:cNvSpPr txBox="1"/>
          <p:nvPr/>
        </p:nvSpPr>
        <p:spPr>
          <a:xfrm>
            <a:off x="4277165"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90%</a:t>
            </a:r>
          </a:p>
        </p:txBody>
      </p:sp>
      <p:graphicFrame>
        <p:nvGraphicFramePr>
          <p:cNvPr id="24" name="Chart 23">
            <a:extLst>
              <a:ext uri="{FF2B5EF4-FFF2-40B4-BE49-F238E27FC236}">
                <a16:creationId xmlns:a16="http://schemas.microsoft.com/office/drawing/2014/main" id="{C399A20D-A592-8CA8-4908-8AD845A8C6E9}"/>
              </a:ext>
            </a:extLst>
          </p:cNvPr>
          <p:cNvGraphicFramePr/>
          <p:nvPr>
            <p:extLst>
              <p:ext uri="{D42A27DB-BD31-4B8C-83A1-F6EECF244321}">
                <p14:modId xmlns:p14="http://schemas.microsoft.com/office/powerpoint/2010/main" val="3343606634"/>
              </p:ext>
            </p:extLst>
          </p:nvPr>
        </p:nvGraphicFramePr>
        <p:xfrm>
          <a:off x="786526" y="1887148"/>
          <a:ext cx="2134463" cy="1133864"/>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a:extLst>
              <a:ext uri="{FF2B5EF4-FFF2-40B4-BE49-F238E27FC236}">
                <a16:creationId xmlns:a16="http://schemas.microsoft.com/office/drawing/2014/main" id="{56DAF6BD-C3D5-B199-B400-1789C3B67EB4}"/>
              </a:ext>
            </a:extLst>
          </p:cNvPr>
          <p:cNvSpPr txBox="1"/>
          <p:nvPr/>
        </p:nvSpPr>
        <p:spPr>
          <a:xfrm>
            <a:off x="1432391"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5" name="Object 4">
            <a:extLst>
              <a:ext uri="{FF2B5EF4-FFF2-40B4-BE49-F238E27FC236}">
                <a16:creationId xmlns:a16="http://schemas.microsoft.com/office/drawing/2014/main" id="{574E8996-3031-BAC6-624E-7A26BC92C10E}"/>
              </a:ext>
            </a:extLst>
          </p:cNvPr>
          <p:cNvGraphicFramePr>
            <a:graphicFrameLocks noChangeAspect="1"/>
          </p:cNvGraphicFramePr>
          <p:nvPr>
            <p:extLst>
              <p:ext uri="{D42A27DB-BD31-4B8C-83A1-F6EECF244321}">
                <p14:modId xmlns:p14="http://schemas.microsoft.com/office/powerpoint/2010/main" val="898815782"/>
              </p:ext>
            </p:extLst>
          </p:nvPr>
        </p:nvGraphicFramePr>
        <p:xfrm>
          <a:off x="8947847" y="2906534"/>
          <a:ext cx="2801809" cy="323781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Object 4">
            <a:extLst>
              <a:ext uri="{FF2B5EF4-FFF2-40B4-BE49-F238E27FC236}">
                <a16:creationId xmlns:a16="http://schemas.microsoft.com/office/drawing/2014/main" id="{178E85FB-6C77-860D-CCB4-2037F0CF297A}"/>
              </a:ext>
            </a:extLst>
          </p:cNvPr>
          <p:cNvGraphicFramePr>
            <a:graphicFrameLocks noChangeAspect="1"/>
          </p:cNvGraphicFramePr>
          <p:nvPr>
            <p:extLst>
              <p:ext uri="{D42A27DB-BD31-4B8C-83A1-F6EECF244321}">
                <p14:modId xmlns:p14="http://schemas.microsoft.com/office/powerpoint/2010/main" val="283858148"/>
              </p:ext>
            </p:extLst>
          </p:nvPr>
        </p:nvGraphicFramePr>
        <p:xfrm>
          <a:off x="5988362" y="2906534"/>
          <a:ext cx="2801809" cy="323780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4" name="Object 4">
            <a:extLst>
              <a:ext uri="{FF2B5EF4-FFF2-40B4-BE49-F238E27FC236}">
                <a16:creationId xmlns:a16="http://schemas.microsoft.com/office/drawing/2014/main" id="{0279A696-1B3B-23F3-8542-2DAD2E590CCC}"/>
              </a:ext>
            </a:extLst>
          </p:cNvPr>
          <p:cNvGraphicFramePr>
            <a:graphicFrameLocks noChangeAspect="1"/>
          </p:cNvGraphicFramePr>
          <p:nvPr>
            <p:extLst>
              <p:ext uri="{D42A27DB-BD31-4B8C-83A1-F6EECF244321}">
                <p14:modId xmlns:p14="http://schemas.microsoft.com/office/powerpoint/2010/main" val="959604389"/>
              </p:ext>
            </p:extLst>
          </p:nvPr>
        </p:nvGraphicFramePr>
        <p:xfrm>
          <a:off x="3462575" y="2906535"/>
          <a:ext cx="2377076" cy="323780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0" name="Object 4">
            <a:extLst>
              <a:ext uri="{FF2B5EF4-FFF2-40B4-BE49-F238E27FC236}">
                <a16:creationId xmlns:a16="http://schemas.microsoft.com/office/drawing/2014/main" id="{DCE7F5D7-0613-7A54-1BA1-A81268122DD8}"/>
              </a:ext>
            </a:extLst>
          </p:cNvPr>
          <p:cNvGraphicFramePr>
            <a:graphicFrameLocks noChangeAspect="1"/>
          </p:cNvGraphicFramePr>
          <p:nvPr>
            <p:extLst>
              <p:ext uri="{D42A27DB-BD31-4B8C-83A1-F6EECF244321}">
                <p14:modId xmlns:p14="http://schemas.microsoft.com/office/powerpoint/2010/main" val="319908886"/>
              </p:ext>
            </p:extLst>
          </p:nvPr>
        </p:nvGraphicFramePr>
        <p:xfrm>
          <a:off x="503091" y="2906534"/>
          <a:ext cx="2801809" cy="3237809"/>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3626748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F53D5-78F4-251E-B1A7-3D9C9F0E58B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B1EA51F9-E4BC-C935-EA55-0C133CE53BCB}"/>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CA57A59A-169F-9612-EB97-53A5D032B14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A21590AE-5AA9-9A15-738E-1DD2DEAD6ED0}"/>
              </a:ext>
            </a:extLst>
          </p:cNvPr>
          <p:cNvSpPr txBox="1"/>
          <p:nvPr/>
        </p:nvSpPr>
        <p:spPr>
          <a:xfrm>
            <a:off x="4056553" y="238825"/>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مركز خدمة المتعاملين</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E576EE07-3F51-A85A-5A12-424BAB9274C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4858A25B-D12F-4593-347A-CC4B8B2D20F6}"/>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لمركز خدمة المتعاملين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a:t>
            </a:r>
            <a:r>
              <a:rPr kumimoji="0" lang="ar-AE" sz="1400" b="0" i="0" u="none" strike="noStrike" kern="1200" cap="none" spc="0" normalizeH="0" baseline="0" noProof="0" dirty="0">
                <a:ln>
                  <a:noFill/>
                </a:ln>
                <a:solidFill>
                  <a:srgbClr val="414141"/>
                </a:solidFill>
                <a:effectLst/>
                <a:uLnTx/>
                <a:uFillTx/>
                <a:latin typeface="Arial"/>
                <a:ea typeface="+mn-ea"/>
                <a:cs typeface="+mn-cs"/>
              </a:rPr>
              <a:t> </a:t>
            </a:r>
            <a:r>
              <a:rPr kumimoji="0" lang="ar-AE" sz="1400" b="1" i="0" u="none" strike="noStrike" kern="1200" cap="none" spc="0" normalizeH="0" baseline="0" noProof="0" dirty="0">
                <a:ln>
                  <a:noFill/>
                </a:ln>
                <a:solidFill>
                  <a:srgbClr val="414141"/>
                </a:solidFill>
                <a:effectLst/>
                <a:uLnTx/>
                <a:uFillTx/>
                <a:latin typeface="Arial"/>
                <a:ea typeface="+mn-ea"/>
                <a:cs typeface="+mn-cs"/>
              </a:rPr>
              <a:t>مرحلة</a:t>
            </a:r>
            <a:r>
              <a:rPr kumimoji="0" lang="ar-EG" sz="1400" b="0" i="0" u="none" strike="noStrike" kern="1200" cap="none" spc="0" normalizeH="0" baseline="0" noProof="0" dirty="0">
                <a:ln>
                  <a:noFill/>
                </a:ln>
                <a:solidFill>
                  <a:srgbClr val="414141"/>
                </a:solidFill>
                <a:effectLst/>
                <a:uLnTx/>
                <a:uFillTx/>
                <a:latin typeface="Arial"/>
                <a:ea typeface="+mn-ea"/>
                <a:cs typeface="+mn-cs"/>
              </a:rPr>
              <a:t> </a:t>
            </a:r>
            <a:r>
              <a:rPr lang="ar-EG" sz="1400" b="1" dirty="0">
                <a:solidFill>
                  <a:srgbClr val="414141"/>
                </a:solidFill>
              </a:rPr>
              <a:t>الحصول على الخدمة</a:t>
            </a:r>
            <a:r>
              <a:rPr lang="en-GB" sz="1400" b="1" dirty="0">
                <a:solidFill>
                  <a:srgbClr val="414141"/>
                </a:solidFill>
              </a:rPr>
              <a:t> </a:t>
            </a:r>
            <a:r>
              <a:rPr kumimoji="0" lang="ar-EG" sz="1400" b="0" i="0" u="none" strike="noStrike" kern="1200" cap="none" spc="0" normalizeH="0" baseline="0" noProof="0" dirty="0">
                <a:ln>
                  <a:noFill/>
                </a:ln>
                <a:solidFill>
                  <a:srgbClr val="414141"/>
                </a:solidFill>
                <a:effectLst/>
                <a:uLnTx/>
                <a:uFillTx/>
                <a:latin typeface="Arial"/>
                <a:ea typeface="+mn-ea"/>
                <a:cs typeface="+mn-cs"/>
              </a:rPr>
              <a:t>على الخدمة </a:t>
            </a:r>
            <a:r>
              <a:rPr kumimoji="0" lang="ar-AE" sz="1400" b="0" i="0" u="none" strike="noStrike" kern="1200" cap="none" spc="0" normalizeH="0" baseline="0" noProof="0" dirty="0">
                <a:ln>
                  <a:noFill/>
                </a:ln>
                <a:solidFill>
                  <a:srgbClr val="414141"/>
                </a:solidFill>
                <a:effectLst/>
                <a:uLnTx/>
                <a:uFillTx/>
                <a:latin typeface="Arial"/>
                <a:ea typeface="+mn-ea"/>
                <a:cs typeface="+mn-cs"/>
              </a:rPr>
              <a:t>حيث حصلت على </a:t>
            </a:r>
            <a:r>
              <a:rPr kumimoji="0" lang="ar-EG" sz="1400" b="0" i="0" u="none" strike="noStrike" kern="1200" cap="none" spc="0" normalizeH="0" baseline="0" noProof="0" dirty="0">
                <a:ln>
                  <a:noFill/>
                </a:ln>
                <a:solidFill>
                  <a:srgbClr val="414141"/>
                </a:solidFill>
                <a:effectLst/>
                <a:uLnTx/>
                <a:uFillTx/>
                <a:latin typeface="Arial"/>
                <a:ea typeface="+mn-ea"/>
                <a:cs typeface="+mn-cs"/>
              </a:rPr>
              <a:t>نسبة </a:t>
            </a:r>
            <a:r>
              <a:rPr lang="en-US" sz="1400" b="1" dirty="0">
                <a:solidFill>
                  <a:srgbClr val="414141"/>
                </a:solidFill>
                <a:latin typeface="Arial"/>
              </a:rPr>
              <a:t>90</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graphicFrame>
        <p:nvGraphicFramePr>
          <p:cNvPr id="23" name="Object 4">
            <a:extLst>
              <a:ext uri="{FF2B5EF4-FFF2-40B4-BE49-F238E27FC236}">
                <a16:creationId xmlns:a16="http://schemas.microsoft.com/office/drawing/2014/main" id="{E8835C4E-099D-B784-D539-477E94E1AAA6}"/>
              </a:ext>
            </a:extLst>
          </p:cNvPr>
          <p:cNvGraphicFramePr>
            <a:graphicFrameLocks noChangeAspect="1"/>
          </p:cNvGraphicFramePr>
          <p:nvPr>
            <p:extLst>
              <p:ext uri="{D42A27DB-BD31-4B8C-83A1-F6EECF244321}">
                <p14:modId xmlns:p14="http://schemas.microsoft.com/office/powerpoint/2010/main" val="126383606"/>
              </p:ext>
            </p:extLst>
          </p:nvPr>
        </p:nvGraphicFramePr>
        <p:xfrm>
          <a:off x="8961024" y="2906534"/>
          <a:ext cx="2801809" cy="32378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Object 4">
            <a:extLst>
              <a:ext uri="{FF2B5EF4-FFF2-40B4-BE49-F238E27FC236}">
                <a16:creationId xmlns:a16="http://schemas.microsoft.com/office/drawing/2014/main" id="{9EE30660-76E6-0E3C-8B13-7A269DF861EE}"/>
              </a:ext>
            </a:extLst>
          </p:cNvPr>
          <p:cNvGraphicFramePr>
            <a:graphicFrameLocks noChangeAspect="1"/>
          </p:cNvGraphicFramePr>
          <p:nvPr>
            <p:extLst>
              <p:ext uri="{D42A27DB-BD31-4B8C-83A1-F6EECF244321}">
                <p14:modId xmlns:p14="http://schemas.microsoft.com/office/powerpoint/2010/main" val="984242830"/>
              </p:ext>
            </p:extLst>
          </p:nvPr>
        </p:nvGraphicFramePr>
        <p:xfrm>
          <a:off x="6001539" y="2906534"/>
          <a:ext cx="2801809" cy="32378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1" name="Object 4">
            <a:extLst>
              <a:ext uri="{FF2B5EF4-FFF2-40B4-BE49-F238E27FC236}">
                <a16:creationId xmlns:a16="http://schemas.microsoft.com/office/drawing/2014/main" id="{34A27324-326B-4C65-8A99-B9B0CD548E29}"/>
              </a:ext>
            </a:extLst>
          </p:cNvPr>
          <p:cNvGraphicFramePr>
            <a:graphicFrameLocks noChangeAspect="1"/>
          </p:cNvGraphicFramePr>
          <p:nvPr>
            <p:extLst>
              <p:ext uri="{D42A27DB-BD31-4B8C-83A1-F6EECF244321}">
                <p14:modId xmlns:p14="http://schemas.microsoft.com/office/powerpoint/2010/main" val="3322829656"/>
              </p:ext>
            </p:extLst>
          </p:nvPr>
        </p:nvGraphicFramePr>
        <p:xfrm>
          <a:off x="3475753" y="2906535"/>
          <a:ext cx="2368109" cy="32378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6" name="Object 4">
            <a:extLst>
              <a:ext uri="{FF2B5EF4-FFF2-40B4-BE49-F238E27FC236}">
                <a16:creationId xmlns:a16="http://schemas.microsoft.com/office/drawing/2014/main" id="{349B1B02-115A-4F44-72DE-0D0BC4FA9741}"/>
              </a:ext>
            </a:extLst>
          </p:cNvPr>
          <p:cNvGraphicFramePr>
            <a:graphicFrameLocks noChangeAspect="1"/>
          </p:cNvGraphicFramePr>
          <p:nvPr>
            <p:extLst>
              <p:ext uri="{D42A27DB-BD31-4B8C-83A1-F6EECF244321}">
                <p14:modId xmlns:p14="http://schemas.microsoft.com/office/powerpoint/2010/main" val="3966102653"/>
              </p:ext>
            </p:extLst>
          </p:nvPr>
        </p:nvGraphicFramePr>
        <p:xfrm>
          <a:off x="516268" y="2906534"/>
          <a:ext cx="2801809" cy="3237809"/>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Box 7">
            <a:extLst>
              <a:ext uri="{FF2B5EF4-FFF2-40B4-BE49-F238E27FC236}">
                <a16:creationId xmlns:a16="http://schemas.microsoft.com/office/drawing/2014/main" id="{17671559-B2EF-29EB-7C7F-22593A21D295}"/>
              </a:ext>
            </a:extLst>
          </p:cNvPr>
          <p:cNvSpPr txBox="1"/>
          <p:nvPr/>
        </p:nvSpPr>
        <p:spPr>
          <a:xfrm>
            <a:off x="8910793"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0" name="TextBox 9">
            <a:extLst>
              <a:ext uri="{FF2B5EF4-FFF2-40B4-BE49-F238E27FC236}">
                <a16:creationId xmlns:a16="http://schemas.microsoft.com/office/drawing/2014/main" id="{3B862B41-043D-7077-B42E-D598E2EC3089}"/>
              </a:ext>
            </a:extLst>
          </p:cNvPr>
          <p:cNvSpPr txBox="1"/>
          <p:nvPr/>
        </p:nvSpPr>
        <p:spPr>
          <a:xfrm>
            <a:off x="6095875"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1" name="TextBox 10">
            <a:extLst>
              <a:ext uri="{FF2B5EF4-FFF2-40B4-BE49-F238E27FC236}">
                <a16:creationId xmlns:a16="http://schemas.microsoft.com/office/drawing/2014/main" id="{9C2AF31C-E12D-75D3-9A7D-6C03F0CE58C6}"/>
              </a:ext>
            </a:extLst>
          </p:cNvPr>
          <p:cNvSpPr txBox="1"/>
          <p:nvPr/>
        </p:nvSpPr>
        <p:spPr>
          <a:xfrm>
            <a:off x="3187988"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sp>
        <p:nvSpPr>
          <p:cNvPr id="12" name="TextBox 11">
            <a:extLst>
              <a:ext uri="{FF2B5EF4-FFF2-40B4-BE49-F238E27FC236}">
                <a16:creationId xmlns:a16="http://schemas.microsoft.com/office/drawing/2014/main" id="{C0F44E87-3407-2264-99AC-444F891BECD6}"/>
              </a:ext>
            </a:extLst>
          </p:cNvPr>
          <p:cNvSpPr txBox="1"/>
          <p:nvPr/>
        </p:nvSpPr>
        <p:spPr>
          <a:xfrm>
            <a:off x="466037"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13" name="Table 12">
            <a:extLst>
              <a:ext uri="{FF2B5EF4-FFF2-40B4-BE49-F238E27FC236}">
                <a16:creationId xmlns:a16="http://schemas.microsoft.com/office/drawing/2014/main" id="{806DFF86-FDE1-3224-D43D-CDC58E9B0AA0}"/>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4" name="Chart 3">
            <a:extLst>
              <a:ext uri="{FF2B5EF4-FFF2-40B4-BE49-F238E27FC236}">
                <a16:creationId xmlns:a16="http://schemas.microsoft.com/office/drawing/2014/main" id="{AD75F028-29B5-AB3C-A2DF-54D51EA77DDA}"/>
              </a:ext>
            </a:extLst>
          </p:cNvPr>
          <p:cNvGraphicFramePr/>
          <p:nvPr>
            <p:extLst>
              <p:ext uri="{D42A27DB-BD31-4B8C-83A1-F6EECF244321}">
                <p14:modId xmlns:p14="http://schemas.microsoft.com/office/powerpoint/2010/main" val="723323925"/>
              </p:ext>
            </p:extLst>
          </p:nvPr>
        </p:nvGraphicFramePr>
        <p:xfrm>
          <a:off x="9244466" y="1888102"/>
          <a:ext cx="2134463" cy="1133864"/>
        </p:xfrm>
        <a:graphic>
          <a:graphicData uri="http://schemas.openxmlformats.org/drawingml/2006/chart">
            <c:chart xmlns:c="http://schemas.openxmlformats.org/drawingml/2006/chart" xmlns:r="http://schemas.openxmlformats.org/officeDocument/2006/relationships" r:id="rId7"/>
          </a:graphicData>
        </a:graphic>
      </p:graphicFrame>
      <p:sp>
        <p:nvSpPr>
          <p:cNvPr id="6" name="TextBox 5">
            <a:extLst>
              <a:ext uri="{FF2B5EF4-FFF2-40B4-BE49-F238E27FC236}">
                <a16:creationId xmlns:a16="http://schemas.microsoft.com/office/drawing/2014/main" id="{E6C7FDA2-8F09-E5BA-D652-72A0735B37C6}"/>
              </a:ext>
            </a:extLst>
          </p:cNvPr>
          <p:cNvSpPr txBox="1"/>
          <p:nvPr/>
        </p:nvSpPr>
        <p:spPr>
          <a:xfrm>
            <a:off x="9890331"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5AA6E"/>
                </a:solidFill>
                <a:effectLst/>
                <a:uLnTx/>
                <a:uFillTx/>
                <a:latin typeface="Arial"/>
                <a:ea typeface="+mn-ea"/>
                <a:cs typeface="+mn-cs"/>
              </a:rPr>
              <a:t>94</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7" name="Chart 6">
            <a:extLst>
              <a:ext uri="{FF2B5EF4-FFF2-40B4-BE49-F238E27FC236}">
                <a16:creationId xmlns:a16="http://schemas.microsoft.com/office/drawing/2014/main" id="{5C83D658-01A4-E1D7-1E0F-09473F45FAD4}"/>
              </a:ext>
            </a:extLst>
          </p:cNvPr>
          <p:cNvGraphicFramePr/>
          <p:nvPr>
            <p:extLst>
              <p:ext uri="{D42A27DB-BD31-4B8C-83A1-F6EECF244321}">
                <p14:modId xmlns:p14="http://schemas.microsoft.com/office/powerpoint/2010/main" val="3536957489"/>
              </p:ext>
            </p:extLst>
          </p:nvPr>
        </p:nvGraphicFramePr>
        <p:xfrm>
          <a:off x="6429548" y="1888102"/>
          <a:ext cx="2134463" cy="1133864"/>
        </p:xfrm>
        <a:graphic>
          <a:graphicData uri="http://schemas.openxmlformats.org/drawingml/2006/chart">
            <c:chart xmlns:c="http://schemas.openxmlformats.org/drawingml/2006/chart" xmlns:r="http://schemas.openxmlformats.org/officeDocument/2006/relationships" r:id="rId8"/>
          </a:graphicData>
        </a:graphic>
      </p:graphicFrame>
      <p:sp>
        <p:nvSpPr>
          <p:cNvPr id="15" name="TextBox 14">
            <a:extLst>
              <a:ext uri="{FF2B5EF4-FFF2-40B4-BE49-F238E27FC236}">
                <a16:creationId xmlns:a16="http://schemas.microsoft.com/office/drawing/2014/main" id="{AB40BE9F-FE8A-2DA8-90EA-3A9A9A86D64D}"/>
              </a:ext>
            </a:extLst>
          </p:cNvPr>
          <p:cNvSpPr txBox="1"/>
          <p:nvPr/>
        </p:nvSpPr>
        <p:spPr>
          <a:xfrm>
            <a:off x="7075413"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92%</a:t>
            </a:r>
          </a:p>
        </p:txBody>
      </p:sp>
      <p:graphicFrame>
        <p:nvGraphicFramePr>
          <p:cNvPr id="16" name="Chart 15">
            <a:extLst>
              <a:ext uri="{FF2B5EF4-FFF2-40B4-BE49-F238E27FC236}">
                <a16:creationId xmlns:a16="http://schemas.microsoft.com/office/drawing/2014/main" id="{712B0981-F969-6901-F92F-B888CDA3FFE7}"/>
              </a:ext>
            </a:extLst>
          </p:cNvPr>
          <p:cNvGraphicFramePr/>
          <p:nvPr>
            <p:extLst>
              <p:ext uri="{D42A27DB-BD31-4B8C-83A1-F6EECF244321}">
                <p14:modId xmlns:p14="http://schemas.microsoft.com/office/powerpoint/2010/main" val="1625738507"/>
              </p:ext>
            </p:extLst>
          </p:nvPr>
        </p:nvGraphicFramePr>
        <p:xfrm>
          <a:off x="3644484" y="1888102"/>
          <a:ext cx="2134463" cy="1133864"/>
        </p:xfrm>
        <a:graphic>
          <a:graphicData uri="http://schemas.openxmlformats.org/drawingml/2006/chart">
            <c:chart xmlns:c="http://schemas.openxmlformats.org/drawingml/2006/chart" xmlns:r="http://schemas.openxmlformats.org/officeDocument/2006/relationships" r:id="rId9"/>
          </a:graphicData>
        </a:graphic>
      </p:graphicFrame>
      <p:sp>
        <p:nvSpPr>
          <p:cNvPr id="17" name="TextBox 16">
            <a:extLst>
              <a:ext uri="{FF2B5EF4-FFF2-40B4-BE49-F238E27FC236}">
                <a16:creationId xmlns:a16="http://schemas.microsoft.com/office/drawing/2014/main" id="{134246B4-939D-0EBB-545A-2D3AFC967DC9}"/>
              </a:ext>
            </a:extLst>
          </p:cNvPr>
          <p:cNvSpPr txBox="1"/>
          <p:nvPr/>
        </p:nvSpPr>
        <p:spPr>
          <a:xfrm>
            <a:off x="4290349"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95%</a:t>
            </a:r>
          </a:p>
        </p:txBody>
      </p:sp>
      <p:graphicFrame>
        <p:nvGraphicFramePr>
          <p:cNvPr id="18" name="Chart 17">
            <a:extLst>
              <a:ext uri="{FF2B5EF4-FFF2-40B4-BE49-F238E27FC236}">
                <a16:creationId xmlns:a16="http://schemas.microsoft.com/office/drawing/2014/main" id="{BAAC0AF2-9380-2E87-2813-A0FF834A144C}"/>
              </a:ext>
            </a:extLst>
          </p:cNvPr>
          <p:cNvGraphicFramePr/>
          <p:nvPr>
            <p:extLst>
              <p:ext uri="{D42A27DB-BD31-4B8C-83A1-F6EECF244321}">
                <p14:modId xmlns:p14="http://schemas.microsoft.com/office/powerpoint/2010/main" val="2839023486"/>
              </p:ext>
            </p:extLst>
          </p:nvPr>
        </p:nvGraphicFramePr>
        <p:xfrm>
          <a:off x="799710" y="1887148"/>
          <a:ext cx="2134463" cy="1133864"/>
        </p:xfrm>
        <a:graphic>
          <a:graphicData uri="http://schemas.openxmlformats.org/drawingml/2006/chart">
            <c:chart xmlns:c="http://schemas.openxmlformats.org/drawingml/2006/chart" xmlns:r="http://schemas.openxmlformats.org/officeDocument/2006/relationships" r:id="rId10"/>
          </a:graphicData>
        </a:graphic>
      </p:graphicFrame>
      <p:sp>
        <p:nvSpPr>
          <p:cNvPr id="21" name="TextBox 20">
            <a:extLst>
              <a:ext uri="{FF2B5EF4-FFF2-40B4-BE49-F238E27FC236}">
                <a16:creationId xmlns:a16="http://schemas.microsoft.com/office/drawing/2014/main" id="{E6D32FE5-553C-5A30-768B-8B4E3DCA5E0C}"/>
              </a:ext>
            </a:extLst>
          </p:cNvPr>
          <p:cNvSpPr txBox="1"/>
          <p:nvPr/>
        </p:nvSpPr>
        <p:spPr>
          <a:xfrm>
            <a:off x="1445575"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sz="1600" b="1" dirty="0">
                <a:solidFill>
                  <a:srgbClr val="35AA6E"/>
                </a:solidFill>
                <a:latin typeface="Arial"/>
              </a:rPr>
              <a:t>90</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sp>
        <p:nvSpPr>
          <p:cNvPr id="19" name="TextBox 18">
            <a:extLst>
              <a:ext uri="{FF2B5EF4-FFF2-40B4-BE49-F238E27FC236}">
                <a16:creationId xmlns:a16="http://schemas.microsoft.com/office/drawing/2014/main" id="{08F70BCF-1B0B-94A2-96F6-4A2C1BB49E62}"/>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a:t>
            </a:r>
            <a:r>
              <a:rPr lang="ar-AE" sz="1100" b="1" dirty="0">
                <a:solidFill>
                  <a:srgbClr val="414141"/>
                </a:solidFill>
              </a:rPr>
              <a:t>= 38</a:t>
            </a:r>
            <a:endParaRPr lang="ar-EG" sz="1100" b="1" dirty="0">
              <a:solidFill>
                <a:srgbClr val="414141"/>
              </a:solidFill>
            </a:endParaRPr>
          </a:p>
        </p:txBody>
      </p:sp>
    </p:spTree>
    <p:extLst>
      <p:ext uri="{BB962C8B-B14F-4D97-AF65-F5344CB8AC3E}">
        <p14:creationId xmlns:p14="http://schemas.microsoft.com/office/powerpoint/2010/main" val="1786033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63776-3628-35E3-4A81-037A7ABE3F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40EBB1-0378-B16A-BFA3-30F883535A75}"/>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DA567467-D26E-8E35-54CC-D1AE1B05A27E}"/>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5AF3EBEF-A7F9-19AB-076C-EC4E4E0F24C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B15F5E2D-19C8-DFFC-EE88-D448B3784E67}"/>
              </a:ext>
            </a:extLst>
          </p:cNvPr>
          <p:cNvSpPr/>
          <p:nvPr/>
        </p:nvSpPr>
        <p:spPr>
          <a:xfrm>
            <a:off x="2211572" y="2351782"/>
            <a:ext cx="9503873" cy="2123658"/>
          </a:xfrm>
          <a:prstGeom prst="rect">
            <a:avLst/>
          </a:prstGeom>
        </p:spPr>
        <p:txBody>
          <a:bodyPr wrap="square" lIns="91440" tIns="45720" rIns="91440" bIns="45720" anchor="t">
            <a:spAutoFit/>
          </a:bodyPr>
          <a:lstStyle/>
          <a:p>
            <a:pPr>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lang="ar-EG" sz="4400" b="1">
                <a:solidFill>
                  <a:srgbClr val="B68A35"/>
                </a:solidFill>
                <a:latin typeface="Arial"/>
              </a:rPr>
              <a:t>تطبيق الهاتف الذكي</a:t>
            </a:r>
            <a:endParaRPr lang="ar-EG" sz="4400">
              <a:solidFill>
                <a:srgbClr val="000000"/>
              </a:solidFill>
              <a:latin typeface="Arial"/>
            </a:endParaRPr>
          </a:p>
          <a:p>
            <a:pPr marL="0" marR="0" lvl="0" indent="0" algn="r" defTabSz="914400">
              <a:lnSpc>
                <a:spcPct val="100000"/>
              </a:lnSpc>
              <a:spcBef>
                <a:spcPts val="0"/>
              </a:spcBef>
              <a:spcAft>
                <a:spcPts val="0"/>
              </a:spcAft>
              <a:buClrTx/>
              <a:buSzTx/>
              <a:buFontTx/>
              <a:buNone/>
              <a:tabLst/>
              <a:defRPr/>
            </a:pPr>
            <a:endParaRPr lang="ar-EG" sz="4400" b="1" i="0" u="none" strike="noStrike" kern="1200" cap="none" spc="0" normalizeH="0" baseline="0" noProof="0">
              <a:ln>
                <a:noFill/>
              </a:ln>
              <a:solidFill>
                <a:srgbClr val="B68A35"/>
              </a:solidFill>
              <a:effectLst/>
              <a:uLnTx/>
              <a:uFillTx/>
              <a:latin typeface="Arial"/>
              <a:cs typeface="Aria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6" name="Rectangle 5">
            <a:extLst>
              <a:ext uri="{FF2B5EF4-FFF2-40B4-BE49-F238E27FC236}">
                <a16:creationId xmlns:a16="http://schemas.microsoft.com/office/drawing/2014/main" id="{24F0E4D2-ABED-031C-959A-A979DC90FC32}"/>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919D9509-5CE5-DBC8-C304-75B29FEDAE58}"/>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الوصول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جودة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الاستخدام</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سرعة تقديم الخدمة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خصوصية المتعاملين</a:t>
            </a: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928216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4E13-CA26-A3D3-CCFE-459918B490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A536F09-A739-39C7-48E0-DEC6C6BBE9E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D2375C1-1AA0-4829-6BCD-F19FCE08B88F}"/>
              </a:ext>
            </a:extLst>
          </p:cNvPr>
          <p:cNvSpPr txBox="1"/>
          <p:nvPr/>
        </p:nvSpPr>
        <p:spPr>
          <a:xfrm>
            <a:off x="2869291" y="244463"/>
            <a:ext cx="9126774" cy="523220"/>
          </a:xfrm>
          <a:prstGeom prst="rect">
            <a:avLst/>
          </a:prstGeom>
          <a:noFill/>
        </p:spPr>
        <p:txBody>
          <a:bodyPr wrap="square" lIns="91440" tIns="45720" rIns="91440" bIns="45720" rtlCol="0" anchor="t">
            <a:spAutoFit/>
          </a:bodyPr>
          <a:lstStyle/>
          <a:p>
            <a:pPr lvl="0" algn="r">
              <a:defRPr/>
            </a:pPr>
            <a:r>
              <a:rPr lang="ar-EG" sz="2800" dirty="0">
                <a:solidFill>
                  <a:srgbClr val="B68A35"/>
                </a:solidFill>
                <a:latin typeface="Arial"/>
              </a:rPr>
              <a:t>الرضا العام ومؤشر</a:t>
            </a:r>
            <a:r>
              <a:rPr lang="ar-AE" sz="2800" dirty="0">
                <a:solidFill>
                  <a:srgbClr val="B68A35"/>
                </a:solidFill>
                <a:latin typeface="Arial"/>
              </a:rPr>
              <a:t> </a:t>
            </a:r>
            <a:r>
              <a:rPr lang="ar-EG" sz="2800" dirty="0">
                <a:solidFill>
                  <a:srgbClr val="B68A35"/>
                </a:solidFill>
                <a:latin typeface="Arial"/>
              </a:rPr>
              <a:t>صافي نقاط التوصية عن 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0F0FA12C-570E-31D2-85F7-E9ABF44201C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4" name="Rectangle 3">
            <a:extLst>
              <a:ext uri="{FF2B5EF4-FFF2-40B4-BE49-F238E27FC236}">
                <a16:creationId xmlns:a16="http://schemas.microsoft.com/office/drawing/2014/main" id="{26058F76-FD8D-6E2F-C4DC-1B8B98D34C7D}"/>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830AF09A-301D-9575-860B-7EFB6429DAC7}"/>
              </a:ext>
            </a:extLst>
          </p:cNvPr>
          <p:cNvSpPr/>
          <p:nvPr/>
        </p:nvSpPr>
        <p:spPr>
          <a:xfrm>
            <a:off x="7519803" y="1494579"/>
            <a:ext cx="3931920" cy="2508403"/>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1B4E92F3-05BD-FB36-4871-A1CD395F2CD8}"/>
              </a:ext>
            </a:extLst>
          </p:cNvPr>
          <p:cNvGrpSpPr/>
          <p:nvPr/>
        </p:nvGrpSpPr>
        <p:grpSpPr>
          <a:xfrm>
            <a:off x="1005840" y="4206240"/>
            <a:ext cx="7724896" cy="1808032"/>
            <a:chOff x="1031329" y="2156856"/>
            <a:chExt cx="5211715" cy="1368371"/>
          </a:xfrm>
        </p:grpSpPr>
        <p:grpSp>
          <p:nvGrpSpPr>
            <p:cNvPr id="16" name="Group 15">
              <a:extLst>
                <a:ext uri="{FF2B5EF4-FFF2-40B4-BE49-F238E27FC236}">
                  <a16:creationId xmlns:a16="http://schemas.microsoft.com/office/drawing/2014/main" id="{E3974522-8B35-9272-836A-8125BA316823}"/>
                </a:ext>
              </a:extLst>
            </p:cNvPr>
            <p:cNvGrpSpPr/>
            <p:nvPr/>
          </p:nvGrpSpPr>
          <p:grpSpPr>
            <a:xfrm>
              <a:off x="1031329" y="2156856"/>
              <a:ext cx="4296771" cy="454743"/>
              <a:chOff x="1031329" y="2363398"/>
              <a:chExt cx="4296771" cy="454743"/>
            </a:xfrm>
          </p:grpSpPr>
          <p:pic>
            <p:nvPicPr>
              <p:cNvPr id="47" name="Graphic 46" descr="User">
                <a:extLst>
                  <a:ext uri="{FF2B5EF4-FFF2-40B4-BE49-F238E27FC236}">
                    <a16:creationId xmlns:a16="http://schemas.microsoft.com/office/drawing/2014/main" id="{273E4A6F-07A6-B508-10CD-114AADA769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48" name="Graphic 47" descr="User">
                <a:extLst>
                  <a:ext uri="{FF2B5EF4-FFF2-40B4-BE49-F238E27FC236}">
                    <a16:creationId xmlns:a16="http://schemas.microsoft.com/office/drawing/2014/main" id="{7D967F11-C0F0-1AE0-8040-7DEB72D014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49" name="Graphic 48" descr="User">
                <a:extLst>
                  <a:ext uri="{FF2B5EF4-FFF2-40B4-BE49-F238E27FC236}">
                    <a16:creationId xmlns:a16="http://schemas.microsoft.com/office/drawing/2014/main" id="{39064413-9ED1-D3D6-754E-1E62C811BE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50" name="Graphic 49" descr="User">
                <a:extLst>
                  <a:ext uri="{FF2B5EF4-FFF2-40B4-BE49-F238E27FC236}">
                    <a16:creationId xmlns:a16="http://schemas.microsoft.com/office/drawing/2014/main" id="{7A04855C-2335-7525-15F8-23E9A2835F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53" name="Graphic 52" descr="User">
                <a:extLst>
                  <a:ext uri="{FF2B5EF4-FFF2-40B4-BE49-F238E27FC236}">
                    <a16:creationId xmlns:a16="http://schemas.microsoft.com/office/drawing/2014/main" id="{02832EDD-C094-DC86-DB41-9273B4A185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55" name="Graphic 54" descr="User">
                <a:extLst>
                  <a:ext uri="{FF2B5EF4-FFF2-40B4-BE49-F238E27FC236}">
                    <a16:creationId xmlns:a16="http://schemas.microsoft.com/office/drawing/2014/main" id="{5C662F40-2455-EC74-D4B8-14B19FDB25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56" name="Graphic 55" descr="User">
                <a:extLst>
                  <a:ext uri="{FF2B5EF4-FFF2-40B4-BE49-F238E27FC236}">
                    <a16:creationId xmlns:a16="http://schemas.microsoft.com/office/drawing/2014/main" id="{1900CD5B-0312-0AEE-FD57-C9D07D91EC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60" name="Graphic 59" descr="User">
                <a:extLst>
                  <a:ext uri="{FF2B5EF4-FFF2-40B4-BE49-F238E27FC236}">
                    <a16:creationId xmlns:a16="http://schemas.microsoft.com/office/drawing/2014/main" id="{91EA3105-1F74-6ED5-DD28-3ED85400CE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62" name="Graphic 61" descr="User">
                <a:extLst>
                  <a:ext uri="{FF2B5EF4-FFF2-40B4-BE49-F238E27FC236}">
                    <a16:creationId xmlns:a16="http://schemas.microsoft.com/office/drawing/2014/main" id="{8DA06DB8-6A40-79EA-8DDB-5F169F5063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22" name="Group 21">
              <a:extLst>
                <a:ext uri="{FF2B5EF4-FFF2-40B4-BE49-F238E27FC236}">
                  <a16:creationId xmlns:a16="http://schemas.microsoft.com/office/drawing/2014/main" id="{5B1CEEAF-D567-66F2-F6A6-612BCAFFA044}"/>
                </a:ext>
              </a:extLst>
            </p:cNvPr>
            <p:cNvGrpSpPr/>
            <p:nvPr/>
          </p:nvGrpSpPr>
          <p:grpSpPr>
            <a:xfrm>
              <a:off x="1070903" y="2670008"/>
              <a:ext cx="1322509" cy="855219"/>
              <a:chOff x="499248" y="2918342"/>
              <a:chExt cx="1548144" cy="855219"/>
            </a:xfrm>
          </p:grpSpPr>
          <p:sp>
            <p:nvSpPr>
              <p:cNvPr id="45" name="Rectangle 44">
                <a:extLst>
                  <a:ext uri="{FF2B5EF4-FFF2-40B4-BE49-F238E27FC236}">
                    <a16:creationId xmlns:a16="http://schemas.microsoft.com/office/drawing/2014/main" id="{04D688E7-45BD-AFA0-A85B-5D875B455D5D}"/>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DD1BAF56-2C2E-C301-E0FE-BCABBAFE903A}"/>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5%</a:t>
                </a:r>
              </a:p>
            </p:txBody>
          </p:sp>
        </p:grpSp>
        <p:grpSp>
          <p:nvGrpSpPr>
            <p:cNvPr id="25" name="Group 24">
              <a:extLst>
                <a:ext uri="{FF2B5EF4-FFF2-40B4-BE49-F238E27FC236}">
                  <a16:creationId xmlns:a16="http://schemas.microsoft.com/office/drawing/2014/main" id="{589CF10F-3EBA-B1A5-CEDB-285F20D679B8}"/>
                </a:ext>
              </a:extLst>
            </p:cNvPr>
            <p:cNvGrpSpPr/>
            <p:nvPr/>
          </p:nvGrpSpPr>
          <p:grpSpPr>
            <a:xfrm>
              <a:off x="2516586" y="2670008"/>
              <a:ext cx="1322509" cy="855219"/>
              <a:chOff x="499248" y="2918342"/>
              <a:chExt cx="1548144" cy="855219"/>
            </a:xfrm>
          </p:grpSpPr>
          <p:sp>
            <p:nvSpPr>
              <p:cNvPr id="43" name="Rectangle 42">
                <a:extLst>
                  <a:ext uri="{FF2B5EF4-FFF2-40B4-BE49-F238E27FC236}">
                    <a16:creationId xmlns:a16="http://schemas.microsoft.com/office/drawing/2014/main" id="{49ED5BD1-0C42-C7F8-52F5-7DB65F125330}"/>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AD92F174-1A2E-93E3-7210-66F2F600DC82}"/>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13%</a:t>
                </a:r>
              </a:p>
            </p:txBody>
          </p:sp>
        </p:grpSp>
        <p:grpSp>
          <p:nvGrpSpPr>
            <p:cNvPr id="27" name="Group 26">
              <a:extLst>
                <a:ext uri="{FF2B5EF4-FFF2-40B4-BE49-F238E27FC236}">
                  <a16:creationId xmlns:a16="http://schemas.microsoft.com/office/drawing/2014/main" id="{1D5282F9-22F8-5FA4-DF20-9E4373E16CCB}"/>
                </a:ext>
              </a:extLst>
            </p:cNvPr>
            <p:cNvGrpSpPr/>
            <p:nvPr/>
          </p:nvGrpSpPr>
          <p:grpSpPr>
            <a:xfrm>
              <a:off x="3962269" y="2670008"/>
              <a:ext cx="1322509" cy="855219"/>
              <a:chOff x="499248" y="2918342"/>
              <a:chExt cx="1548144" cy="855219"/>
            </a:xfrm>
          </p:grpSpPr>
          <p:sp>
            <p:nvSpPr>
              <p:cNvPr id="32" name="Rectangle 31">
                <a:extLst>
                  <a:ext uri="{FF2B5EF4-FFF2-40B4-BE49-F238E27FC236}">
                    <a16:creationId xmlns:a16="http://schemas.microsoft.com/office/drawing/2014/main" id="{486F1881-E6BE-9C77-8044-AB8721DEFC92}"/>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C4A59D65-3D0E-C769-2840-1C8DC814B1EF}"/>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82</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28" name="Group 27">
              <a:extLst>
                <a:ext uri="{FF2B5EF4-FFF2-40B4-BE49-F238E27FC236}">
                  <a16:creationId xmlns:a16="http://schemas.microsoft.com/office/drawing/2014/main" id="{C2E648E9-848B-BC24-347D-8678AD944026}"/>
                </a:ext>
              </a:extLst>
            </p:cNvPr>
            <p:cNvGrpSpPr/>
            <p:nvPr/>
          </p:nvGrpSpPr>
          <p:grpSpPr>
            <a:xfrm>
              <a:off x="5407950" y="2670008"/>
              <a:ext cx="835094" cy="855219"/>
              <a:chOff x="499248" y="2918342"/>
              <a:chExt cx="1548144" cy="855219"/>
            </a:xfrm>
          </p:grpSpPr>
          <p:sp>
            <p:nvSpPr>
              <p:cNvPr id="29" name="Rectangle 28">
                <a:extLst>
                  <a:ext uri="{FF2B5EF4-FFF2-40B4-BE49-F238E27FC236}">
                    <a16:creationId xmlns:a16="http://schemas.microsoft.com/office/drawing/2014/main" id="{DA0CE1FB-7484-4D41-107A-F0FBA7B8AEF3}"/>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31" name="Rectangle 30">
                <a:extLst>
                  <a:ext uri="{FF2B5EF4-FFF2-40B4-BE49-F238E27FC236}">
                    <a16:creationId xmlns:a16="http://schemas.microsoft.com/office/drawing/2014/main" id="{F191C21D-564D-AF77-A62F-14B80619A64A}"/>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77</a:t>
                </a:r>
              </a:p>
            </p:txBody>
          </p:sp>
        </p:grpSp>
      </p:grpSp>
      <p:sp>
        <p:nvSpPr>
          <p:cNvPr id="71" name="TextBox 70">
            <a:extLst>
              <a:ext uri="{FF2B5EF4-FFF2-40B4-BE49-F238E27FC236}">
                <a16:creationId xmlns:a16="http://schemas.microsoft.com/office/drawing/2014/main" id="{0C50402B-0A5F-AED8-639B-BF2D92AC3DA1}"/>
              </a:ext>
            </a:extLst>
          </p:cNvPr>
          <p:cNvSpPr txBox="1"/>
          <p:nvPr/>
        </p:nvSpPr>
        <p:spPr>
          <a:xfrm>
            <a:off x="10517562" y="6583680"/>
            <a:ext cx="987148" cy="261610"/>
          </a:xfrm>
          <a:prstGeom prst="rect">
            <a:avLst/>
          </a:prstGeom>
          <a:noFill/>
        </p:spPr>
        <p:txBody>
          <a:bodyPr wrap="square" rtlCol="0">
            <a:spAutoFit/>
          </a:bodyPr>
          <a:lstStyle/>
          <a:p>
            <a:pPr lvl="0" algn="r">
              <a:defRPr/>
            </a:pPr>
            <a:r>
              <a:rPr lang="ar-EG" sz="1100" b="1" dirty="0">
                <a:solidFill>
                  <a:srgbClr val="414141"/>
                </a:solidFill>
              </a:rPr>
              <a:t>العينة = </a:t>
            </a:r>
            <a:r>
              <a:rPr lang="ar-AE" sz="1100" b="1" dirty="0">
                <a:solidFill>
                  <a:srgbClr val="414141"/>
                </a:solidFill>
              </a:rPr>
              <a:t>1,167</a:t>
            </a:r>
          </a:p>
        </p:txBody>
      </p:sp>
      <p:sp>
        <p:nvSpPr>
          <p:cNvPr id="72" name="Rectangle 71">
            <a:extLst>
              <a:ext uri="{FF2B5EF4-FFF2-40B4-BE49-F238E27FC236}">
                <a16:creationId xmlns:a16="http://schemas.microsoft.com/office/drawing/2014/main" id="{9B099117-1724-0071-5B04-300A691E3AE8}"/>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aphicFrame>
        <p:nvGraphicFramePr>
          <p:cNvPr id="73" name="Chart 72">
            <a:extLst>
              <a:ext uri="{FF2B5EF4-FFF2-40B4-BE49-F238E27FC236}">
                <a16:creationId xmlns:a16="http://schemas.microsoft.com/office/drawing/2014/main" id="{D425100A-1884-06BB-246B-941D905FD5E3}"/>
              </a:ext>
            </a:extLst>
          </p:cNvPr>
          <p:cNvGraphicFramePr/>
          <p:nvPr>
            <p:extLst>
              <p:ext uri="{D42A27DB-BD31-4B8C-83A1-F6EECF244321}">
                <p14:modId xmlns:p14="http://schemas.microsoft.com/office/powerpoint/2010/main" val="3634721799"/>
              </p:ext>
            </p:extLst>
          </p:nvPr>
        </p:nvGraphicFramePr>
        <p:xfrm>
          <a:off x="8001000" y="1835510"/>
          <a:ext cx="2787007" cy="1743532"/>
        </p:xfrm>
        <a:graphic>
          <a:graphicData uri="http://schemas.openxmlformats.org/drawingml/2006/chart">
            <c:chart xmlns:c="http://schemas.openxmlformats.org/drawingml/2006/chart" xmlns:r="http://schemas.openxmlformats.org/officeDocument/2006/relationships" r:id="rId6"/>
          </a:graphicData>
        </a:graphic>
      </p:graphicFrame>
      <p:sp>
        <p:nvSpPr>
          <p:cNvPr id="74" name="TextBox 73">
            <a:extLst>
              <a:ext uri="{FF2B5EF4-FFF2-40B4-BE49-F238E27FC236}">
                <a16:creationId xmlns:a16="http://schemas.microsoft.com/office/drawing/2014/main" id="{723E9447-E6C6-380B-A004-2726CF99C917}"/>
              </a:ext>
            </a:extLst>
          </p:cNvPr>
          <p:cNvSpPr txBox="1"/>
          <p:nvPr/>
        </p:nvSpPr>
        <p:spPr>
          <a:xfrm>
            <a:off x="7178040" y="3666279"/>
            <a:ext cx="4172519"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75" name="Chart 74">
            <a:extLst>
              <a:ext uri="{FF2B5EF4-FFF2-40B4-BE49-F238E27FC236}">
                <a16:creationId xmlns:a16="http://schemas.microsoft.com/office/drawing/2014/main" id="{EB7D7858-E117-DA25-57FE-172489427FC1}"/>
              </a:ext>
            </a:extLst>
          </p:cNvPr>
          <p:cNvGraphicFramePr/>
          <p:nvPr>
            <p:extLst>
              <p:ext uri="{D42A27DB-BD31-4B8C-83A1-F6EECF244321}">
                <p14:modId xmlns:p14="http://schemas.microsoft.com/office/powerpoint/2010/main" val="894989410"/>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7"/>
          </a:graphicData>
        </a:graphic>
      </p:graphicFrame>
      <p:sp>
        <p:nvSpPr>
          <p:cNvPr id="76" name="TextBox 75">
            <a:extLst>
              <a:ext uri="{FF2B5EF4-FFF2-40B4-BE49-F238E27FC236}">
                <a16:creationId xmlns:a16="http://schemas.microsoft.com/office/drawing/2014/main" id="{80215940-E4A4-7DDE-6289-B401FDED8AED}"/>
              </a:ext>
            </a:extLst>
          </p:cNvPr>
          <p:cNvSpPr txBox="1"/>
          <p:nvPr/>
        </p:nvSpPr>
        <p:spPr>
          <a:xfrm>
            <a:off x="3063240" y="3666279"/>
            <a:ext cx="4172519"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بشكل عام، ما مدى سهولة إتمام طلبك لهذه الخدمة؟</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644AAD31-43A2-371B-DF87-D9F866A5795E}"/>
              </a:ext>
            </a:extLst>
          </p:cNvPr>
          <p:cNvSpPr txBox="1"/>
          <p:nvPr/>
        </p:nvSpPr>
        <p:spPr>
          <a:xfrm>
            <a:off x="8291282" y="4196197"/>
            <a:ext cx="2998929" cy="369332"/>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78" name="TextBox 77">
            <a:extLst>
              <a:ext uri="{FF2B5EF4-FFF2-40B4-BE49-F238E27FC236}">
                <a16:creationId xmlns:a16="http://schemas.microsoft.com/office/drawing/2014/main" id="{AF415D5D-02DB-BA17-CAA6-5EB640B9AADA}"/>
              </a:ext>
            </a:extLst>
          </p:cNvPr>
          <p:cNvSpPr txBox="1"/>
          <p:nvPr/>
        </p:nvSpPr>
        <p:spPr>
          <a:xfrm>
            <a:off x="4344048" y="6135159"/>
            <a:ext cx="6946163"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79" name="Group 78">
            <a:extLst>
              <a:ext uri="{FF2B5EF4-FFF2-40B4-BE49-F238E27FC236}">
                <a16:creationId xmlns:a16="http://schemas.microsoft.com/office/drawing/2014/main" id="{A3105021-6EDB-A6CC-1B4A-2392EC510ECE}"/>
              </a:ext>
            </a:extLst>
          </p:cNvPr>
          <p:cNvGrpSpPr/>
          <p:nvPr/>
        </p:nvGrpSpPr>
        <p:grpSpPr>
          <a:xfrm>
            <a:off x="8183880" y="1334559"/>
            <a:ext cx="2722763" cy="432000"/>
            <a:chOff x="2207564" y="1378261"/>
            <a:chExt cx="2722763" cy="432000"/>
          </a:xfrm>
        </p:grpSpPr>
        <p:sp>
          <p:nvSpPr>
            <p:cNvPr id="80" name="Rectangle: Rounded Corners 79">
              <a:extLst>
                <a:ext uri="{FF2B5EF4-FFF2-40B4-BE49-F238E27FC236}">
                  <a16:creationId xmlns:a16="http://schemas.microsoft.com/office/drawing/2014/main" id="{5EF3FE47-9A1B-B38C-58B5-C2E48F1EDDAB}"/>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7BE781F3-A876-0F57-A10C-4F90ED7F55B1}"/>
                </a:ext>
              </a:extLst>
            </p:cNvPr>
            <p:cNvSpPr txBox="1"/>
            <p:nvPr/>
          </p:nvSpPr>
          <p:spPr>
            <a:xfrm>
              <a:off x="2441960" y="1397728"/>
              <a:ext cx="2253970" cy="369332"/>
            </a:xfrm>
            <a:prstGeom prst="rect">
              <a:avLst/>
            </a:prstGeom>
            <a:noFill/>
          </p:spPr>
          <p:txBody>
            <a:bodyPr wrap="square">
              <a:spAutoFit/>
            </a:bodyPr>
            <a:lstStyle/>
            <a:p>
              <a:pPr marL="0" marR="0" lvl="0" indent="0" algn="ctr" defTabSz="92426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pSp>
        <p:nvGrpSpPr>
          <p:cNvPr id="82" name="Group 81">
            <a:extLst>
              <a:ext uri="{FF2B5EF4-FFF2-40B4-BE49-F238E27FC236}">
                <a16:creationId xmlns:a16="http://schemas.microsoft.com/office/drawing/2014/main" id="{CCED4A1F-D9BE-166B-1227-BB5FA74BC808}"/>
              </a:ext>
            </a:extLst>
          </p:cNvPr>
          <p:cNvGrpSpPr/>
          <p:nvPr/>
        </p:nvGrpSpPr>
        <p:grpSpPr>
          <a:xfrm>
            <a:off x="2753418" y="1325880"/>
            <a:ext cx="2722763" cy="432000"/>
            <a:chOff x="2207564" y="1378261"/>
            <a:chExt cx="2722763" cy="432000"/>
          </a:xfrm>
        </p:grpSpPr>
        <p:sp>
          <p:nvSpPr>
            <p:cNvPr id="83" name="Rectangle: Rounded Corners 82">
              <a:extLst>
                <a:ext uri="{FF2B5EF4-FFF2-40B4-BE49-F238E27FC236}">
                  <a16:creationId xmlns:a16="http://schemas.microsoft.com/office/drawing/2014/main" id="{CE2AD2FC-AEA0-89E2-6327-5A22E07BE3BE}"/>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5F037938-4527-10CB-3BDC-040A3A75364E}"/>
                </a:ext>
              </a:extLst>
            </p:cNvPr>
            <p:cNvSpPr txBox="1"/>
            <p:nvPr/>
          </p:nvSpPr>
          <p:spPr>
            <a:xfrm>
              <a:off x="2441960" y="1416583"/>
              <a:ext cx="2253970" cy="369332"/>
            </a:xfrm>
            <a:prstGeom prst="rect">
              <a:avLst/>
            </a:prstGeom>
            <a:noFill/>
          </p:spPr>
          <p:txBody>
            <a:bodyPr wrap="square">
              <a:spAutoFit/>
            </a:bodyPr>
            <a:lstStyle/>
            <a:p>
              <a:pPr marL="0" marR="0" lvl="0" indent="0" algn="ctr" defTabSz="924260" eaLnBrk="1" fontAlgn="auto" latinLnBrk="0" hangingPunct="1">
                <a:lnSpc>
                  <a:spcPct val="100000"/>
                </a:lnSpc>
                <a:spcBef>
                  <a:spcPts val="0"/>
                </a:spcBef>
                <a:spcAft>
                  <a:spcPts val="0"/>
                </a:spcAft>
                <a:buClrTx/>
                <a:buSzTx/>
                <a:buFontTx/>
                <a:buNone/>
                <a:tabLst/>
                <a:defRPr/>
              </a:pPr>
              <a:r>
                <a:rPr kumimoji="0" lang="ar-AE"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الرضا عن جهد المتعامل</a:t>
              </a:r>
            </a:p>
          </p:txBody>
        </p:sp>
      </p:grpSp>
      <p:graphicFrame>
        <p:nvGraphicFramePr>
          <p:cNvPr id="85" name="Chart 84">
            <a:extLst>
              <a:ext uri="{FF2B5EF4-FFF2-40B4-BE49-F238E27FC236}">
                <a16:creationId xmlns:a16="http://schemas.microsoft.com/office/drawing/2014/main" id="{2C46164A-02D2-580D-0FB7-8035ECD33F03}"/>
              </a:ext>
            </a:extLst>
          </p:cNvPr>
          <p:cNvGraphicFramePr/>
          <p:nvPr>
            <p:extLst>
              <p:ext uri="{D42A27DB-BD31-4B8C-83A1-F6EECF244321}">
                <p14:modId xmlns:p14="http://schemas.microsoft.com/office/powerpoint/2010/main" val="119878717"/>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8"/>
          </a:graphicData>
        </a:graphic>
      </p:graphicFrame>
      <p:sp>
        <p:nvSpPr>
          <p:cNvPr id="87" name="TextBox 86">
            <a:extLst>
              <a:ext uri="{FF2B5EF4-FFF2-40B4-BE49-F238E27FC236}">
                <a16:creationId xmlns:a16="http://schemas.microsoft.com/office/drawing/2014/main" id="{7CC72B11-0678-167E-DAE2-F96735BC576F}"/>
              </a:ext>
            </a:extLst>
          </p:cNvPr>
          <p:cNvSpPr txBox="1"/>
          <p:nvPr/>
        </p:nvSpPr>
        <p:spPr>
          <a:xfrm>
            <a:off x="1614648" y="731520"/>
            <a:ext cx="10381417" cy="523220"/>
          </a:xfrm>
          <a:prstGeom prst="rect">
            <a:avLst/>
          </a:prstGeom>
          <a:noFill/>
        </p:spPr>
        <p:txBody>
          <a:bodyPr wrap="square" lIns="91440" tIns="45720" rIns="91440" bIns="45720" rtlCol="0" anchor="t">
            <a:spAutoFit/>
          </a:bodyPr>
          <a:lstStyle/>
          <a:p>
            <a:pPr lvl="0" algn="r">
              <a:defRPr/>
            </a:pPr>
            <a:r>
              <a:rPr kumimoji="0" lang="ar-AE" sz="1400" i="0" u="none" strike="noStrike" kern="1200" cap="none" spc="0" normalizeH="0" baseline="0" noProof="0" dirty="0">
                <a:ln>
                  <a:noFill/>
                </a:ln>
                <a:solidFill>
                  <a:srgbClr val="414141"/>
                </a:solidFill>
                <a:effectLst/>
                <a:uLnTx/>
                <a:uFillTx/>
                <a:latin typeface="Arial"/>
                <a:ea typeface="+mn-ea"/>
                <a:cs typeface="+mn-cs"/>
              </a:rPr>
              <a:t>حقق تطبيق الهاتف الذكي التابع لوزارة الصحة ووقاية المجتمع نسبة رضا إجمالية بلغت</a:t>
            </a:r>
            <a:r>
              <a:rPr kumimoji="0" lang="ar-AE" sz="1400" b="1" i="0" u="none" strike="noStrike" kern="1200" cap="none" spc="0" normalizeH="0" baseline="0" noProof="0" dirty="0">
                <a:ln>
                  <a:noFill/>
                </a:ln>
                <a:solidFill>
                  <a:srgbClr val="414141"/>
                </a:solidFill>
                <a:effectLst/>
                <a:uLnTx/>
                <a:uFillTx/>
                <a:latin typeface="Arial"/>
                <a:ea typeface="+mn-ea"/>
                <a:cs typeface="+mn-cs"/>
              </a:rPr>
              <a:t> 94% </a:t>
            </a:r>
            <a:r>
              <a:rPr kumimoji="0" lang="ar-AE" sz="1400" i="0" u="none" strike="noStrike" kern="1200" cap="none" spc="0" normalizeH="0" baseline="0" noProof="0" dirty="0">
                <a:ln>
                  <a:noFill/>
                </a:ln>
                <a:solidFill>
                  <a:srgbClr val="414141"/>
                </a:solidFill>
                <a:effectLst/>
                <a:uLnTx/>
                <a:uFillTx/>
                <a:latin typeface="Arial"/>
                <a:ea typeface="+mn-ea"/>
                <a:cs typeface="+mn-cs"/>
              </a:rPr>
              <a:t>خلال يناير 2026. وقد عبّر المتعاملون عن رضاهم تجاه سهولة استخدام التطبيق، حيث بلغت نسبة الموافقة على هذا الجانب </a:t>
            </a:r>
            <a:r>
              <a:rPr kumimoji="0" lang="ar-AE" sz="1400" b="1" i="0" u="none" strike="noStrike" kern="1200" cap="none" spc="0" normalizeH="0" baseline="0" noProof="0" dirty="0">
                <a:ln>
                  <a:noFill/>
                </a:ln>
                <a:solidFill>
                  <a:srgbClr val="414141"/>
                </a:solidFill>
                <a:effectLst/>
                <a:uLnTx/>
                <a:uFillTx/>
                <a:latin typeface="Arial"/>
                <a:ea typeface="+mn-ea"/>
                <a:cs typeface="+mn-cs"/>
              </a:rPr>
              <a:t>93%. </a:t>
            </a:r>
            <a:r>
              <a:rPr kumimoji="0" lang="ar-AE" sz="1400" i="0" u="none" strike="noStrike" kern="1200" cap="none" spc="0" normalizeH="0" baseline="0" noProof="0" dirty="0">
                <a:ln>
                  <a:noFill/>
                </a:ln>
                <a:solidFill>
                  <a:srgbClr val="414141"/>
                </a:solidFill>
                <a:effectLst/>
                <a:uLnTx/>
                <a:uFillTx/>
                <a:latin typeface="Arial"/>
                <a:ea typeface="+mn-ea"/>
                <a:cs typeface="+mn-cs"/>
              </a:rPr>
              <a:t>كما سجّل مؤشر صافي نقاط التوصية قيمة إيجابية بلغت </a:t>
            </a:r>
            <a:r>
              <a:rPr lang="en-US" sz="1400" b="1" dirty="0">
                <a:solidFill>
                  <a:srgbClr val="414141"/>
                </a:solidFill>
                <a:latin typeface="Arial"/>
              </a:rPr>
              <a:t>77</a:t>
            </a:r>
            <a:r>
              <a:rPr kumimoji="0" lang="ar-AE" sz="1400" i="0" u="none" strike="noStrike" kern="1200" cap="none" spc="0" normalizeH="0" baseline="0" noProof="0" dirty="0">
                <a:ln>
                  <a:noFill/>
                </a:ln>
                <a:solidFill>
                  <a:srgbClr val="414141"/>
                </a:solidFill>
                <a:effectLst/>
                <a:uLnTx/>
                <a:uFillTx/>
                <a:latin typeface="Arial"/>
                <a:ea typeface="+mn-ea"/>
                <a:cs typeface="+mn-cs"/>
              </a:rPr>
              <a:t> نقطة.</a:t>
            </a:r>
          </a:p>
        </p:txBody>
      </p:sp>
      <p:graphicFrame>
        <p:nvGraphicFramePr>
          <p:cNvPr id="5" name="Table 4">
            <a:extLst>
              <a:ext uri="{FF2B5EF4-FFF2-40B4-BE49-F238E27FC236}">
                <a16:creationId xmlns:a16="http://schemas.microsoft.com/office/drawing/2014/main" id="{0079B8A4-B3AD-E2C5-6FD9-AF5190C055F3}"/>
              </a:ext>
            </a:extLst>
          </p:cNvPr>
          <p:cNvGraphicFramePr>
            <a:graphicFrameLocks noGrp="1"/>
          </p:cNvGraphicFramePr>
          <p:nvPr>
            <p:extLst>
              <p:ext uri="{D42A27DB-BD31-4B8C-83A1-F6EECF244321}">
                <p14:modId xmlns:p14="http://schemas.microsoft.com/office/powerpoint/2010/main" val="254999022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latin typeface="Arial" panose="020B0604020202020204" pitchFamily="34" charset="0"/>
                          <a:cs typeface="Arial" panose="020B0604020202020204" pitchFamily="34" charset="0"/>
                        </a:rPr>
                        <a:t>90 فما فوق</a:t>
                      </a:r>
                      <a:endParaRPr lang="en-AE" sz="1000">
                        <a:latin typeface="Arial" panose="020B0604020202020204" pitchFamily="34" charset="0"/>
                        <a:cs typeface="Arial" panose="020B0604020202020204" pitchFamily="34" charset="0"/>
                      </a:endParaRPr>
                    </a:p>
                  </a:txBody>
                  <a:tcPr anchor="ctr">
                    <a:solidFill>
                      <a:srgbClr val="35AA6E"/>
                    </a:solidFill>
                  </a:tcPr>
                </a:tc>
                <a:tc>
                  <a:txBody>
                    <a:bodyPr/>
                    <a:lstStyle/>
                    <a:p>
                      <a:pPr algn="ctr" rtl="1"/>
                      <a:r>
                        <a:rPr lang="ar-AE" sz="1000" dirty="0">
                          <a:latin typeface="Arial" panose="020B0604020202020204" pitchFamily="34" charset="0"/>
                          <a:cs typeface="Arial" panose="020B0604020202020204" pitchFamily="34" charset="0"/>
                        </a:rPr>
                        <a:t>من 85-</a:t>
                      </a:r>
                      <a:r>
                        <a:rPr lang="en-US" sz="1000" dirty="0">
                          <a:latin typeface="Arial" panose="020B0604020202020204" pitchFamily="34" charset="0"/>
                          <a:cs typeface="Arial" panose="020B0604020202020204" pitchFamily="34" charset="0"/>
                        </a:rPr>
                        <a:t>89</a:t>
                      </a:r>
                      <a:endParaRPr lang="en-AE" sz="1000" dirty="0">
                        <a:latin typeface="Arial" panose="020B0604020202020204" pitchFamily="34" charset="0"/>
                        <a:cs typeface="Arial" panose="020B0604020202020204" pitchFamily="34" charset="0"/>
                      </a:endParaRPr>
                    </a:p>
                  </a:txBody>
                  <a:tcPr anchor="ctr">
                    <a:solidFill>
                      <a:srgbClr val="B68A35"/>
                    </a:solidFill>
                  </a:tcPr>
                </a:tc>
                <a:tc>
                  <a:txBody>
                    <a:bodyPr/>
                    <a:lstStyle/>
                    <a:p>
                      <a:pPr algn="ctr"/>
                      <a:r>
                        <a:rPr lang="ar-AE" sz="1000" dirty="0">
                          <a:latin typeface="Arial" panose="020B0604020202020204" pitchFamily="34" charset="0"/>
                          <a:cs typeface="Arial" panose="020B0604020202020204" pitchFamily="34" charset="0"/>
                        </a:rPr>
                        <a:t>أقل من 85</a:t>
                      </a:r>
                      <a:endParaRPr lang="en-AE" sz="1000" dirty="0">
                        <a:latin typeface="Arial" panose="020B0604020202020204" pitchFamily="34" charset="0"/>
                        <a:cs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046027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112E1-B9C9-6410-88FC-9B63102CB0A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7874BE7-7A79-8EE1-B0E8-F96BBF5252D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368DBAB3-C988-399D-E4AA-1D509C489AF2}"/>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الرضا العام عن 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674FB3AC-9048-7138-DFC7-E623B6A857B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C2D06FFF-99BA-CC41-97AA-6E022BB028E2}"/>
              </a:ext>
            </a:extLst>
          </p:cNvPr>
          <p:cNvSpPr txBox="1"/>
          <p:nvPr/>
        </p:nvSpPr>
        <p:spPr>
          <a:xfrm>
            <a:off x="1993900" y="797178"/>
            <a:ext cx="10002165" cy="307777"/>
          </a:xfrm>
          <a:prstGeom prst="rect">
            <a:avLst/>
          </a:prstGeom>
          <a:noFill/>
        </p:spPr>
        <p:txBody>
          <a:bodyPr wrap="square" lIns="91440" tIns="45720" rIns="91440" bIns="45720" rtlCol="0" anchor="t">
            <a:spAutoFit/>
          </a:bodyPr>
          <a:lstStyle/>
          <a:p>
            <a:pPr lvl="0">
              <a:defRPr/>
            </a:pPr>
            <a:r>
              <a:rPr lang="ar-SA" sz="1400" dirty="0"/>
              <a:t>بالمقارنة بين جميع عوامل التقييم، حققت معظم العوامل تقييمًا ممتازًا، باستثناء معيار </a:t>
            </a:r>
            <a:r>
              <a:rPr lang="ar-SA" sz="1400" b="1" dirty="0"/>
              <a:t>سهولة الوصول</a:t>
            </a:r>
            <a:r>
              <a:rPr lang="ar-SA" sz="1400" dirty="0"/>
              <a:t> </a:t>
            </a:r>
            <a:r>
              <a:rPr lang="ar-AE" sz="1400" dirty="0"/>
              <a:t>حيث حصل على تقييم اقل نسبيا بلغ </a:t>
            </a:r>
            <a:r>
              <a:rPr lang="en-US" sz="1400" b="1" dirty="0">
                <a:solidFill>
                  <a:srgbClr val="414141"/>
                </a:solidFill>
                <a:latin typeface="Arial"/>
              </a:rPr>
              <a:t>90</a:t>
            </a:r>
            <a:r>
              <a:rPr lang="ar-AE" sz="1400" b="1" dirty="0">
                <a:solidFill>
                  <a:srgbClr val="414141"/>
                </a:solidFill>
                <a:latin typeface="Arial"/>
              </a:rPr>
              <a:t>%</a:t>
            </a:r>
            <a:r>
              <a:rPr kumimoji="0" lang="ar-AE" sz="1400" i="0" u="none" strike="noStrike" kern="1200" cap="none" spc="0" normalizeH="0" baseline="0" noProof="0" dirty="0">
                <a:ln>
                  <a:noFill/>
                </a:ln>
                <a:solidFill>
                  <a:srgbClr val="414141"/>
                </a:solidFill>
                <a:effectLst/>
                <a:uLnTx/>
                <a:uFillTx/>
                <a:latin typeface="Arial"/>
                <a:ea typeface="+mn-ea"/>
                <a:cs typeface="+mn-cs"/>
              </a:rPr>
              <a:t>.</a:t>
            </a:r>
          </a:p>
        </p:txBody>
      </p:sp>
      <p:grpSp>
        <p:nvGrpSpPr>
          <p:cNvPr id="43" name="Group 42">
            <a:extLst>
              <a:ext uri="{FF2B5EF4-FFF2-40B4-BE49-F238E27FC236}">
                <a16:creationId xmlns:a16="http://schemas.microsoft.com/office/drawing/2014/main" id="{E7DFD576-D5CB-B2A3-FEA5-925357558C84}"/>
              </a:ext>
            </a:extLst>
          </p:cNvPr>
          <p:cNvGrpSpPr/>
          <p:nvPr/>
        </p:nvGrpSpPr>
        <p:grpSpPr>
          <a:xfrm>
            <a:off x="989953" y="1602807"/>
            <a:ext cx="10212094" cy="4760614"/>
            <a:chOff x="951775" y="1602807"/>
            <a:chExt cx="10212094" cy="4760614"/>
          </a:xfrm>
        </p:grpSpPr>
        <p:sp>
          <p:nvSpPr>
            <p:cNvPr id="5" name="Rectangle: Rounded Corners 4">
              <a:extLst>
                <a:ext uri="{FF2B5EF4-FFF2-40B4-BE49-F238E27FC236}">
                  <a16:creationId xmlns:a16="http://schemas.microsoft.com/office/drawing/2014/main" id="{AD793437-5671-ACFA-EE1A-412184B90B4A}"/>
                </a:ext>
              </a:extLst>
            </p:cNvPr>
            <p:cNvSpPr/>
            <p:nvPr/>
          </p:nvSpPr>
          <p:spPr>
            <a:xfrm>
              <a:off x="951775" y="1602807"/>
              <a:ext cx="10212094"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pSp>
          <p:nvGrpSpPr>
            <p:cNvPr id="42" name="Group 41">
              <a:extLst>
                <a:ext uri="{FF2B5EF4-FFF2-40B4-BE49-F238E27FC236}">
                  <a16:creationId xmlns:a16="http://schemas.microsoft.com/office/drawing/2014/main" id="{4957FC3A-2676-79AA-5AEF-32C47925F31F}"/>
                </a:ext>
              </a:extLst>
            </p:cNvPr>
            <p:cNvGrpSpPr/>
            <p:nvPr/>
          </p:nvGrpSpPr>
          <p:grpSpPr>
            <a:xfrm>
              <a:off x="1352667" y="1770110"/>
              <a:ext cx="9410310" cy="4466168"/>
              <a:chOff x="1449526" y="1770110"/>
              <a:chExt cx="9410310" cy="4466168"/>
            </a:xfrm>
          </p:grpSpPr>
          <p:grpSp>
            <p:nvGrpSpPr>
              <p:cNvPr id="36" name="Group 35">
                <a:extLst>
                  <a:ext uri="{FF2B5EF4-FFF2-40B4-BE49-F238E27FC236}">
                    <a16:creationId xmlns:a16="http://schemas.microsoft.com/office/drawing/2014/main" id="{7760F59B-123E-C644-13ED-C8CECA5817F2}"/>
                  </a:ext>
                </a:extLst>
              </p:cNvPr>
              <p:cNvGrpSpPr/>
              <p:nvPr/>
            </p:nvGrpSpPr>
            <p:grpSpPr>
              <a:xfrm>
                <a:off x="8137901" y="1770110"/>
                <a:ext cx="2721935" cy="4427592"/>
                <a:chOff x="8137901" y="1770110"/>
                <a:chExt cx="2721935" cy="4427592"/>
              </a:xfrm>
            </p:grpSpPr>
            <p:grpSp>
              <p:nvGrpSpPr>
                <p:cNvPr id="28" name="Group 27">
                  <a:extLst>
                    <a:ext uri="{FF2B5EF4-FFF2-40B4-BE49-F238E27FC236}">
                      <a16:creationId xmlns:a16="http://schemas.microsoft.com/office/drawing/2014/main" id="{FA01D19C-E169-4CAD-8289-CAD6B023F818}"/>
                    </a:ext>
                  </a:extLst>
                </p:cNvPr>
                <p:cNvGrpSpPr/>
                <p:nvPr/>
              </p:nvGrpSpPr>
              <p:grpSpPr>
                <a:xfrm>
                  <a:off x="8137901" y="4081255"/>
                  <a:ext cx="2721935" cy="2116447"/>
                  <a:chOff x="150890" y="1694457"/>
                  <a:chExt cx="2721935" cy="2116447"/>
                </a:xfrm>
              </p:grpSpPr>
              <p:sp>
                <p:nvSpPr>
                  <p:cNvPr id="6" name="TextBox 5">
                    <a:extLst>
                      <a:ext uri="{FF2B5EF4-FFF2-40B4-BE49-F238E27FC236}">
                        <a16:creationId xmlns:a16="http://schemas.microsoft.com/office/drawing/2014/main" id="{873067CE-EEBB-F00C-4FA6-68826F736AB0}"/>
                      </a:ext>
                    </a:extLst>
                  </p:cNvPr>
                  <p:cNvSpPr txBox="1"/>
                  <p:nvPr/>
                </p:nvSpPr>
                <p:spPr>
                  <a:xfrm>
                    <a:off x="150890" y="1694457"/>
                    <a:ext cx="2721935" cy="461665"/>
                  </a:xfrm>
                  <a:prstGeom prst="rect">
                    <a:avLst/>
                  </a:prstGeom>
                  <a:noFill/>
                </p:spPr>
                <p:txBody>
                  <a:bodyPr wrap="square">
                    <a:spAutoFit/>
                  </a:bodyPr>
                  <a:lstStyle/>
                  <a:p>
                    <a:pPr algn="ctr"/>
                    <a:r>
                      <a:rPr lang="ar-EG" sz="2400">
                        <a:solidFill>
                          <a:srgbClr val="414141"/>
                        </a:solidFill>
                      </a:rPr>
                      <a:t>سرعة تقديم الخدمة</a:t>
                    </a:r>
                    <a:endParaRPr lang="en-GB" sz="2400">
                      <a:solidFill>
                        <a:srgbClr val="414141"/>
                      </a:solidFill>
                    </a:endParaRPr>
                  </a:p>
                </p:txBody>
              </p:sp>
              <p:graphicFrame>
                <p:nvGraphicFramePr>
                  <p:cNvPr id="13" name="Chart 12">
                    <a:extLst>
                      <a:ext uri="{FF2B5EF4-FFF2-40B4-BE49-F238E27FC236}">
                        <a16:creationId xmlns:a16="http://schemas.microsoft.com/office/drawing/2014/main" id="{1ACFB412-B74E-E977-F79E-631CE400E423}"/>
                      </a:ext>
                    </a:extLst>
                  </p:cNvPr>
                  <p:cNvGraphicFramePr/>
                  <p:nvPr>
                    <p:extLst>
                      <p:ext uri="{D42A27DB-BD31-4B8C-83A1-F6EECF244321}">
                        <p14:modId xmlns:p14="http://schemas.microsoft.com/office/powerpoint/2010/main" val="3744181820"/>
                      </p:ext>
                    </p:extLst>
                  </p:nvPr>
                </p:nvGraphicFramePr>
                <p:xfrm>
                  <a:off x="253680" y="2120328"/>
                  <a:ext cx="2516354" cy="1690576"/>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54690EB7-1D42-9E49-084D-0C4AECEE999D}"/>
                      </a:ext>
                    </a:extLst>
                  </p:cNvPr>
                  <p:cNvSpPr txBox="1"/>
                  <p:nvPr/>
                </p:nvSpPr>
                <p:spPr>
                  <a:xfrm>
                    <a:off x="1102504" y="2734783"/>
                    <a:ext cx="818707" cy="461665"/>
                  </a:xfrm>
                  <a:prstGeom prst="rect">
                    <a:avLst/>
                  </a:prstGeom>
                  <a:noFill/>
                </p:spPr>
                <p:txBody>
                  <a:bodyPr wrap="square" rtlCol="0">
                    <a:spAutoFit/>
                  </a:bodyPr>
                  <a:lstStyle/>
                  <a:p>
                    <a:pPr algn="ctr"/>
                    <a:r>
                      <a:rPr lang="en-GB" sz="2400" b="1" dirty="0">
                        <a:solidFill>
                          <a:srgbClr val="35AA6E"/>
                        </a:solidFill>
                      </a:rPr>
                      <a:t>92%</a:t>
                    </a:r>
                  </a:p>
                </p:txBody>
              </p:sp>
            </p:grpSp>
            <p:grpSp>
              <p:nvGrpSpPr>
                <p:cNvPr id="27" name="Group 26">
                  <a:extLst>
                    <a:ext uri="{FF2B5EF4-FFF2-40B4-BE49-F238E27FC236}">
                      <a16:creationId xmlns:a16="http://schemas.microsoft.com/office/drawing/2014/main" id="{F8B56FF1-F05E-15EC-E359-F86BA997DE89}"/>
                    </a:ext>
                  </a:extLst>
                </p:cNvPr>
                <p:cNvGrpSpPr/>
                <p:nvPr/>
              </p:nvGrpSpPr>
              <p:grpSpPr>
                <a:xfrm>
                  <a:off x="8137901" y="1770110"/>
                  <a:ext cx="2721935" cy="2213796"/>
                  <a:chOff x="2115887" y="4013246"/>
                  <a:chExt cx="2721935" cy="2213796"/>
                </a:xfrm>
              </p:grpSpPr>
              <p:sp>
                <p:nvSpPr>
                  <p:cNvPr id="18" name="TextBox 17">
                    <a:extLst>
                      <a:ext uri="{FF2B5EF4-FFF2-40B4-BE49-F238E27FC236}">
                        <a16:creationId xmlns:a16="http://schemas.microsoft.com/office/drawing/2014/main" id="{4164A440-A06A-AB7F-7897-DF57EA76E1AF}"/>
                      </a:ext>
                    </a:extLst>
                  </p:cNvPr>
                  <p:cNvSpPr txBox="1"/>
                  <p:nvPr/>
                </p:nvSpPr>
                <p:spPr>
                  <a:xfrm>
                    <a:off x="2115887" y="4013246"/>
                    <a:ext cx="2721935" cy="461665"/>
                  </a:xfrm>
                  <a:prstGeom prst="rect">
                    <a:avLst/>
                  </a:prstGeom>
                  <a:noFill/>
                </p:spPr>
                <p:txBody>
                  <a:bodyPr wrap="square">
                    <a:spAutoFit/>
                  </a:bodyPr>
                  <a:lstStyle/>
                  <a:p>
                    <a:pPr algn="ctr"/>
                    <a:r>
                      <a:rPr lang="ar-EG" sz="2400" kern="1200" noProof="0" dirty="0">
                        <a:solidFill>
                          <a:srgbClr val="414141"/>
                        </a:solidFill>
                        <a:latin typeface="+mn-lt"/>
                        <a:ea typeface="+mn-ea"/>
                        <a:cs typeface="+mn-cs"/>
                      </a:rPr>
                      <a:t>سهولة الوصول</a:t>
                    </a:r>
                  </a:p>
                </p:txBody>
              </p:sp>
              <p:graphicFrame>
                <p:nvGraphicFramePr>
                  <p:cNvPr id="19" name="Chart 18">
                    <a:extLst>
                      <a:ext uri="{FF2B5EF4-FFF2-40B4-BE49-F238E27FC236}">
                        <a16:creationId xmlns:a16="http://schemas.microsoft.com/office/drawing/2014/main" id="{044FB361-0EB5-9E3C-35B3-6DAF8B7409B2}"/>
                      </a:ext>
                    </a:extLst>
                  </p:cNvPr>
                  <p:cNvGraphicFramePr/>
                  <p:nvPr>
                    <p:extLst>
                      <p:ext uri="{D42A27DB-BD31-4B8C-83A1-F6EECF244321}">
                        <p14:modId xmlns:p14="http://schemas.microsoft.com/office/powerpoint/2010/main" val="1050677596"/>
                      </p:ext>
                    </p:extLst>
                  </p:nvPr>
                </p:nvGraphicFramePr>
                <p:xfrm>
                  <a:off x="2218677" y="4536466"/>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E1C0275A-05F3-CAF7-EEFB-A0915E372A6D}"/>
                      </a:ext>
                    </a:extLst>
                  </p:cNvPr>
                  <p:cNvSpPr txBox="1"/>
                  <p:nvPr/>
                </p:nvSpPr>
                <p:spPr>
                  <a:xfrm>
                    <a:off x="3067501" y="5150921"/>
                    <a:ext cx="818707" cy="461665"/>
                  </a:xfrm>
                  <a:prstGeom prst="rect">
                    <a:avLst/>
                  </a:prstGeom>
                  <a:noFill/>
                </p:spPr>
                <p:txBody>
                  <a:bodyPr wrap="square" rtlCol="0">
                    <a:spAutoFit/>
                  </a:bodyPr>
                  <a:lstStyle/>
                  <a:p>
                    <a:pPr algn="ctr"/>
                    <a:r>
                      <a:rPr lang="en-US" sz="2400" b="1" dirty="0">
                        <a:solidFill>
                          <a:srgbClr val="35AA6E"/>
                        </a:solidFill>
                      </a:rPr>
                      <a:t>90</a:t>
                    </a:r>
                    <a:r>
                      <a:rPr lang="en-GB" sz="2400" b="1" dirty="0">
                        <a:solidFill>
                          <a:srgbClr val="35AA6E"/>
                        </a:solidFill>
                      </a:rPr>
                      <a:t>%</a:t>
                    </a:r>
                  </a:p>
                </p:txBody>
              </p:sp>
            </p:grpSp>
          </p:grpSp>
          <p:grpSp>
            <p:nvGrpSpPr>
              <p:cNvPr id="38" name="Group 37">
                <a:extLst>
                  <a:ext uri="{FF2B5EF4-FFF2-40B4-BE49-F238E27FC236}">
                    <a16:creationId xmlns:a16="http://schemas.microsoft.com/office/drawing/2014/main" id="{4BDCDE37-57ED-70A0-052F-C1F647E80F19}"/>
                  </a:ext>
                </a:extLst>
              </p:cNvPr>
              <p:cNvGrpSpPr/>
              <p:nvPr/>
            </p:nvGrpSpPr>
            <p:grpSpPr>
              <a:xfrm>
                <a:off x="1449526" y="1770110"/>
                <a:ext cx="2516354" cy="4466168"/>
                <a:chOff x="1449526" y="1770110"/>
                <a:chExt cx="2516354" cy="4466168"/>
              </a:xfrm>
            </p:grpSpPr>
            <p:grpSp>
              <p:nvGrpSpPr>
                <p:cNvPr id="24" name="Group 23">
                  <a:extLst>
                    <a:ext uri="{FF2B5EF4-FFF2-40B4-BE49-F238E27FC236}">
                      <a16:creationId xmlns:a16="http://schemas.microsoft.com/office/drawing/2014/main" id="{C2084A58-56E4-2E64-899E-6959B44F2A9B}"/>
                    </a:ext>
                  </a:extLst>
                </p:cNvPr>
                <p:cNvGrpSpPr/>
                <p:nvPr/>
              </p:nvGrpSpPr>
              <p:grpSpPr>
                <a:xfrm>
                  <a:off x="1449526" y="4081255"/>
                  <a:ext cx="2516354" cy="2155023"/>
                  <a:chOff x="9479710" y="1761234"/>
                  <a:chExt cx="2516354" cy="2155023"/>
                </a:xfrm>
              </p:grpSpPr>
              <p:graphicFrame>
                <p:nvGraphicFramePr>
                  <p:cNvPr id="8" name="Chart 7">
                    <a:extLst>
                      <a:ext uri="{FF2B5EF4-FFF2-40B4-BE49-F238E27FC236}">
                        <a16:creationId xmlns:a16="http://schemas.microsoft.com/office/drawing/2014/main" id="{1575AD0E-92BE-E591-E422-79D6F93DB305}"/>
                      </a:ext>
                    </a:extLst>
                  </p:cNvPr>
                  <p:cNvGraphicFramePr/>
                  <p:nvPr>
                    <p:extLst>
                      <p:ext uri="{D42A27DB-BD31-4B8C-83A1-F6EECF244321}">
                        <p14:modId xmlns:p14="http://schemas.microsoft.com/office/powerpoint/2010/main" val="1694457362"/>
                      </p:ext>
                    </p:extLst>
                  </p:nvPr>
                </p:nvGraphicFramePr>
                <p:xfrm>
                  <a:off x="9479710" y="222568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C20BF008-687A-2DFD-6C53-7004D17DBC12}"/>
                      </a:ext>
                    </a:extLst>
                  </p:cNvPr>
                  <p:cNvSpPr txBox="1"/>
                  <p:nvPr/>
                </p:nvSpPr>
                <p:spPr>
                  <a:xfrm>
                    <a:off x="10328534" y="2840136"/>
                    <a:ext cx="818707" cy="461665"/>
                  </a:xfrm>
                  <a:prstGeom prst="rect">
                    <a:avLst/>
                  </a:prstGeom>
                  <a:noFill/>
                </p:spPr>
                <p:txBody>
                  <a:bodyPr wrap="square" rtlCol="0">
                    <a:spAutoFit/>
                  </a:bodyPr>
                  <a:lstStyle/>
                  <a:p>
                    <a:r>
                      <a:rPr lang="en-GB" sz="2400" b="1" dirty="0">
                        <a:solidFill>
                          <a:srgbClr val="35AA6E"/>
                        </a:solidFill>
                      </a:rPr>
                      <a:t>95%</a:t>
                    </a:r>
                  </a:p>
                </p:txBody>
              </p:sp>
              <p:sp>
                <p:nvSpPr>
                  <p:cNvPr id="15" name="TextBox 14">
                    <a:extLst>
                      <a:ext uri="{FF2B5EF4-FFF2-40B4-BE49-F238E27FC236}">
                        <a16:creationId xmlns:a16="http://schemas.microsoft.com/office/drawing/2014/main" id="{F02ED02E-0E8E-8730-4348-9942F5792EF1}"/>
                      </a:ext>
                    </a:extLst>
                  </p:cNvPr>
                  <p:cNvSpPr txBox="1"/>
                  <p:nvPr/>
                </p:nvSpPr>
                <p:spPr>
                  <a:xfrm>
                    <a:off x="9642847" y="1761234"/>
                    <a:ext cx="2190081" cy="461665"/>
                  </a:xfrm>
                  <a:prstGeom prst="rect">
                    <a:avLst/>
                  </a:prstGeom>
                  <a:noFill/>
                </p:spPr>
                <p:txBody>
                  <a:bodyPr wrap="square">
                    <a:spAutoFit/>
                  </a:bodyPr>
                  <a:lstStyle/>
                  <a:p>
                    <a:pPr algn="ctr"/>
                    <a:r>
                      <a:rPr lang="ar-EG" sz="2400" dirty="0">
                        <a:solidFill>
                          <a:srgbClr val="414141"/>
                        </a:solidFill>
                      </a:rPr>
                      <a:t>مؤشر الرضا العام</a:t>
                    </a:r>
                  </a:p>
                </p:txBody>
              </p:sp>
            </p:grpSp>
            <p:grpSp>
              <p:nvGrpSpPr>
                <p:cNvPr id="29" name="Group 28">
                  <a:extLst>
                    <a:ext uri="{FF2B5EF4-FFF2-40B4-BE49-F238E27FC236}">
                      <a16:creationId xmlns:a16="http://schemas.microsoft.com/office/drawing/2014/main" id="{8C9650D3-3EAB-1C72-C627-94B75910B0DA}"/>
                    </a:ext>
                  </a:extLst>
                </p:cNvPr>
                <p:cNvGrpSpPr/>
                <p:nvPr/>
              </p:nvGrpSpPr>
              <p:grpSpPr>
                <a:xfrm>
                  <a:off x="1449526" y="1770110"/>
                  <a:ext cx="2516354" cy="2213796"/>
                  <a:chOff x="7654192" y="4013246"/>
                  <a:chExt cx="2516354" cy="2213796"/>
                </a:xfrm>
              </p:grpSpPr>
              <p:sp>
                <p:nvSpPr>
                  <p:cNvPr id="17" name="TextBox 16">
                    <a:extLst>
                      <a:ext uri="{FF2B5EF4-FFF2-40B4-BE49-F238E27FC236}">
                        <a16:creationId xmlns:a16="http://schemas.microsoft.com/office/drawing/2014/main" id="{EE17B944-1231-77D9-0FA9-26040EA39236}"/>
                      </a:ext>
                    </a:extLst>
                  </p:cNvPr>
                  <p:cNvSpPr txBox="1"/>
                  <p:nvPr/>
                </p:nvSpPr>
                <p:spPr>
                  <a:xfrm>
                    <a:off x="7667735" y="4013246"/>
                    <a:ext cx="2489269" cy="461665"/>
                  </a:xfrm>
                  <a:prstGeom prst="rect">
                    <a:avLst/>
                  </a:prstGeom>
                  <a:noFill/>
                </p:spPr>
                <p:txBody>
                  <a:bodyPr wrap="square">
                    <a:spAutoFit/>
                  </a:bodyPr>
                  <a:lstStyle/>
                  <a:p>
                    <a:pPr algn="ctr"/>
                    <a:r>
                      <a:rPr lang="ar-AE" sz="2400" dirty="0">
                        <a:solidFill>
                          <a:srgbClr val="414141"/>
                        </a:solidFill>
                      </a:rPr>
                      <a:t>سهولة الاستخدام</a:t>
                    </a:r>
                  </a:p>
                </p:txBody>
              </p:sp>
              <p:graphicFrame>
                <p:nvGraphicFramePr>
                  <p:cNvPr id="21" name="Chart 20">
                    <a:extLst>
                      <a:ext uri="{FF2B5EF4-FFF2-40B4-BE49-F238E27FC236}">
                        <a16:creationId xmlns:a16="http://schemas.microsoft.com/office/drawing/2014/main" id="{BFBF3EB2-6C79-119D-AD4A-0C1BEF402D29}"/>
                      </a:ext>
                    </a:extLst>
                  </p:cNvPr>
                  <p:cNvGraphicFramePr/>
                  <p:nvPr>
                    <p:extLst>
                      <p:ext uri="{D42A27DB-BD31-4B8C-83A1-F6EECF244321}">
                        <p14:modId xmlns:p14="http://schemas.microsoft.com/office/powerpoint/2010/main" val="2859546077"/>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2" name="TextBox 21">
                    <a:extLst>
                      <a:ext uri="{FF2B5EF4-FFF2-40B4-BE49-F238E27FC236}">
                        <a16:creationId xmlns:a16="http://schemas.microsoft.com/office/drawing/2014/main" id="{B7A23297-0715-1872-E982-861AC09D14BE}"/>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92%</a:t>
                    </a:r>
                  </a:p>
                </p:txBody>
              </p:sp>
            </p:grpSp>
          </p:grpSp>
          <p:grpSp>
            <p:nvGrpSpPr>
              <p:cNvPr id="37" name="Group 36">
                <a:extLst>
                  <a:ext uri="{FF2B5EF4-FFF2-40B4-BE49-F238E27FC236}">
                    <a16:creationId xmlns:a16="http://schemas.microsoft.com/office/drawing/2014/main" id="{1484229E-6EE0-29D5-E5A9-8DA07049362E}"/>
                  </a:ext>
                </a:extLst>
              </p:cNvPr>
              <p:cNvGrpSpPr/>
              <p:nvPr/>
            </p:nvGrpSpPr>
            <p:grpSpPr>
              <a:xfrm>
                <a:off x="4799645" y="1770110"/>
                <a:ext cx="2516354" cy="4458164"/>
                <a:chOff x="4799645" y="1770110"/>
                <a:chExt cx="2516354" cy="4458164"/>
              </a:xfrm>
            </p:grpSpPr>
            <p:grpSp>
              <p:nvGrpSpPr>
                <p:cNvPr id="25" name="Group 24">
                  <a:extLst>
                    <a:ext uri="{FF2B5EF4-FFF2-40B4-BE49-F238E27FC236}">
                      <a16:creationId xmlns:a16="http://schemas.microsoft.com/office/drawing/2014/main" id="{1530FD52-59D4-EC46-0ED7-831C7FA795FB}"/>
                    </a:ext>
                  </a:extLst>
                </p:cNvPr>
                <p:cNvGrpSpPr/>
                <p:nvPr/>
              </p:nvGrpSpPr>
              <p:grpSpPr>
                <a:xfrm>
                  <a:off x="4799645" y="4081255"/>
                  <a:ext cx="2516354" cy="2147019"/>
                  <a:chOff x="4837822" y="1761234"/>
                  <a:chExt cx="2516354" cy="2147019"/>
                </a:xfrm>
              </p:grpSpPr>
              <p:graphicFrame>
                <p:nvGraphicFramePr>
                  <p:cNvPr id="11" name="Chart 10">
                    <a:extLst>
                      <a:ext uri="{FF2B5EF4-FFF2-40B4-BE49-F238E27FC236}">
                        <a16:creationId xmlns:a16="http://schemas.microsoft.com/office/drawing/2014/main" id="{95C0C05D-FE30-546E-6F12-7DD6E7E28252}"/>
                      </a:ext>
                    </a:extLst>
                  </p:cNvPr>
                  <p:cNvGraphicFramePr/>
                  <p:nvPr>
                    <p:extLst>
                      <p:ext uri="{D42A27DB-BD31-4B8C-83A1-F6EECF244321}">
                        <p14:modId xmlns:p14="http://schemas.microsoft.com/office/powerpoint/2010/main" val="2659064842"/>
                      </p:ext>
                    </p:extLst>
                  </p:nvPr>
                </p:nvGraphicFramePr>
                <p:xfrm>
                  <a:off x="4837822" y="2217677"/>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a:extLst>
                      <a:ext uri="{FF2B5EF4-FFF2-40B4-BE49-F238E27FC236}">
                        <a16:creationId xmlns:a16="http://schemas.microsoft.com/office/drawing/2014/main" id="{7B99481E-4896-1806-237F-AB61DB0D1E20}"/>
                      </a:ext>
                    </a:extLst>
                  </p:cNvPr>
                  <p:cNvSpPr txBox="1"/>
                  <p:nvPr/>
                </p:nvSpPr>
                <p:spPr>
                  <a:xfrm>
                    <a:off x="5686646" y="2832132"/>
                    <a:ext cx="818707" cy="461665"/>
                  </a:xfrm>
                  <a:prstGeom prst="rect">
                    <a:avLst/>
                  </a:prstGeom>
                  <a:noFill/>
                </p:spPr>
                <p:txBody>
                  <a:bodyPr wrap="square" rtlCol="0">
                    <a:spAutoFit/>
                  </a:bodyPr>
                  <a:lstStyle/>
                  <a:p>
                    <a:r>
                      <a:rPr lang="en-GB" sz="2400" b="1" dirty="0">
                        <a:solidFill>
                          <a:srgbClr val="35AA6E"/>
                        </a:solidFill>
                      </a:rPr>
                      <a:t>98%</a:t>
                    </a:r>
                  </a:p>
                </p:txBody>
              </p:sp>
              <p:sp>
                <p:nvSpPr>
                  <p:cNvPr id="16" name="TextBox 15">
                    <a:extLst>
                      <a:ext uri="{FF2B5EF4-FFF2-40B4-BE49-F238E27FC236}">
                        <a16:creationId xmlns:a16="http://schemas.microsoft.com/office/drawing/2014/main" id="{132A2605-A234-03C4-FC81-8CF827821297}"/>
                      </a:ext>
                    </a:extLst>
                  </p:cNvPr>
                  <p:cNvSpPr txBox="1"/>
                  <p:nvPr/>
                </p:nvSpPr>
                <p:spPr>
                  <a:xfrm>
                    <a:off x="5000959" y="1761234"/>
                    <a:ext cx="2190081" cy="461665"/>
                  </a:xfrm>
                  <a:prstGeom prst="rect">
                    <a:avLst/>
                  </a:prstGeom>
                  <a:noFill/>
                </p:spPr>
                <p:txBody>
                  <a:bodyPr wrap="square">
                    <a:spAutoFit/>
                  </a:bodyPr>
                  <a:lstStyle/>
                  <a:p>
                    <a:pPr algn="ctr"/>
                    <a:r>
                      <a:rPr lang="ar-EG" sz="2400" dirty="0">
                        <a:solidFill>
                          <a:srgbClr val="414141"/>
                        </a:solidFill>
                      </a:rPr>
                      <a:t>خصوصية المتعامل</a:t>
                    </a:r>
                  </a:p>
                </p:txBody>
              </p:sp>
            </p:grpSp>
            <p:grpSp>
              <p:nvGrpSpPr>
                <p:cNvPr id="31" name="Group 30">
                  <a:extLst>
                    <a:ext uri="{FF2B5EF4-FFF2-40B4-BE49-F238E27FC236}">
                      <a16:creationId xmlns:a16="http://schemas.microsoft.com/office/drawing/2014/main" id="{DC5BB0C1-6905-EB59-8DBD-5C63753F1C28}"/>
                    </a:ext>
                  </a:extLst>
                </p:cNvPr>
                <p:cNvGrpSpPr/>
                <p:nvPr/>
              </p:nvGrpSpPr>
              <p:grpSpPr>
                <a:xfrm>
                  <a:off x="4799645" y="1770110"/>
                  <a:ext cx="2516354" cy="2213796"/>
                  <a:chOff x="7654192" y="4013246"/>
                  <a:chExt cx="2516354" cy="2213796"/>
                </a:xfrm>
              </p:grpSpPr>
              <p:sp>
                <p:nvSpPr>
                  <p:cNvPr id="33" name="TextBox 32">
                    <a:extLst>
                      <a:ext uri="{FF2B5EF4-FFF2-40B4-BE49-F238E27FC236}">
                        <a16:creationId xmlns:a16="http://schemas.microsoft.com/office/drawing/2014/main" id="{6A6654FC-6F7E-5128-4EB7-B2F71C54DB16}"/>
                      </a:ext>
                    </a:extLst>
                  </p:cNvPr>
                  <p:cNvSpPr txBox="1"/>
                  <p:nvPr/>
                </p:nvSpPr>
                <p:spPr>
                  <a:xfrm>
                    <a:off x="7667735" y="4013246"/>
                    <a:ext cx="2489269" cy="461665"/>
                  </a:xfrm>
                  <a:prstGeom prst="rect">
                    <a:avLst/>
                  </a:prstGeom>
                  <a:noFill/>
                </p:spPr>
                <p:txBody>
                  <a:bodyPr wrap="square">
                    <a:spAutoFit/>
                  </a:bodyPr>
                  <a:lstStyle/>
                  <a:p>
                    <a:pPr algn="ctr"/>
                    <a:r>
                      <a:rPr lang="ar-EG" sz="2400">
                        <a:solidFill>
                          <a:srgbClr val="414141"/>
                        </a:solidFill>
                      </a:rPr>
                      <a:t>جودة المعلومات</a:t>
                    </a:r>
                    <a:endParaRPr lang="en-GB" sz="2400">
                      <a:solidFill>
                        <a:srgbClr val="414141"/>
                      </a:solidFill>
                    </a:endParaRPr>
                  </a:p>
                </p:txBody>
              </p:sp>
              <p:graphicFrame>
                <p:nvGraphicFramePr>
                  <p:cNvPr id="34" name="Chart 33">
                    <a:extLst>
                      <a:ext uri="{FF2B5EF4-FFF2-40B4-BE49-F238E27FC236}">
                        <a16:creationId xmlns:a16="http://schemas.microsoft.com/office/drawing/2014/main" id="{DC3B2A13-F624-108C-C81E-0F004F8989ED}"/>
                      </a:ext>
                    </a:extLst>
                  </p:cNvPr>
                  <p:cNvGraphicFramePr/>
                  <p:nvPr>
                    <p:extLst>
                      <p:ext uri="{D42A27DB-BD31-4B8C-83A1-F6EECF244321}">
                        <p14:modId xmlns:p14="http://schemas.microsoft.com/office/powerpoint/2010/main" val="3072603216"/>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35" name="TextBox 34">
                    <a:extLst>
                      <a:ext uri="{FF2B5EF4-FFF2-40B4-BE49-F238E27FC236}">
                        <a16:creationId xmlns:a16="http://schemas.microsoft.com/office/drawing/2014/main" id="{58D76C41-249C-2359-DDD9-B0E05C025989}"/>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a:t>
                    </a:r>
                    <a:r>
                      <a:rPr lang="en-US" sz="2400" b="1" dirty="0">
                        <a:solidFill>
                          <a:srgbClr val="35AA6E"/>
                        </a:solidFill>
                      </a:rPr>
                      <a:t>4</a:t>
                    </a:r>
                    <a:r>
                      <a:rPr lang="en-GB" sz="2400" b="1" dirty="0">
                        <a:solidFill>
                          <a:srgbClr val="35AA6E"/>
                        </a:solidFill>
                      </a:rPr>
                      <a:t>%</a:t>
                    </a:r>
                  </a:p>
                </p:txBody>
              </p:sp>
            </p:grpSp>
          </p:grpSp>
        </p:grpSp>
      </p:grpSp>
      <p:sp>
        <p:nvSpPr>
          <p:cNvPr id="40" name="TextBox 39">
            <a:extLst>
              <a:ext uri="{FF2B5EF4-FFF2-40B4-BE49-F238E27FC236}">
                <a16:creationId xmlns:a16="http://schemas.microsoft.com/office/drawing/2014/main" id="{0F7D003C-27BD-B4B7-D619-67EFA2EC0B7F}"/>
              </a:ext>
            </a:extLst>
          </p:cNvPr>
          <p:cNvSpPr txBox="1"/>
          <p:nvPr/>
        </p:nvSpPr>
        <p:spPr>
          <a:xfrm>
            <a:off x="3744063" y="6556617"/>
            <a:ext cx="4172519" cy="246221"/>
          </a:xfrm>
          <a:prstGeom prst="rect">
            <a:avLst/>
          </a:prstGeom>
          <a:noFill/>
        </p:spPr>
        <p:txBody>
          <a:bodyPr wrap="square">
            <a:spAutoFit/>
          </a:bodyPr>
          <a:lstStyle/>
          <a:p>
            <a:pPr algn="ctr"/>
            <a:r>
              <a:rPr lang="ar-AE" sz="1000">
                <a:solidFill>
                  <a:srgbClr val="414141"/>
                </a:solidFill>
              </a:rPr>
              <a:t>*مؤشر الرضا العام، سؤال مباشر يقيس مدى سعادة المتعاملين عن الرضا بشكل عام.</a:t>
            </a:r>
            <a:endParaRPr lang="en-GB" sz="1000" kern="1200">
              <a:solidFill>
                <a:srgbClr val="414141"/>
              </a:solidFill>
              <a:latin typeface="+mn-lt"/>
              <a:ea typeface="+mn-ea"/>
              <a:cs typeface="+mn-cs"/>
            </a:endParaRPr>
          </a:p>
        </p:txBody>
      </p:sp>
      <p:sp>
        <p:nvSpPr>
          <p:cNvPr id="41" name="TextBox 40">
            <a:extLst>
              <a:ext uri="{FF2B5EF4-FFF2-40B4-BE49-F238E27FC236}">
                <a16:creationId xmlns:a16="http://schemas.microsoft.com/office/drawing/2014/main" id="{1CFC43DC-C1BB-2545-F429-97520BD26013}"/>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1,167</a:t>
            </a:r>
          </a:p>
        </p:txBody>
      </p:sp>
      <p:graphicFrame>
        <p:nvGraphicFramePr>
          <p:cNvPr id="7" name="Table 6">
            <a:extLst>
              <a:ext uri="{FF2B5EF4-FFF2-40B4-BE49-F238E27FC236}">
                <a16:creationId xmlns:a16="http://schemas.microsoft.com/office/drawing/2014/main" id="{31685E3D-1D9C-CEA5-8E65-8C6DB398EA6B}"/>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dirty="0"/>
                        <a:t>90 فما فوق</a:t>
                      </a:r>
                      <a:endParaRPr lang="en-AE" sz="1000" dirty="0"/>
                    </a:p>
                  </a:txBody>
                  <a:tcPr anchor="ctr">
                    <a:solidFill>
                      <a:srgbClr val="35AA6E"/>
                    </a:solidFill>
                  </a:tcPr>
                </a:tc>
                <a:tc>
                  <a:txBody>
                    <a:bodyPr/>
                    <a:lstStyle/>
                    <a:p>
                      <a:pPr algn="ctr"/>
                      <a:r>
                        <a:rPr lang="ar-AE" sz="1000" dirty="0"/>
                        <a:t>من 85-</a:t>
                      </a:r>
                      <a:r>
                        <a:rPr lang="en-US" sz="1000" dirty="0"/>
                        <a:t>89</a:t>
                      </a:r>
                      <a:endParaRPr lang="en-AE" sz="1000" dirty="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657910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85D84-10CD-0593-EE44-55387819795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D88C979-D88F-342D-167D-2BF563D12F52}"/>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50BBBF10-5C26-F50C-95C9-8C9EB6263200}"/>
              </a:ext>
            </a:extLst>
          </p:cNvPr>
          <p:cNvSpPr/>
          <p:nvPr/>
        </p:nvSpPr>
        <p:spPr>
          <a:xfrm>
            <a:off x="749300" y="4104991"/>
            <a:ext cx="10693400" cy="9144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1" name="Table 60">
            <a:extLst>
              <a:ext uri="{FF2B5EF4-FFF2-40B4-BE49-F238E27FC236}">
                <a16:creationId xmlns:a16="http://schemas.microsoft.com/office/drawing/2014/main" id="{C6D52D28-2607-6767-4D33-FF2BFEB6DAA8}"/>
              </a:ext>
            </a:extLst>
          </p:cNvPr>
          <p:cNvGraphicFramePr>
            <a:graphicFrameLocks noGrp="1"/>
          </p:cNvGraphicFramePr>
          <p:nvPr/>
        </p:nvGraphicFramePr>
        <p:xfrm>
          <a:off x="749299" y="1754457"/>
          <a:ext cx="8877117" cy="2422400"/>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sp>
        <p:nvSpPr>
          <p:cNvPr id="9" name="TextBox 8">
            <a:extLst>
              <a:ext uri="{FF2B5EF4-FFF2-40B4-BE49-F238E27FC236}">
                <a16:creationId xmlns:a16="http://schemas.microsoft.com/office/drawing/2014/main" id="{A6621E85-D7DA-CE90-47B5-DC31C1767FF4}"/>
              </a:ext>
            </a:extLst>
          </p:cNvPr>
          <p:cNvSpPr txBox="1"/>
          <p:nvPr/>
        </p:nvSpPr>
        <p:spPr>
          <a:xfrm>
            <a:off x="4061637" y="244463"/>
            <a:ext cx="7934428" cy="523220"/>
          </a:xfrm>
          <a:prstGeom prst="rect">
            <a:avLst/>
          </a:prstGeom>
          <a:noFill/>
        </p:spPr>
        <p:txBody>
          <a:bodyPr wrap="square" rtlCol="0">
            <a:spAutoFit/>
          </a:bodyPr>
          <a:lstStyle/>
          <a:p>
            <a:pPr>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rPr>
              <a:t>سهولة الوصول</a:t>
            </a:r>
            <a:r>
              <a:rPr lang="ar-AE" sz="2800" dirty="0">
                <a:solidFill>
                  <a:srgbClr val="414141"/>
                </a:solidFill>
              </a:rPr>
              <a:t> / </a:t>
            </a:r>
            <a:r>
              <a:rPr lang="ar-EG" sz="2800" dirty="0"/>
              <a:t>جودة المعلومات</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AAEEED8-98C4-438E-26E4-12032238EC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76AF6D8A-E6B3-EFAE-6676-55E0C4CC438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D7C12840-093C-9ACF-239E-0ADACF7B33A8}"/>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1,167</a:t>
            </a:r>
          </a:p>
        </p:txBody>
      </p:sp>
      <p:sp>
        <p:nvSpPr>
          <p:cNvPr id="46" name="TextBox 45">
            <a:extLst>
              <a:ext uri="{FF2B5EF4-FFF2-40B4-BE49-F238E27FC236}">
                <a16:creationId xmlns:a16="http://schemas.microsoft.com/office/drawing/2014/main" id="{22D547EA-D2CB-51DC-3E45-D04C68C2755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lang="ar-AE" sz="1400" dirty="0"/>
              <a:t>عند تقييم </a:t>
            </a:r>
            <a:r>
              <a:rPr lang="ar-AE" sz="1400" b="1" dirty="0"/>
              <a:t>سهولة الوصول </a:t>
            </a:r>
            <a:r>
              <a:rPr lang="ar-AE" sz="1400" dirty="0"/>
              <a:t>إلى تطبيق الهاتف الذكي، لوحظت قابلية للتحسين فيما يتعلق </a:t>
            </a:r>
            <a:r>
              <a:rPr lang="ar-AE" sz="1400" b="1" dirty="0"/>
              <a:t>بوجود بعض الأخطاء والمشاكل الفنية </a:t>
            </a:r>
            <a:r>
              <a:rPr lang="ar-AE" sz="1400" dirty="0"/>
              <a:t>التي تؤثر على تجربة الاستخدام. </a:t>
            </a:r>
            <a:r>
              <a:rPr lang="ar-AE" sz="1400" dirty="0">
                <a:solidFill>
                  <a:srgbClr val="414141"/>
                </a:solidFill>
              </a:rPr>
              <a:t>وكانت </a:t>
            </a:r>
            <a:r>
              <a:rPr lang="ar-AE" sz="1400" b="1" dirty="0"/>
              <a:t>جودة المعلومات</a:t>
            </a:r>
            <a:r>
              <a:rPr lang="ar-AE" sz="1400" dirty="0"/>
              <a:t> خلال جميع المراحل كانت واضحة ومفيدة وكافية.</a:t>
            </a:r>
            <a:endParaRPr kumimoji="0" lang="ar-AE" sz="1400" i="0" u="none" strike="noStrike" kern="1200" cap="none" spc="0" normalizeH="0" baseline="0" noProof="0" dirty="0">
              <a:ln>
                <a:noFill/>
              </a:ln>
              <a:solidFill>
                <a:srgbClr val="414141"/>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C06DF0DD-35C2-E98C-6D4A-E7D751BF6BA8}"/>
              </a:ext>
            </a:extLst>
          </p:cNvPr>
          <p:cNvGrpSpPr/>
          <p:nvPr/>
        </p:nvGrpSpPr>
        <p:grpSpPr>
          <a:xfrm>
            <a:off x="5842656" y="2033661"/>
            <a:ext cx="3761012" cy="367951"/>
            <a:chOff x="5842656" y="2522956"/>
            <a:chExt cx="3761012" cy="367951"/>
          </a:xfrm>
        </p:grpSpPr>
        <p:sp>
          <p:nvSpPr>
            <p:cNvPr id="37" name="Rectangle 1">
              <a:extLst>
                <a:ext uri="{FF2B5EF4-FFF2-40B4-BE49-F238E27FC236}">
                  <a16:creationId xmlns:a16="http://schemas.microsoft.com/office/drawing/2014/main" id="{3FACF62F-5E10-39E9-2FEF-0AA7A89DC61F}"/>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تطبيق الهاتف الذكي خال من الأخطاء أو المشاكل الفنية</a:t>
              </a:r>
            </a:p>
          </p:txBody>
        </p:sp>
        <p:sp>
          <p:nvSpPr>
            <p:cNvPr id="39" name="Rectangle: Rounded Corners 38">
              <a:extLst>
                <a:ext uri="{FF2B5EF4-FFF2-40B4-BE49-F238E27FC236}">
                  <a16:creationId xmlns:a16="http://schemas.microsoft.com/office/drawing/2014/main" id="{A49F9146-8884-0DBC-5AF1-2723E9A9D3D8}"/>
                </a:ext>
              </a:extLst>
            </p:cNvPr>
            <p:cNvSpPr/>
            <p:nvPr/>
          </p:nvSpPr>
          <p:spPr>
            <a:xfrm>
              <a:off x="5842656" y="2522956"/>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85%</a:t>
              </a:r>
            </a:p>
          </p:txBody>
        </p:sp>
      </p:grpSp>
      <p:grpSp>
        <p:nvGrpSpPr>
          <p:cNvPr id="70" name="Group 69">
            <a:extLst>
              <a:ext uri="{FF2B5EF4-FFF2-40B4-BE49-F238E27FC236}">
                <a16:creationId xmlns:a16="http://schemas.microsoft.com/office/drawing/2014/main" id="{D73F839D-A470-6FFA-F711-1EE4CF6509DD}"/>
              </a:ext>
            </a:extLst>
          </p:cNvPr>
          <p:cNvGrpSpPr/>
          <p:nvPr/>
        </p:nvGrpSpPr>
        <p:grpSpPr>
          <a:xfrm>
            <a:off x="5842656" y="2794995"/>
            <a:ext cx="3761013" cy="430887"/>
            <a:chOff x="5842656" y="3269852"/>
            <a:chExt cx="3761013" cy="430887"/>
          </a:xfrm>
        </p:grpSpPr>
        <p:sp>
          <p:nvSpPr>
            <p:cNvPr id="48" name="Rectangle 1">
              <a:extLst>
                <a:ext uri="{FF2B5EF4-FFF2-40B4-BE49-F238E27FC236}">
                  <a16:creationId xmlns:a16="http://schemas.microsoft.com/office/drawing/2014/main" id="{59366671-509D-9D36-DE55-39DE7EA91F25}"/>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الإجراءات فعّالة ولم يُطلب مني تقديم نفس المعلومات أكثر من مرة</a:t>
              </a:r>
            </a:p>
          </p:txBody>
        </p:sp>
        <p:sp>
          <p:nvSpPr>
            <p:cNvPr id="49" name="Rectangle: Rounded Corners 48">
              <a:extLst>
                <a:ext uri="{FF2B5EF4-FFF2-40B4-BE49-F238E27FC236}">
                  <a16:creationId xmlns:a16="http://schemas.microsoft.com/office/drawing/2014/main" id="{D339DF0A-4408-9AC6-E127-DC311953DF99}"/>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71" name="Group 70">
            <a:extLst>
              <a:ext uri="{FF2B5EF4-FFF2-40B4-BE49-F238E27FC236}">
                <a16:creationId xmlns:a16="http://schemas.microsoft.com/office/drawing/2014/main" id="{070BDAE0-FED0-1F2C-FF3A-37215E6B2680}"/>
              </a:ext>
            </a:extLst>
          </p:cNvPr>
          <p:cNvGrpSpPr/>
          <p:nvPr/>
        </p:nvGrpSpPr>
        <p:grpSpPr>
          <a:xfrm>
            <a:off x="5842656" y="3587795"/>
            <a:ext cx="3761013" cy="430887"/>
            <a:chOff x="5842656" y="4048215"/>
            <a:chExt cx="3761013" cy="430887"/>
          </a:xfrm>
        </p:grpSpPr>
        <p:sp>
          <p:nvSpPr>
            <p:cNvPr id="51" name="Rectangle 1">
              <a:extLst>
                <a:ext uri="{FF2B5EF4-FFF2-40B4-BE49-F238E27FC236}">
                  <a16:creationId xmlns:a16="http://schemas.microsoft.com/office/drawing/2014/main" id="{DEA42F29-626F-BD89-98C0-50AB7559A959}"/>
                </a:ext>
              </a:extLst>
            </p:cNvPr>
            <p:cNvSpPr>
              <a:spLocks noChangeArrowheads="1"/>
            </p:cNvSpPr>
            <p:nvPr/>
          </p:nvSpPr>
          <p:spPr bwMode="auto">
            <a:xfrm>
              <a:off x="6704980" y="404821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من السهل العثور على معلومات الاتصال بوزارة الصحة وتفاصيل الخدمات والوصول إليها عبر قنوات مختلفة</a:t>
              </a:r>
            </a:p>
          </p:txBody>
        </p:sp>
        <p:sp>
          <p:nvSpPr>
            <p:cNvPr id="52" name="Rectangle: Rounded Corners 51">
              <a:extLst>
                <a:ext uri="{FF2B5EF4-FFF2-40B4-BE49-F238E27FC236}">
                  <a16:creationId xmlns:a16="http://schemas.microsoft.com/office/drawing/2014/main" id="{24648799-92EF-333D-71A2-3070643D588C}"/>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pic>
        <p:nvPicPr>
          <p:cNvPr id="63" name="Picture 2" descr="Mobile phone ">
            <a:extLst>
              <a:ext uri="{FF2B5EF4-FFF2-40B4-BE49-F238E27FC236}">
                <a16:creationId xmlns:a16="http://schemas.microsoft.com/office/drawing/2014/main" id="{7BFF61E1-4F7F-C177-82DC-EB0D6184138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BCD03C13-7368-8A5C-7F37-33E676669C69}"/>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5" name="TextBox 4">
            <a:extLst>
              <a:ext uri="{FF2B5EF4-FFF2-40B4-BE49-F238E27FC236}">
                <a16:creationId xmlns:a16="http://schemas.microsoft.com/office/drawing/2014/main" id="{7093A7DD-B65A-57EF-6C22-1B40680B4701}"/>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4" name="Chart 3">
            <a:extLst>
              <a:ext uri="{FF2B5EF4-FFF2-40B4-BE49-F238E27FC236}">
                <a16:creationId xmlns:a16="http://schemas.microsoft.com/office/drawing/2014/main" id="{B2C73596-FEB0-1238-4DBE-0C31C6A88F0A}"/>
              </a:ext>
            </a:extLst>
          </p:cNvPr>
          <p:cNvGraphicFramePr/>
          <p:nvPr>
            <p:extLst>
              <p:ext uri="{D42A27DB-BD31-4B8C-83A1-F6EECF244321}">
                <p14:modId xmlns:p14="http://schemas.microsoft.com/office/powerpoint/2010/main" val="2580383765"/>
              </p:ext>
            </p:extLst>
          </p:nvPr>
        </p:nvGraphicFramePr>
        <p:xfrm>
          <a:off x="833957" y="1672956"/>
          <a:ext cx="4775527" cy="2572907"/>
        </p:xfrm>
        <a:graphic>
          <a:graphicData uri="http://schemas.openxmlformats.org/drawingml/2006/chart">
            <c:chart xmlns:c="http://schemas.openxmlformats.org/drawingml/2006/chart" xmlns:r="http://schemas.openxmlformats.org/officeDocument/2006/relationships" r:id="rId5"/>
          </a:graphicData>
        </a:graphic>
      </p:graphicFrame>
      <p:grpSp>
        <p:nvGrpSpPr>
          <p:cNvPr id="43" name="Group 42">
            <a:extLst>
              <a:ext uri="{FF2B5EF4-FFF2-40B4-BE49-F238E27FC236}">
                <a16:creationId xmlns:a16="http://schemas.microsoft.com/office/drawing/2014/main" id="{1839FE14-433D-6498-8C26-7B25DF874DA8}"/>
              </a:ext>
            </a:extLst>
          </p:cNvPr>
          <p:cNvGrpSpPr/>
          <p:nvPr/>
        </p:nvGrpSpPr>
        <p:grpSpPr>
          <a:xfrm>
            <a:off x="5842656" y="5216631"/>
            <a:ext cx="3761013" cy="430887"/>
            <a:chOff x="5842656" y="3269851"/>
            <a:chExt cx="3761013" cy="430887"/>
          </a:xfrm>
        </p:grpSpPr>
        <p:sp>
          <p:nvSpPr>
            <p:cNvPr id="44" name="Rectangle 1">
              <a:extLst>
                <a:ext uri="{FF2B5EF4-FFF2-40B4-BE49-F238E27FC236}">
                  <a16:creationId xmlns:a16="http://schemas.microsoft.com/office/drawing/2014/main" id="{2CE2C33C-55FF-42EB-61BC-1660FECC24E1}"/>
                </a:ext>
              </a:extLst>
            </p:cNvPr>
            <p:cNvSpPr>
              <a:spLocks noChangeArrowheads="1"/>
            </p:cNvSpPr>
            <p:nvPr/>
          </p:nvSpPr>
          <p:spPr bwMode="auto">
            <a:xfrm>
              <a:off x="6704979" y="3269851"/>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الإشعارات والمعلومات المستلمة عبر البريد /الرسائل النصية خلال جميع المراحل واضحة ومفيدة وكافية</a:t>
              </a:r>
            </a:p>
          </p:txBody>
        </p:sp>
        <p:sp>
          <p:nvSpPr>
            <p:cNvPr id="45" name="Rectangle: Rounded Corners 44">
              <a:extLst>
                <a:ext uri="{FF2B5EF4-FFF2-40B4-BE49-F238E27FC236}">
                  <a16:creationId xmlns:a16="http://schemas.microsoft.com/office/drawing/2014/main" id="{04F13054-7447-66E1-5D55-94C1DC727468}"/>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sp>
        <p:nvSpPr>
          <p:cNvPr id="47" name="TextBox 46">
            <a:extLst>
              <a:ext uri="{FF2B5EF4-FFF2-40B4-BE49-F238E27FC236}">
                <a16:creationId xmlns:a16="http://schemas.microsoft.com/office/drawing/2014/main" id="{1059FCF8-7DBE-7CC7-2E76-52D64579644D}"/>
              </a:ext>
            </a:extLst>
          </p:cNvPr>
          <p:cNvSpPr txBox="1"/>
          <p:nvPr/>
        </p:nvSpPr>
        <p:spPr>
          <a:xfrm>
            <a:off x="9321345" y="4211244"/>
            <a:ext cx="1932851" cy="400110"/>
          </a:xfrm>
          <a:prstGeom prst="rect">
            <a:avLst/>
          </a:prstGeom>
          <a:noFill/>
        </p:spPr>
        <p:txBody>
          <a:bodyPr wrap="square">
            <a:spAutoFit/>
          </a:bodyPr>
          <a:lstStyle/>
          <a:p>
            <a:r>
              <a:rPr lang="ar-EG" sz="2000" b="1" dirty="0"/>
              <a:t>جودة المعلومات</a:t>
            </a:r>
          </a:p>
        </p:txBody>
      </p:sp>
      <p:grpSp>
        <p:nvGrpSpPr>
          <p:cNvPr id="50" name="Group 49">
            <a:extLst>
              <a:ext uri="{FF2B5EF4-FFF2-40B4-BE49-F238E27FC236}">
                <a16:creationId xmlns:a16="http://schemas.microsoft.com/office/drawing/2014/main" id="{EF671706-72B7-D800-4D2E-DF359E32E0DE}"/>
              </a:ext>
            </a:extLst>
          </p:cNvPr>
          <p:cNvGrpSpPr/>
          <p:nvPr/>
        </p:nvGrpSpPr>
        <p:grpSpPr>
          <a:xfrm>
            <a:off x="9227248" y="4663374"/>
            <a:ext cx="2516354" cy="1690576"/>
            <a:chOff x="9311918" y="3278271"/>
            <a:chExt cx="2516354" cy="1690576"/>
          </a:xfrm>
        </p:grpSpPr>
        <p:graphicFrame>
          <p:nvGraphicFramePr>
            <p:cNvPr id="53" name="Chart 52">
              <a:extLst>
                <a:ext uri="{FF2B5EF4-FFF2-40B4-BE49-F238E27FC236}">
                  <a16:creationId xmlns:a16="http://schemas.microsoft.com/office/drawing/2014/main" id="{AEC95B35-9A18-75B1-E4A8-5DE533F66529}"/>
                </a:ext>
              </a:extLst>
            </p:cNvPr>
            <p:cNvGraphicFramePr/>
            <p:nvPr>
              <p:extLst>
                <p:ext uri="{D42A27DB-BD31-4B8C-83A1-F6EECF244321}">
                  <p14:modId xmlns:p14="http://schemas.microsoft.com/office/powerpoint/2010/main" val="3506715225"/>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56" name="TextBox 55">
              <a:extLst>
                <a:ext uri="{FF2B5EF4-FFF2-40B4-BE49-F238E27FC236}">
                  <a16:creationId xmlns:a16="http://schemas.microsoft.com/office/drawing/2014/main" id="{38419D02-A7A4-E762-9231-958091C9C03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94%</a:t>
              </a:r>
            </a:p>
          </p:txBody>
        </p:sp>
      </p:grpSp>
      <p:graphicFrame>
        <p:nvGraphicFramePr>
          <p:cNvPr id="60" name="Chart 59">
            <a:extLst>
              <a:ext uri="{FF2B5EF4-FFF2-40B4-BE49-F238E27FC236}">
                <a16:creationId xmlns:a16="http://schemas.microsoft.com/office/drawing/2014/main" id="{9F5B09DF-6827-C558-4466-1E92935EC8B7}"/>
              </a:ext>
            </a:extLst>
          </p:cNvPr>
          <p:cNvGraphicFramePr/>
          <p:nvPr>
            <p:extLst>
              <p:ext uri="{D42A27DB-BD31-4B8C-83A1-F6EECF244321}">
                <p14:modId xmlns:p14="http://schemas.microsoft.com/office/powerpoint/2010/main" val="1277530312"/>
              </p:ext>
            </p:extLst>
          </p:nvPr>
        </p:nvGraphicFramePr>
        <p:xfrm>
          <a:off x="833957" y="4857293"/>
          <a:ext cx="4775527" cy="1056187"/>
        </p:xfrm>
        <a:graphic>
          <a:graphicData uri="http://schemas.openxmlformats.org/drawingml/2006/chart">
            <c:chart xmlns:c="http://schemas.openxmlformats.org/drawingml/2006/chart" xmlns:r="http://schemas.openxmlformats.org/officeDocument/2006/relationships" r:id="rId7"/>
          </a:graphicData>
        </a:graphic>
      </p:graphicFrame>
      <p:sp>
        <p:nvSpPr>
          <p:cNvPr id="62" name="TextBox 61">
            <a:extLst>
              <a:ext uri="{FF2B5EF4-FFF2-40B4-BE49-F238E27FC236}">
                <a16:creationId xmlns:a16="http://schemas.microsoft.com/office/drawing/2014/main" id="{A61815C1-89BB-4685-3487-3A2948C8930E}"/>
              </a:ext>
            </a:extLst>
          </p:cNvPr>
          <p:cNvSpPr txBox="1"/>
          <p:nvPr/>
        </p:nvSpPr>
        <p:spPr>
          <a:xfrm>
            <a:off x="9321345" y="1571742"/>
            <a:ext cx="1932851" cy="400110"/>
          </a:xfrm>
          <a:prstGeom prst="rect">
            <a:avLst/>
          </a:prstGeom>
          <a:noFill/>
        </p:spPr>
        <p:txBody>
          <a:bodyPr wrap="square">
            <a:spAutoFit/>
          </a:bodyPr>
          <a:lstStyle/>
          <a:p>
            <a:r>
              <a:rPr lang="ar-EG" sz="2000" b="1" dirty="0"/>
              <a:t>سهولة الوصول</a:t>
            </a:r>
          </a:p>
        </p:txBody>
      </p:sp>
      <p:grpSp>
        <p:nvGrpSpPr>
          <p:cNvPr id="64" name="Group 63">
            <a:extLst>
              <a:ext uri="{FF2B5EF4-FFF2-40B4-BE49-F238E27FC236}">
                <a16:creationId xmlns:a16="http://schemas.microsoft.com/office/drawing/2014/main" id="{2B3299D4-48BB-D01E-364A-5042256A81FC}"/>
              </a:ext>
            </a:extLst>
          </p:cNvPr>
          <p:cNvGrpSpPr/>
          <p:nvPr/>
        </p:nvGrpSpPr>
        <p:grpSpPr>
          <a:xfrm>
            <a:off x="9227248" y="2152183"/>
            <a:ext cx="2516354" cy="1690576"/>
            <a:chOff x="9311918" y="3278271"/>
            <a:chExt cx="2516354" cy="1690576"/>
          </a:xfrm>
        </p:grpSpPr>
        <p:graphicFrame>
          <p:nvGraphicFramePr>
            <p:cNvPr id="65" name="Chart 64">
              <a:extLst>
                <a:ext uri="{FF2B5EF4-FFF2-40B4-BE49-F238E27FC236}">
                  <a16:creationId xmlns:a16="http://schemas.microsoft.com/office/drawing/2014/main" id="{8F7888C3-689F-36C0-015F-1561CDC9F709}"/>
                </a:ext>
              </a:extLst>
            </p:cNvPr>
            <p:cNvGraphicFramePr/>
            <p:nvPr>
              <p:extLst>
                <p:ext uri="{D42A27DB-BD31-4B8C-83A1-F6EECF244321}">
                  <p14:modId xmlns:p14="http://schemas.microsoft.com/office/powerpoint/2010/main" val="385400291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66" name="TextBox 65">
              <a:extLst>
                <a:ext uri="{FF2B5EF4-FFF2-40B4-BE49-F238E27FC236}">
                  <a16:creationId xmlns:a16="http://schemas.microsoft.com/office/drawing/2014/main" id="{81B09CA5-662B-DF48-52B1-8A32C0ABB8B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90%</a:t>
              </a:r>
            </a:p>
          </p:txBody>
        </p:sp>
      </p:grpSp>
    </p:spTree>
    <p:extLst>
      <p:ext uri="{BB962C8B-B14F-4D97-AF65-F5344CB8AC3E}">
        <p14:creationId xmlns:p14="http://schemas.microsoft.com/office/powerpoint/2010/main" val="1750205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EB93-1199-35B4-28F3-5699A56D54F8}"/>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85728E3-DD49-6ABD-96E9-53C554EB0B74}"/>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CF1AFB04-0ECD-1764-A70E-8138EDBA538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BCE09657-D90A-A07D-2A1F-2967D416A3E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608B6766-0460-FC16-A4BA-2F213AABFFDB}"/>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1,167</a:t>
            </a:r>
          </a:p>
        </p:txBody>
      </p:sp>
      <p:pic>
        <p:nvPicPr>
          <p:cNvPr id="63" name="Picture 2" descr="Mobile phone ">
            <a:extLst>
              <a:ext uri="{FF2B5EF4-FFF2-40B4-BE49-F238E27FC236}">
                <a16:creationId xmlns:a16="http://schemas.microsoft.com/office/drawing/2014/main" id="{A7B18F10-36F7-0C03-E306-1C448794B3D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A174162-778D-405F-CB04-6C1D8B0F35E3}"/>
              </a:ext>
            </a:extLst>
          </p:cNvPr>
          <p:cNvSpPr txBox="1"/>
          <p:nvPr/>
        </p:nvSpPr>
        <p:spPr>
          <a:xfrm>
            <a:off x="7570381" y="244463"/>
            <a:ext cx="4425684"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سهولة الاستخدام</a:t>
            </a:r>
          </a:p>
        </p:txBody>
      </p:sp>
      <p:sp>
        <p:nvSpPr>
          <p:cNvPr id="3" name="TextBox 2">
            <a:extLst>
              <a:ext uri="{FF2B5EF4-FFF2-40B4-BE49-F238E27FC236}">
                <a16:creationId xmlns:a16="http://schemas.microsoft.com/office/drawing/2014/main" id="{85686411-8920-BAEE-08E1-A90B280D5E1A}"/>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lvl="0">
              <a:defRPr/>
            </a:pPr>
            <a:r>
              <a:rPr lang="ar-AE" sz="1400" dirty="0"/>
              <a:t>عند تقييم </a:t>
            </a:r>
            <a:r>
              <a:rPr lang="ar-AE" sz="1400" b="1" dirty="0"/>
              <a:t>سهولة الاستخدام </a:t>
            </a:r>
            <a:r>
              <a:rPr lang="ar-AE" sz="1400" dirty="0"/>
              <a:t>في</a:t>
            </a:r>
            <a:r>
              <a:rPr lang="ar-AE" sz="1400" b="1" dirty="0"/>
              <a:t> </a:t>
            </a:r>
            <a:r>
              <a:rPr lang="ar-AE" sz="1400" dirty="0"/>
              <a:t>تطبيق الهاتف الذكي، </a:t>
            </a:r>
            <a:r>
              <a:rPr kumimoji="0" lang="ar-AE" sz="1400" i="0" u="none" strike="noStrike" kern="1200" cap="none" spc="0" normalizeH="0" baseline="0" noProof="0" dirty="0">
                <a:ln>
                  <a:noFill/>
                </a:ln>
                <a:solidFill>
                  <a:srgbClr val="414141"/>
                </a:solidFill>
                <a:effectLst/>
                <a:uLnTx/>
                <a:uFillTx/>
                <a:latin typeface="Arial"/>
                <a:ea typeface="+mn-ea"/>
                <a:cs typeface="+mn-cs"/>
              </a:rPr>
              <a:t>كانت أهم </a:t>
            </a:r>
            <a:r>
              <a:rPr kumimoji="0" lang="ar-EG" sz="1400" i="0" u="none" strike="noStrike" kern="1200" cap="none" spc="0" normalizeH="0" baseline="0" noProof="0" dirty="0">
                <a:ln>
                  <a:noFill/>
                </a:ln>
                <a:solidFill>
                  <a:srgbClr val="414141"/>
                </a:solidFill>
                <a:effectLst/>
                <a:uLnTx/>
                <a:uFillTx/>
                <a:latin typeface="Arial"/>
                <a:ea typeface="+mn-ea"/>
                <a:cs typeface="+mn-cs"/>
              </a:rPr>
              <a:t>فرص التحسين </a:t>
            </a:r>
            <a:r>
              <a:rPr lang="ar-AE" sz="1400" dirty="0">
                <a:solidFill>
                  <a:srgbClr val="414141"/>
                </a:solidFill>
                <a:latin typeface="Arial"/>
              </a:rPr>
              <a:t>المتعلقة بسهولة الاستخدام </a:t>
            </a:r>
            <a:r>
              <a:rPr kumimoji="0" lang="ar-AE" sz="1400" i="0" u="none" strike="noStrike" kern="1200" cap="none" spc="0" normalizeH="0" baseline="0" noProof="0" dirty="0">
                <a:ln>
                  <a:noFill/>
                </a:ln>
                <a:solidFill>
                  <a:srgbClr val="414141"/>
                </a:solidFill>
                <a:effectLst/>
                <a:uLnTx/>
                <a:uFillTx/>
                <a:latin typeface="Arial"/>
                <a:ea typeface="+mn-ea"/>
                <a:cs typeface="+mn-cs"/>
              </a:rPr>
              <a:t>حول </a:t>
            </a:r>
            <a:r>
              <a:rPr lang="ar-AE" sz="1400" b="1" dirty="0">
                <a:solidFill>
                  <a:srgbClr val="414141"/>
                </a:solidFill>
              </a:rPr>
              <a:t>التواصل مع الدعم الفني </a:t>
            </a:r>
            <a:r>
              <a:rPr lang="ar-AE" sz="1400" dirty="0">
                <a:solidFill>
                  <a:srgbClr val="414141"/>
                </a:solidFill>
              </a:rPr>
              <a:t>في حال واجه المتعامل أي مشكلة.</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9" name="TextBox 8">
            <a:extLst>
              <a:ext uri="{FF2B5EF4-FFF2-40B4-BE49-F238E27FC236}">
                <a16:creationId xmlns:a16="http://schemas.microsoft.com/office/drawing/2014/main" id="{6E22E49B-8765-AFF2-6FD0-166E7432097E}"/>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7" name="Table 6">
            <a:extLst>
              <a:ext uri="{FF2B5EF4-FFF2-40B4-BE49-F238E27FC236}">
                <a16:creationId xmlns:a16="http://schemas.microsoft.com/office/drawing/2014/main" id="{2D7509C3-61AA-EF6C-821D-06497B41E1B1}"/>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4" name="Table 3">
            <a:extLst>
              <a:ext uri="{FF2B5EF4-FFF2-40B4-BE49-F238E27FC236}">
                <a16:creationId xmlns:a16="http://schemas.microsoft.com/office/drawing/2014/main" id="{E297BEB4-6837-6F5E-E408-519C5ADE2FE3}"/>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graphicFrame>
        <p:nvGraphicFramePr>
          <p:cNvPr id="5" name="Chart 4">
            <a:extLst>
              <a:ext uri="{FF2B5EF4-FFF2-40B4-BE49-F238E27FC236}">
                <a16:creationId xmlns:a16="http://schemas.microsoft.com/office/drawing/2014/main" id="{2F7E9E5D-7E9F-2450-AC06-7E52D66D8884}"/>
              </a:ext>
            </a:extLst>
          </p:cNvPr>
          <p:cNvGraphicFramePr/>
          <p:nvPr>
            <p:extLst>
              <p:ext uri="{D42A27DB-BD31-4B8C-83A1-F6EECF244321}">
                <p14:modId xmlns:p14="http://schemas.microsoft.com/office/powerpoint/2010/main" val="138519424"/>
              </p:ext>
            </p:extLst>
          </p:nvPr>
        </p:nvGraphicFramePr>
        <p:xfrm>
          <a:off x="833957" y="1920429"/>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6" name="Group 5">
            <a:extLst>
              <a:ext uri="{FF2B5EF4-FFF2-40B4-BE49-F238E27FC236}">
                <a16:creationId xmlns:a16="http://schemas.microsoft.com/office/drawing/2014/main" id="{FE43BE07-CA57-FC68-6DCA-761B0AD16FE6}"/>
              </a:ext>
            </a:extLst>
          </p:cNvPr>
          <p:cNvGrpSpPr/>
          <p:nvPr/>
        </p:nvGrpSpPr>
        <p:grpSpPr>
          <a:xfrm>
            <a:off x="5842656" y="2341675"/>
            <a:ext cx="3761012" cy="367951"/>
            <a:chOff x="5842656" y="2522956"/>
            <a:chExt cx="3761012" cy="367951"/>
          </a:xfrm>
        </p:grpSpPr>
        <p:sp>
          <p:nvSpPr>
            <p:cNvPr id="8" name="Rectangle 1">
              <a:extLst>
                <a:ext uri="{FF2B5EF4-FFF2-40B4-BE49-F238E27FC236}">
                  <a16:creationId xmlns:a16="http://schemas.microsoft.com/office/drawing/2014/main" id="{54839BA8-D60B-B42F-85F6-9F14271D8F8D}"/>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 من السهل الدفع للحصول على الخدمة المطلوبة</a:t>
              </a:r>
            </a:p>
          </p:txBody>
        </p:sp>
        <p:sp>
          <p:nvSpPr>
            <p:cNvPr id="11" name="Rectangle: Rounded Corners 10">
              <a:extLst>
                <a:ext uri="{FF2B5EF4-FFF2-40B4-BE49-F238E27FC236}">
                  <a16:creationId xmlns:a16="http://schemas.microsoft.com/office/drawing/2014/main" id="{7B66C721-50AA-8EF8-B497-AC80AB9F910F}"/>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12" name="Group 11">
            <a:extLst>
              <a:ext uri="{FF2B5EF4-FFF2-40B4-BE49-F238E27FC236}">
                <a16:creationId xmlns:a16="http://schemas.microsoft.com/office/drawing/2014/main" id="{AE94C72E-6686-C841-0657-114EAA7CB315}"/>
              </a:ext>
            </a:extLst>
          </p:cNvPr>
          <p:cNvGrpSpPr/>
          <p:nvPr/>
        </p:nvGrpSpPr>
        <p:grpSpPr>
          <a:xfrm>
            <a:off x="5842656" y="3129664"/>
            <a:ext cx="3761013" cy="367951"/>
            <a:chOff x="5842656" y="3301320"/>
            <a:chExt cx="3761013" cy="367951"/>
          </a:xfrm>
        </p:grpSpPr>
        <p:sp>
          <p:nvSpPr>
            <p:cNvPr id="13" name="Rectangle 1">
              <a:extLst>
                <a:ext uri="{FF2B5EF4-FFF2-40B4-BE49-F238E27FC236}">
                  <a16:creationId xmlns:a16="http://schemas.microsoft.com/office/drawing/2014/main" id="{C8A62868-0A04-505C-EA40-F3E6122237A1}"/>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كانت إجراءات الخدمة بشكل عام بسيطة وسهلة</a:t>
              </a:r>
            </a:p>
          </p:txBody>
        </p:sp>
        <p:sp>
          <p:nvSpPr>
            <p:cNvPr id="15" name="Rectangle: Rounded Corners 14">
              <a:extLst>
                <a:ext uri="{FF2B5EF4-FFF2-40B4-BE49-F238E27FC236}">
                  <a16:creationId xmlns:a16="http://schemas.microsoft.com/office/drawing/2014/main" id="{F0BA09A1-350F-EC4F-3756-6E59FF38ED3F}"/>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18" name="Group 17">
            <a:extLst>
              <a:ext uri="{FF2B5EF4-FFF2-40B4-BE49-F238E27FC236}">
                <a16:creationId xmlns:a16="http://schemas.microsoft.com/office/drawing/2014/main" id="{0038FAF8-E1D5-8762-D8AD-2CD1D0A9CE2A}"/>
              </a:ext>
            </a:extLst>
          </p:cNvPr>
          <p:cNvGrpSpPr/>
          <p:nvPr/>
        </p:nvGrpSpPr>
        <p:grpSpPr>
          <a:xfrm>
            <a:off x="5842656" y="3895810"/>
            <a:ext cx="3761013" cy="430887"/>
            <a:chOff x="5842656" y="4048216"/>
            <a:chExt cx="3761013" cy="430887"/>
          </a:xfrm>
        </p:grpSpPr>
        <p:sp>
          <p:nvSpPr>
            <p:cNvPr id="19" name="Rectangle 1">
              <a:extLst>
                <a:ext uri="{FF2B5EF4-FFF2-40B4-BE49-F238E27FC236}">
                  <a16:creationId xmlns:a16="http://schemas.microsoft.com/office/drawing/2014/main" id="{A97A41D6-E42B-CB93-759E-F3514164FADE}"/>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latin typeface="Arial"/>
                </a:rPr>
                <a:t>واجهة الخدمة </a:t>
              </a:r>
              <a:r>
                <a:rPr lang="ar-AE" altLang="en-US" sz="1100" b="1" dirty="0">
                  <a:solidFill>
                    <a:prstClr val="black"/>
                  </a:solidFill>
                  <a:latin typeface="Arial"/>
                </a:rPr>
                <a:t>ل</a:t>
              </a:r>
              <a:r>
                <a:rPr lang="ar-SA" altLang="en-US" sz="1100" b="1" dirty="0">
                  <a:solidFill>
                    <a:prstClr val="black"/>
                  </a:solidFill>
                </a:rPr>
                <a:t> تطبيق الهاتف </a:t>
              </a:r>
              <a:r>
                <a:rPr lang="ar-AE" altLang="en-US" sz="1100" b="1" dirty="0">
                  <a:solidFill>
                    <a:prstClr val="black"/>
                  </a:solidFill>
                </a:rPr>
                <a:t>الذكي </a:t>
              </a:r>
              <a:r>
                <a:rPr lang="ar-SA" altLang="en-US" sz="1100" b="1" dirty="0">
                  <a:solidFill>
                    <a:prstClr val="black"/>
                  </a:solidFill>
                  <a:latin typeface="Arial"/>
                </a:rPr>
                <a:t>جذابة وسهلة الاستخدام</a:t>
              </a:r>
            </a:p>
          </p:txBody>
        </p:sp>
        <p:sp>
          <p:nvSpPr>
            <p:cNvPr id="20" name="Rectangle: Rounded Corners 19">
              <a:extLst>
                <a:ext uri="{FF2B5EF4-FFF2-40B4-BE49-F238E27FC236}">
                  <a16:creationId xmlns:a16="http://schemas.microsoft.com/office/drawing/2014/main" id="{550CA296-8A42-90C6-4235-78531A9B2A32}"/>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21" name="Group 20">
            <a:extLst>
              <a:ext uri="{FF2B5EF4-FFF2-40B4-BE49-F238E27FC236}">
                <a16:creationId xmlns:a16="http://schemas.microsoft.com/office/drawing/2014/main" id="{1383DF50-B08A-360B-E6C4-F052645DC8D1}"/>
              </a:ext>
            </a:extLst>
          </p:cNvPr>
          <p:cNvGrpSpPr/>
          <p:nvPr/>
        </p:nvGrpSpPr>
        <p:grpSpPr>
          <a:xfrm>
            <a:off x="5842656" y="4715267"/>
            <a:ext cx="3761013" cy="367951"/>
            <a:chOff x="5842656" y="4858048"/>
            <a:chExt cx="3761013" cy="367951"/>
          </a:xfrm>
        </p:grpSpPr>
        <p:sp>
          <p:nvSpPr>
            <p:cNvPr id="23" name="Rectangle 1">
              <a:extLst>
                <a:ext uri="{FF2B5EF4-FFF2-40B4-BE49-F238E27FC236}">
                  <a16:creationId xmlns:a16="http://schemas.microsoft.com/office/drawing/2014/main" id="{8AD34256-D6BC-1B8A-232B-ABD18C4B20AE}"/>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تتبع حالة الطلب</a:t>
              </a:r>
            </a:p>
          </p:txBody>
        </p:sp>
        <p:sp>
          <p:nvSpPr>
            <p:cNvPr id="24" name="Rectangle: Rounded Corners 23">
              <a:extLst>
                <a:ext uri="{FF2B5EF4-FFF2-40B4-BE49-F238E27FC236}">
                  <a16:creationId xmlns:a16="http://schemas.microsoft.com/office/drawing/2014/main" id="{106B16EF-A75A-32C9-D0DF-80F377786D90}"/>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25" name="Group 24">
            <a:extLst>
              <a:ext uri="{FF2B5EF4-FFF2-40B4-BE49-F238E27FC236}">
                <a16:creationId xmlns:a16="http://schemas.microsoft.com/office/drawing/2014/main" id="{D1E46718-E9B9-0189-F6BC-E7FE8E3CD80D}"/>
              </a:ext>
            </a:extLst>
          </p:cNvPr>
          <p:cNvGrpSpPr/>
          <p:nvPr/>
        </p:nvGrpSpPr>
        <p:grpSpPr>
          <a:xfrm>
            <a:off x="5842656" y="5512882"/>
            <a:ext cx="3761012" cy="367951"/>
            <a:chOff x="5842656" y="5636413"/>
            <a:chExt cx="3761012" cy="367951"/>
          </a:xfrm>
        </p:grpSpPr>
        <p:sp>
          <p:nvSpPr>
            <p:cNvPr id="26" name="Rectangle 1">
              <a:extLst>
                <a:ext uri="{FF2B5EF4-FFF2-40B4-BE49-F238E27FC236}">
                  <a16:creationId xmlns:a16="http://schemas.microsoft.com/office/drawing/2014/main" id="{F03DB4C8-4803-8890-F520-883E762FA904}"/>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الوصول إلى الدعم الفني عند الحاجة</a:t>
              </a:r>
            </a:p>
          </p:txBody>
        </p:sp>
        <p:sp>
          <p:nvSpPr>
            <p:cNvPr id="27" name="Rectangle: Rounded Corners 26">
              <a:extLst>
                <a:ext uri="{FF2B5EF4-FFF2-40B4-BE49-F238E27FC236}">
                  <a16:creationId xmlns:a16="http://schemas.microsoft.com/office/drawing/2014/main" id="{1072C5E1-3558-F55B-DC6E-867EDA719E15}"/>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88%</a:t>
              </a:r>
            </a:p>
          </p:txBody>
        </p:sp>
      </p:grpSp>
      <p:grpSp>
        <p:nvGrpSpPr>
          <p:cNvPr id="31" name="Group 30">
            <a:extLst>
              <a:ext uri="{FF2B5EF4-FFF2-40B4-BE49-F238E27FC236}">
                <a16:creationId xmlns:a16="http://schemas.microsoft.com/office/drawing/2014/main" id="{7D4F7BD7-BCE2-C62F-12EC-1519C2DE8AC5}"/>
              </a:ext>
            </a:extLst>
          </p:cNvPr>
          <p:cNvGrpSpPr/>
          <p:nvPr/>
        </p:nvGrpSpPr>
        <p:grpSpPr>
          <a:xfrm>
            <a:off x="9227248" y="3277875"/>
            <a:ext cx="2516354" cy="1690576"/>
            <a:chOff x="9311918" y="3278271"/>
            <a:chExt cx="2516354" cy="1690576"/>
          </a:xfrm>
        </p:grpSpPr>
        <p:graphicFrame>
          <p:nvGraphicFramePr>
            <p:cNvPr id="33" name="Chart 32">
              <a:extLst>
                <a:ext uri="{FF2B5EF4-FFF2-40B4-BE49-F238E27FC236}">
                  <a16:creationId xmlns:a16="http://schemas.microsoft.com/office/drawing/2014/main" id="{031A7AF1-DB1C-D101-F86D-922F28EC247A}"/>
                </a:ext>
              </a:extLst>
            </p:cNvPr>
            <p:cNvGraphicFramePr/>
            <p:nvPr>
              <p:extLst>
                <p:ext uri="{D42A27DB-BD31-4B8C-83A1-F6EECF244321}">
                  <p14:modId xmlns:p14="http://schemas.microsoft.com/office/powerpoint/2010/main" val="42339798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34" name="TextBox 33">
              <a:extLst>
                <a:ext uri="{FF2B5EF4-FFF2-40B4-BE49-F238E27FC236}">
                  <a16:creationId xmlns:a16="http://schemas.microsoft.com/office/drawing/2014/main" id="{B23FC8B4-295D-D77F-F076-23AEAE42C57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
        <p:nvSpPr>
          <p:cNvPr id="35" name="TextBox 34">
            <a:extLst>
              <a:ext uri="{FF2B5EF4-FFF2-40B4-BE49-F238E27FC236}">
                <a16:creationId xmlns:a16="http://schemas.microsoft.com/office/drawing/2014/main" id="{5D5B08AD-8A7B-0E97-DDCF-1A51AC9862EE}"/>
              </a:ext>
            </a:extLst>
          </p:cNvPr>
          <p:cNvSpPr txBox="1"/>
          <p:nvPr/>
        </p:nvSpPr>
        <p:spPr>
          <a:xfrm>
            <a:off x="9321345" y="1571742"/>
            <a:ext cx="1932851" cy="400110"/>
          </a:xfrm>
          <a:prstGeom prst="rect">
            <a:avLst/>
          </a:prstGeom>
          <a:noFill/>
        </p:spPr>
        <p:txBody>
          <a:bodyPr wrap="square">
            <a:spAutoFit/>
          </a:bodyPr>
          <a:lstStyle/>
          <a:p>
            <a:r>
              <a:rPr lang="ar-EG" sz="2000" b="1" dirty="0"/>
              <a:t>سهولة الاستخدام</a:t>
            </a:r>
          </a:p>
        </p:txBody>
      </p:sp>
    </p:spTree>
    <p:extLst>
      <p:ext uri="{BB962C8B-B14F-4D97-AF65-F5344CB8AC3E}">
        <p14:creationId xmlns:p14="http://schemas.microsoft.com/office/powerpoint/2010/main" val="4094234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8F26-DD82-3448-E748-912FE824252C}"/>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F55C6CF-5427-1432-E383-73D8E0B8C1FB}"/>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75F5E1B1-AEA3-B807-54C7-7A8E1B4E31E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42CCBDF3-4558-EF02-AB78-07D494A2D87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B5DD3951-E329-60DB-66EA-3035D24F2E59}"/>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1,167</a:t>
            </a:r>
          </a:p>
        </p:txBody>
      </p:sp>
      <p:pic>
        <p:nvPicPr>
          <p:cNvPr id="63" name="Picture 2" descr="Mobile phone ">
            <a:extLst>
              <a:ext uri="{FF2B5EF4-FFF2-40B4-BE49-F238E27FC236}">
                <a16:creationId xmlns:a16="http://schemas.microsoft.com/office/drawing/2014/main" id="{BAA79560-5B72-5F15-0289-6EC1FDA388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923E1D-7932-B0E3-6B8D-B0FB2325F97C}"/>
              </a:ext>
            </a:extLst>
          </p:cNvPr>
          <p:cNvSpPr txBox="1"/>
          <p:nvPr/>
        </p:nvSpPr>
        <p:spPr>
          <a:xfrm>
            <a:off x="4986867" y="244463"/>
            <a:ext cx="7009197" cy="523220"/>
          </a:xfrm>
          <a:prstGeom prst="rect">
            <a:avLst/>
          </a:prstGeom>
          <a:noFill/>
        </p:spPr>
        <p:txBody>
          <a:bodyPr wrap="square" rtlCol="0">
            <a:spAutoFit/>
          </a:bodyPr>
          <a:lstStyle/>
          <a:p>
            <a:pPr lvl="0">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AE" sz="2800" b="0" i="0" u="none" strike="noStrike" kern="1200" cap="none" spc="0" normalizeH="0" baseline="0" noProof="0" dirty="0">
                <a:ln>
                  <a:noFill/>
                </a:ln>
                <a:solidFill>
                  <a:srgbClr val="414141"/>
                </a:solidFill>
                <a:effectLst/>
                <a:uLnTx/>
                <a:uFillTx/>
                <a:latin typeface="Arial"/>
                <a:ea typeface="+mn-ea"/>
                <a:cs typeface="+mn-cs"/>
              </a:rPr>
              <a:t>سرعة تقديم الخدمة / </a:t>
            </a:r>
            <a:r>
              <a:rPr lang="ar-EG" sz="2800" dirty="0">
                <a:solidFill>
                  <a:srgbClr val="414141"/>
                </a:solidFill>
              </a:rPr>
              <a:t>خصوصية المتعامل</a:t>
            </a:r>
            <a:endParaRPr kumimoji="0" lang="ar-AE" sz="2800" b="0" i="0" u="none" strike="noStrike" kern="1200" cap="none" spc="0" normalizeH="0" baseline="0" noProof="0" dirty="0">
              <a:ln>
                <a:noFill/>
              </a:ln>
              <a:solidFill>
                <a:srgbClr val="414141"/>
              </a:solidFill>
              <a:effectLst/>
              <a:uLnTx/>
              <a:uFillTx/>
              <a:latin typeface="Arial"/>
              <a:ea typeface="+mn-ea"/>
              <a:cs typeface="+mn-cs"/>
            </a:endParaRPr>
          </a:p>
        </p:txBody>
      </p:sp>
      <p:sp>
        <p:nvSpPr>
          <p:cNvPr id="5" name="TextBox 4">
            <a:extLst>
              <a:ext uri="{FF2B5EF4-FFF2-40B4-BE49-F238E27FC236}">
                <a16:creationId xmlns:a16="http://schemas.microsoft.com/office/drawing/2014/main" id="{D582805D-CD73-0C20-61CE-43DAB55A38E0}"/>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lang="ar-AE" sz="1400" dirty="0"/>
              <a:t>فيما يتعلق </a:t>
            </a:r>
            <a:r>
              <a:rPr lang="ar-AE" sz="1400" b="1" dirty="0"/>
              <a:t>بسرعة تقديم الخدمة</a:t>
            </a:r>
            <a:r>
              <a:rPr lang="ar-AE" sz="1400" dirty="0"/>
              <a:t>، أفاد المتعامل بأنه تم تقديم طلب الخدمة واستلامها خلال فترة زمنية معقولة</a:t>
            </a:r>
            <a:r>
              <a:rPr lang="ar-AE" sz="1400" b="1" dirty="0"/>
              <a:t>. و</a:t>
            </a:r>
            <a:r>
              <a:rPr lang="ar-AE" sz="1400" dirty="0"/>
              <a:t>بالنسبة </a:t>
            </a:r>
            <a:r>
              <a:rPr lang="ar-AE" sz="1400" b="1" dirty="0"/>
              <a:t>لخصوصية المتعامل </a:t>
            </a:r>
            <a:r>
              <a:rPr lang="ar-AE" sz="1400" dirty="0"/>
              <a:t>أثناء استخدام تطبيق الهاتف الذكي، كان هناك إجماع على أن التطبيق آمن ويوفر مستوى عالٍ من الحماية.</a:t>
            </a:r>
            <a:r>
              <a:rPr lang="ar-AE" sz="1400" dirty="0">
                <a:solidFill>
                  <a:srgbClr val="414141"/>
                </a:solidFill>
                <a:latin typeface="Arial"/>
              </a:rPr>
              <a:t> </a:t>
            </a:r>
            <a:endParaRPr lang="ar-AE" sz="1400" b="1" dirty="0"/>
          </a:p>
        </p:txBody>
      </p:sp>
      <p:sp>
        <p:nvSpPr>
          <p:cNvPr id="6" name="TextBox 5">
            <a:extLst>
              <a:ext uri="{FF2B5EF4-FFF2-40B4-BE49-F238E27FC236}">
                <a16:creationId xmlns:a16="http://schemas.microsoft.com/office/drawing/2014/main" id="{CDB601EC-00CB-62AA-AA06-475A5629225D}"/>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3" name="Table 2">
            <a:extLst>
              <a:ext uri="{FF2B5EF4-FFF2-40B4-BE49-F238E27FC236}">
                <a16:creationId xmlns:a16="http://schemas.microsoft.com/office/drawing/2014/main" id="{9FD0CDCA-F22A-3A11-E0E3-8468A581537F}"/>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76" name="Group 75">
            <a:extLst>
              <a:ext uri="{FF2B5EF4-FFF2-40B4-BE49-F238E27FC236}">
                <a16:creationId xmlns:a16="http://schemas.microsoft.com/office/drawing/2014/main" id="{289FDD9B-5231-B54A-E554-195497AB5BE7}"/>
              </a:ext>
            </a:extLst>
          </p:cNvPr>
          <p:cNvGrpSpPr/>
          <p:nvPr/>
        </p:nvGrpSpPr>
        <p:grpSpPr>
          <a:xfrm>
            <a:off x="5842656" y="5091031"/>
            <a:ext cx="3761013" cy="430887"/>
            <a:chOff x="5842656" y="3269852"/>
            <a:chExt cx="3761013" cy="430887"/>
          </a:xfrm>
        </p:grpSpPr>
        <p:sp>
          <p:nvSpPr>
            <p:cNvPr id="77" name="Rectangle 1">
              <a:extLst>
                <a:ext uri="{FF2B5EF4-FFF2-40B4-BE49-F238E27FC236}">
                  <a16:creationId xmlns:a16="http://schemas.microsoft.com/office/drawing/2014/main" id="{983D2172-9EA3-4746-515A-9028A6A3C17E}"/>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أثق أن المعلومات الشخصية المقدمة لوزارة الصحة ستعامل بسرية.</a:t>
              </a:r>
            </a:p>
          </p:txBody>
        </p:sp>
        <p:sp>
          <p:nvSpPr>
            <p:cNvPr id="78" name="Rectangle: Rounded Corners 77">
              <a:extLst>
                <a:ext uri="{FF2B5EF4-FFF2-40B4-BE49-F238E27FC236}">
                  <a16:creationId xmlns:a16="http://schemas.microsoft.com/office/drawing/2014/main" id="{51C5635D-A975-74B5-E73B-ABF94EC2D32B}"/>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sp>
        <p:nvSpPr>
          <p:cNvPr id="79" name="TextBox 78">
            <a:extLst>
              <a:ext uri="{FF2B5EF4-FFF2-40B4-BE49-F238E27FC236}">
                <a16:creationId xmlns:a16="http://schemas.microsoft.com/office/drawing/2014/main" id="{4B3EA543-C469-9352-E72C-1451CBCE43E0}"/>
              </a:ext>
            </a:extLst>
          </p:cNvPr>
          <p:cNvSpPr txBox="1"/>
          <p:nvPr/>
        </p:nvSpPr>
        <p:spPr>
          <a:xfrm>
            <a:off x="9321345" y="4085643"/>
            <a:ext cx="1932851" cy="400110"/>
          </a:xfrm>
          <a:prstGeom prst="rect">
            <a:avLst/>
          </a:prstGeom>
          <a:noFill/>
        </p:spPr>
        <p:txBody>
          <a:bodyPr wrap="square">
            <a:spAutoFit/>
          </a:bodyPr>
          <a:lstStyle/>
          <a:p>
            <a:r>
              <a:rPr lang="ar-EG" sz="2000" b="1" dirty="0"/>
              <a:t>خصوصية المتعامل</a:t>
            </a:r>
          </a:p>
        </p:txBody>
      </p:sp>
      <p:grpSp>
        <p:nvGrpSpPr>
          <p:cNvPr id="80" name="Group 79">
            <a:extLst>
              <a:ext uri="{FF2B5EF4-FFF2-40B4-BE49-F238E27FC236}">
                <a16:creationId xmlns:a16="http://schemas.microsoft.com/office/drawing/2014/main" id="{89D1C5EF-A58A-C983-58BF-E068CC176894}"/>
              </a:ext>
            </a:extLst>
          </p:cNvPr>
          <p:cNvGrpSpPr/>
          <p:nvPr/>
        </p:nvGrpSpPr>
        <p:grpSpPr>
          <a:xfrm>
            <a:off x="9227248" y="4481212"/>
            <a:ext cx="2516354" cy="1690576"/>
            <a:chOff x="9311918" y="3278271"/>
            <a:chExt cx="2516354" cy="1690576"/>
          </a:xfrm>
        </p:grpSpPr>
        <p:graphicFrame>
          <p:nvGraphicFramePr>
            <p:cNvPr id="81" name="Chart 80">
              <a:extLst>
                <a:ext uri="{FF2B5EF4-FFF2-40B4-BE49-F238E27FC236}">
                  <a16:creationId xmlns:a16="http://schemas.microsoft.com/office/drawing/2014/main" id="{C68FBF5E-FAD3-8E6F-9962-821D81BFA5CB}"/>
                </a:ext>
              </a:extLst>
            </p:cNvPr>
            <p:cNvGraphicFramePr/>
            <p:nvPr>
              <p:extLst>
                <p:ext uri="{D42A27DB-BD31-4B8C-83A1-F6EECF244321}">
                  <p14:modId xmlns:p14="http://schemas.microsoft.com/office/powerpoint/2010/main" val="87625176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82" name="TextBox 81">
              <a:extLst>
                <a:ext uri="{FF2B5EF4-FFF2-40B4-BE49-F238E27FC236}">
                  <a16:creationId xmlns:a16="http://schemas.microsoft.com/office/drawing/2014/main" id="{377ADBD3-EBF9-D57B-71AE-3FA3A371B4C3}"/>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98%</a:t>
              </a:r>
            </a:p>
          </p:txBody>
        </p:sp>
      </p:grpSp>
      <p:graphicFrame>
        <p:nvGraphicFramePr>
          <p:cNvPr id="83" name="Chart 82">
            <a:extLst>
              <a:ext uri="{FF2B5EF4-FFF2-40B4-BE49-F238E27FC236}">
                <a16:creationId xmlns:a16="http://schemas.microsoft.com/office/drawing/2014/main" id="{046AA079-793B-7684-B2EC-78C9DE941973}"/>
              </a:ext>
            </a:extLst>
          </p:cNvPr>
          <p:cNvGraphicFramePr/>
          <p:nvPr>
            <p:extLst>
              <p:ext uri="{D42A27DB-BD31-4B8C-83A1-F6EECF244321}">
                <p14:modId xmlns:p14="http://schemas.microsoft.com/office/powerpoint/2010/main" val="1013170287"/>
              </p:ext>
            </p:extLst>
          </p:nvPr>
        </p:nvGraphicFramePr>
        <p:xfrm>
          <a:off x="833957" y="4731692"/>
          <a:ext cx="4775527" cy="1056187"/>
        </p:xfrm>
        <a:graphic>
          <a:graphicData uri="http://schemas.openxmlformats.org/drawingml/2006/chart">
            <c:chart xmlns:c="http://schemas.openxmlformats.org/drawingml/2006/chart" xmlns:r="http://schemas.openxmlformats.org/officeDocument/2006/relationships" r:id="rId6"/>
          </a:graphicData>
        </a:graphic>
      </p:graphicFrame>
      <p:grpSp>
        <p:nvGrpSpPr>
          <p:cNvPr id="112" name="Group 111">
            <a:extLst>
              <a:ext uri="{FF2B5EF4-FFF2-40B4-BE49-F238E27FC236}">
                <a16:creationId xmlns:a16="http://schemas.microsoft.com/office/drawing/2014/main" id="{C16A165C-ACF0-564F-4817-F2F3A5036B56}"/>
              </a:ext>
            </a:extLst>
          </p:cNvPr>
          <p:cNvGrpSpPr/>
          <p:nvPr/>
        </p:nvGrpSpPr>
        <p:grpSpPr>
          <a:xfrm>
            <a:off x="5842656" y="2577130"/>
            <a:ext cx="3761013" cy="430887"/>
            <a:chOff x="5842656" y="3269852"/>
            <a:chExt cx="3761013" cy="430887"/>
          </a:xfrm>
        </p:grpSpPr>
        <p:sp>
          <p:nvSpPr>
            <p:cNvPr id="113" name="Rectangle 1">
              <a:extLst>
                <a:ext uri="{FF2B5EF4-FFF2-40B4-BE49-F238E27FC236}">
                  <a16:creationId xmlns:a16="http://schemas.microsoft.com/office/drawing/2014/main" id="{625EC5B3-2223-4058-F620-96517F440368}"/>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تم تقديم طلب الخدمة واستلام الخدمة خلال فترة زمنية معقولة.</a:t>
              </a:r>
            </a:p>
          </p:txBody>
        </p:sp>
        <p:sp>
          <p:nvSpPr>
            <p:cNvPr id="114" name="Rectangle: Rounded Corners 113">
              <a:extLst>
                <a:ext uri="{FF2B5EF4-FFF2-40B4-BE49-F238E27FC236}">
                  <a16:creationId xmlns:a16="http://schemas.microsoft.com/office/drawing/2014/main" id="{8E0EA31F-B4C0-2C89-052D-E150D6F79C94}"/>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sp>
        <p:nvSpPr>
          <p:cNvPr id="115" name="TextBox 114">
            <a:extLst>
              <a:ext uri="{FF2B5EF4-FFF2-40B4-BE49-F238E27FC236}">
                <a16:creationId xmlns:a16="http://schemas.microsoft.com/office/drawing/2014/main" id="{5A17FF73-8B60-ECC3-6EAF-26DE186FD98D}"/>
              </a:ext>
            </a:extLst>
          </p:cNvPr>
          <p:cNvSpPr txBox="1"/>
          <p:nvPr/>
        </p:nvSpPr>
        <p:spPr>
          <a:xfrm>
            <a:off x="9321345" y="1571742"/>
            <a:ext cx="1932851" cy="400110"/>
          </a:xfrm>
          <a:prstGeom prst="rect">
            <a:avLst/>
          </a:prstGeom>
          <a:noFill/>
        </p:spPr>
        <p:txBody>
          <a:bodyPr wrap="square">
            <a:spAutoFit/>
          </a:bodyPr>
          <a:lstStyle/>
          <a:p>
            <a:r>
              <a:rPr lang="ar-EG" sz="2000" b="1" dirty="0"/>
              <a:t>سرعة تقديم الخدمة</a:t>
            </a:r>
          </a:p>
        </p:txBody>
      </p:sp>
      <p:grpSp>
        <p:nvGrpSpPr>
          <p:cNvPr id="116" name="Group 115">
            <a:extLst>
              <a:ext uri="{FF2B5EF4-FFF2-40B4-BE49-F238E27FC236}">
                <a16:creationId xmlns:a16="http://schemas.microsoft.com/office/drawing/2014/main" id="{106DCC39-589C-FCB9-879E-980ACBC2E258}"/>
              </a:ext>
            </a:extLst>
          </p:cNvPr>
          <p:cNvGrpSpPr/>
          <p:nvPr/>
        </p:nvGrpSpPr>
        <p:grpSpPr>
          <a:xfrm>
            <a:off x="9227248" y="1967311"/>
            <a:ext cx="2516354" cy="1690576"/>
            <a:chOff x="9311918" y="3278271"/>
            <a:chExt cx="2516354" cy="1690576"/>
          </a:xfrm>
        </p:grpSpPr>
        <p:graphicFrame>
          <p:nvGraphicFramePr>
            <p:cNvPr id="117" name="Chart 116">
              <a:extLst>
                <a:ext uri="{FF2B5EF4-FFF2-40B4-BE49-F238E27FC236}">
                  <a16:creationId xmlns:a16="http://schemas.microsoft.com/office/drawing/2014/main" id="{C2836564-A074-ADDE-1E5C-E1D88476076A}"/>
                </a:ext>
              </a:extLst>
            </p:cNvPr>
            <p:cNvGraphicFramePr/>
            <p:nvPr>
              <p:extLst>
                <p:ext uri="{D42A27DB-BD31-4B8C-83A1-F6EECF244321}">
                  <p14:modId xmlns:p14="http://schemas.microsoft.com/office/powerpoint/2010/main" val="4140255347"/>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118" name="TextBox 117">
              <a:extLst>
                <a:ext uri="{FF2B5EF4-FFF2-40B4-BE49-F238E27FC236}">
                  <a16:creationId xmlns:a16="http://schemas.microsoft.com/office/drawing/2014/main" id="{FC4EA004-2F0A-15DF-E0F6-FEDDF6D48F2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graphicFrame>
        <p:nvGraphicFramePr>
          <p:cNvPr id="119" name="Chart 118">
            <a:extLst>
              <a:ext uri="{FF2B5EF4-FFF2-40B4-BE49-F238E27FC236}">
                <a16:creationId xmlns:a16="http://schemas.microsoft.com/office/drawing/2014/main" id="{600CFBF3-92DC-B36C-FF71-DCF3B0162539}"/>
              </a:ext>
            </a:extLst>
          </p:cNvPr>
          <p:cNvGraphicFramePr/>
          <p:nvPr>
            <p:extLst>
              <p:ext uri="{D42A27DB-BD31-4B8C-83A1-F6EECF244321}">
                <p14:modId xmlns:p14="http://schemas.microsoft.com/office/powerpoint/2010/main" val="1270682707"/>
              </p:ext>
            </p:extLst>
          </p:nvPr>
        </p:nvGraphicFramePr>
        <p:xfrm>
          <a:off x="833957" y="2217791"/>
          <a:ext cx="4775527" cy="1056187"/>
        </p:xfrm>
        <a:graphic>
          <a:graphicData uri="http://schemas.openxmlformats.org/drawingml/2006/chart">
            <c:chart xmlns:c="http://schemas.openxmlformats.org/drawingml/2006/chart" xmlns:r="http://schemas.openxmlformats.org/officeDocument/2006/relationships" r:id="rId8"/>
          </a:graphicData>
        </a:graphic>
      </p:graphicFrame>
      <p:sp>
        <p:nvSpPr>
          <p:cNvPr id="8" name="Rectangle: Rounded Corners 7">
            <a:extLst>
              <a:ext uri="{FF2B5EF4-FFF2-40B4-BE49-F238E27FC236}">
                <a16:creationId xmlns:a16="http://schemas.microsoft.com/office/drawing/2014/main" id="{A9A432C2-F966-0765-0F6D-5461C5A8B8CE}"/>
              </a:ext>
            </a:extLst>
          </p:cNvPr>
          <p:cNvSpPr/>
          <p:nvPr/>
        </p:nvSpPr>
        <p:spPr>
          <a:xfrm>
            <a:off x="749300" y="3673677"/>
            <a:ext cx="10693400" cy="24410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19861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5BD6-7BB6-0DF8-B746-EB7FA4D50B9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575E174-4142-B839-11B5-3B81F5378FDC}"/>
              </a:ext>
            </a:extLst>
          </p:cNvPr>
          <p:cNvSpPr>
            <a:spLocks noGrp="1"/>
          </p:cNvSpPr>
          <p:nvPr>
            <p:ph type="body" sz="quarter" idx="11"/>
          </p:nvPr>
        </p:nvSpPr>
        <p:spPr/>
        <p:txBody>
          <a:bodyPr/>
          <a:lstStyle/>
          <a:p>
            <a:fld id="{CEB9653E-F2B9-42DD-9F83-20048B6AB3C6}" type="slidenum">
              <a:rPr lang="en-US" smtClean="0"/>
              <a:t>28</a:t>
            </a:fld>
            <a:endParaRPr lang="en-US"/>
          </a:p>
        </p:txBody>
      </p:sp>
      <p:sp>
        <p:nvSpPr>
          <p:cNvPr id="3" name="Rectangle 2">
            <a:extLst>
              <a:ext uri="{FF2B5EF4-FFF2-40B4-BE49-F238E27FC236}">
                <a16:creationId xmlns:a16="http://schemas.microsoft.com/office/drawing/2014/main" id="{8B5B3E43-55AA-2256-85F4-A24E36BDB67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D94681BA-6425-D156-2B57-5188337BE96B}"/>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تطبيق الهاتف الذكي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69BA2D66-FC91-D098-0F2B-5E191985D2C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582557B8-735C-586C-DBDC-D119F45BBE12}"/>
              </a:ext>
            </a:extLst>
          </p:cNvPr>
          <p:cNvSpPr txBox="1"/>
          <p:nvPr/>
        </p:nvSpPr>
        <p:spPr>
          <a:xfrm>
            <a:off x="1614649" y="797178"/>
            <a:ext cx="10381416" cy="584775"/>
          </a:xfrm>
          <a:prstGeom prst="rect">
            <a:avLst/>
          </a:prstGeom>
          <a:noFill/>
        </p:spPr>
        <p:txBody>
          <a:bodyPr wrap="square" rtlCol="0">
            <a:spAutoFit/>
          </a:bodyPr>
          <a:lstStyle/>
          <a:p>
            <a:pPr lvl="0">
              <a:defRPr/>
            </a:pPr>
            <a:r>
              <a:rPr lang="ar-AE" sz="1600" dirty="0">
                <a:solidFill>
                  <a:srgbClr val="414141"/>
                </a:solidFill>
              </a:rPr>
              <a:t>جاءت أغلب التعليقات حول تطبيق الهاتف الذكي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 وضوح المعلومات، واصلاح المشكلات التقنية.</a:t>
            </a:r>
          </a:p>
        </p:txBody>
      </p:sp>
      <p:sp>
        <p:nvSpPr>
          <p:cNvPr id="27" name="Rectangle: Rounded Corners 22">
            <a:extLst>
              <a:ext uri="{FF2B5EF4-FFF2-40B4-BE49-F238E27FC236}">
                <a16:creationId xmlns:a16="http://schemas.microsoft.com/office/drawing/2014/main" id="{DBAF7A25-02EA-FCA0-7B65-46EBF9A7FAD8}"/>
              </a:ext>
            </a:extLst>
          </p:cNvPr>
          <p:cNvSpPr/>
          <p:nvPr/>
        </p:nvSpPr>
        <p:spPr>
          <a:xfrm>
            <a:off x="1488154" y="2564062"/>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6" name="Rectangle: Rounded Corners 22">
            <a:extLst>
              <a:ext uri="{FF2B5EF4-FFF2-40B4-BE49-F238E27FC236}">
                <a16:creationId xmlns:a16="http://schemas.microsoft.com/office/drawing/2014/main" id="{E256B02C-CA07-3123-9C59-23DAE1201CB5}"/>
              </a:ext>
            </a:extLst>
          </p:cNvPr>
          <p:cNvSpPr/>
          <p:nvPr/>
        </p:nvSpPr>
        <p:spPr>
          <a:xfrm>
            <a:off x="1488154" y="4560343"/>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51" name="Rectangle: Rounded Corners 50">
            <a:extLst>
              <a:ext uri="{FF2B5EF4-FFF2-40B4-BE49-F238E27FC236}">
                <a16:creationId xmlns:a16="http://schemas.microsoft.com/office/drawing/2014/main" id="{86CC061B-6386-A6FD-2807-1BB8CD9F3BE0}"/>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039EC0C7-02D2-DAD2-5F50-6567A3480A3E}"/>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6" name="Rectangle: Rounded Corners 22">
            <a:extLst>
              <a:ext uri="{FF2B5EF4-FFF2-40B4-BE49-F238E27FC236}">
                <a16:creationId xmlns:a16="http://schemas.microsoft.com/office/drawing/2014/main" id="{C042F8ED-B660-F895-1875-AB34EA9BDB45}"/>
              </a:ext>
            </a:extLst>
          </p:cNvPr>
          <p:cNvSpPr/>
          <p:nvPr/>
        </p:nvSpPr>
        <p:spPr>
          <a:xfrm>
            <a:off x="6235061" y="4560630"/>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2E0AD391-67AE-A3A5-0669-EC0EDEBC3B41}"/>
              </a:ext>
            </a:extLst>
          </p:cNvPr>
          <p:cNvSpPr/>
          <p:nvPr/>
        </p:nvSpPr>
        <p:spPr>
          <a:xfrm>
            <a:off x="6235060" y="2560468"/>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4878926-8715-22F0-5866-92710B74CA18}"/>
              </a:ext>
            </a:extLst>
          </p:cNvPr>
          <p:cNvSpPr txBox="1"/>
          <p:nvPr/>
        </p:nvSpPr>
        <p:spPr>
          <a:xfrm>
            <a:off x="1488154" y="3109429"/>
            <a:ext cx="4345853"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يجب </a:t>
            </a:r>
            <a:r>
              <a:rPr lang="ar-AE" dirty="0"/>
              <a:t>اصلاح المشاكل الفنية التي تحدث احيانا عند مرحلة الدفع في التطبيق.</a:t>
            </a:r>
            <a:r>
              <a:rPr lang="ar-EG" dirty="0">
                <a:solidFill>
                  <a:prstClr val="black"/>
                </a:solidFill>
              </a:rPr>
              <a:t>"</a:t>
            </a:r>
            <a:endParaRPr lang="ar-SA" dirty="0">
              <a:solidFill>
                <a:prstClr val="black"/>
              </a:solidFill>
            </a:endParaRPr>
          </a:p>
        </p:txBody>
      </p:sp>
      <p:sp>
        <p:nvSpPr>
          <p:cNvPr id="30" name="TextBox 29">
            <a:extLst>
              <a:ext uri="{FF2B5EF4-FFF2-40B4-BE49-F238E27FC236}">
                <a16:creationId xmlns:a16="http://schemas.microsoft.com/office/drawing/2014/main" id="{6A7C244A-F24D-15F3-94CF-94FFCFA52B73}"/>
              </a:ext>
            </a:extLst>
          </p:cNvPr>
          <p:cNvSpPr txBox="1"/>
          <p:nvPr/>
        </p:nvSpPr>
        <p:spPr>
          <a:xfrm>
            <a:off x="6235060" y="5105997"/>
            <a:ext cx="4345853"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من الضروري </a:t>
            </a:r>
            <a:r>
              <a:rPr lang="ar-AE" dirty="0"/>
              <a:t>أن يتم التحسين من التطبيق وواجهة التطبيق من ناحية تنظيم المعلومات واختصارها</a:t>
            </a:r>
            <a:r>
              <a:rPr lang="ar-EG" dirty="0">
                <a:solidFill>
                  <a:prstClr val="black"/>
                </a:solidFill>
              </a:rPr>
              <a:t>."</a:t>
            </a:r>
            <a:endParaRPr lang="en-AE" dirty="0">
              <a:solidFill>
                <a:prstClr val="black"/>
              </a:solidFill>
            </a:endParaRPr>
          </a:p>
        </p:txBody>
      </p:sp>
      <p:sp>
        <p:nvSpPr>
          <p:cNvPr id="32" name="TextBox 31">
            <a:extLst>
              <a:ext uri="{FF2B5EF4-FFF2-40B4-BE49-F238E27FC236}">
                <a16:creationId xmlns:a16="http://schemas.microsoft.com/office/drawing/2014/main" id="{6F0EDC81-887B-6583-0049-28E8E822B616}"/>
              </a:ext>
            </a:extLst>
          </p:cNvPr>
          <p:cNvSpPr txBox="1"/>
          <p:nvPr/>
        </p:nvSpPr>
        <p:spPr>
          <a:xfrm>
            <a:off x="1488154" y="4967210"/>
            <a:ext cx="4345853" cy="923330"/>
          </a:xfrm>
          <a:prstGeom prst="rect">
            <a:avLst/>
          </a:prstGeom>
          <a:noFill/>
        </p:spPr>
        <p:txBody>
          <a:bodyPr wrap="square" rtlCol="0">
            <a:spAutoFit/>
          </a:bodyPr>
          <a:lstStyle/>
          <a:p>
            <a:pPr algn="ctr">
              <a:defRPr/>
            </a:pPr>
            <a:r>
              <a:rPr lang="ar-EG" dirty="0">
                <a:solidFill>
                  <a:prstClr val="black"/>
                </a:solidFill>
              </a:rPr>
              <a:t>"</a:t>
            </a:r>
            <a:r>
              <a:rPr lang="ar-AE" dirty="0">
                <a:solidFill>
                  <a:prstClr val="black"/>
                </a:solidFill>
              </a:rPr>
              <a:t>ت</a:t>
            </a:r>
            <a:r>
              <a:rPr lang="ar-AE" dirty="0"/>
              <a:t>وجد أخطاء في تطبيق الهاتف، حيث يتوقف بشكل متكرر ولا تكتمل الخدمة، ويبقى الطلب كما هو دون تحديث، مما يضطرنا إلى إعادة التقديم مرة أخرى.</a:t>
            </a:r>
            <a:r>
              <a:rPr lang="ar-EG" dirty="0">
                <a:solidFill>
                  <a:prstClr val="black"/>
                </a:solidFill>
              </a:rPr>
              <a:t>"</a:t>
            </a:r>
            <a:endParaRPr lang="en-AE" dirty="0">
              <a:solidFill>
                <a:prstClr val="black"/>
              </a:solidFill>
            </a:endParaRPr>
          </a:p>
        </p:txBody>
      </p:sp>
      <p:sp>
        <p:nvSpPr>
          <p:cNvPr id="34" name="TextBox 33">
            <a:extLst>
              <a:ext uri="{FF2B5EF4-FFF2-40B4-BE49-F238E27FC236}">
                <a16:creationId xmlns:a16="http://schemas.microsoft.com/office/drawing/2014/main" id="{996904AF-FA9A-AB62-D0A9-AD80DBE9D7BA}"/>
              </a:ext>
            </a:extLst>
          </p:cNvPr>
          <p:cNvSpPr txBox="1"/>
          <p:nvPr/>
        </p:nvSpPr>
        <p:spPr>
          <a:xfrm>
            <a:off x="6235060" y="2967335"/>
            <a:ext cx="4345853" cy="923330"/>
          </a:xfrm>
          <a:prstGeom prst="rect">
            <a:avLst/>
          </a:prstGeom>
          <a:noFill/>
        </p:spPr>
        <p:txBody>
          <a:bodyPr wrap="square" rtlCol="0">
            <a:spAutoFit/>
          </a:bodyPr>
          <a:lstStyle/>
          <a:p>
            <a:pPr algn="ctr"/>
            <a:r>
              <a:rPr lang="ar-EG" dirty="0"/>
              <a:t>"</a:t>
            </a:r>
            <a:r>
              <a:rPr lang="ar-AE" dirty="0"/>
              <a:t>نحتاج أن يكون التقديم للخدمة بند واضح في الواجهة او الشاشة الرئيسية وان لا احتاج ان ابحث في الموقع لانه يأخذ وقت</a:t>
            </a:r>
            <a:r>
              <a:rPr lang="ar-EG" dirty="0"/>
              <a:t>."</a:t>
            </a:r>
            <a:endParaRPr lang="en-US" dirty="0"/>
          </a:p>
        </p:txBody>
      </p:sp>
    </p:spTree>
    <p:extLst>
      <p:ext uri="{BB962C8B-B14F-4D97-AF65-F5344CB8AC3E}">
        <p14:creationId xmlns:p14="http://schemas.microsoft.com/office/powerpoint/2010/main" val="3591295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3E5A7-0318-8A0D-B485-EEBD53E475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E47AD1-7C72-C5AB-11D1-2B0EE9FB45F4}"/>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120A5D3B-5037-11F1-D4EE-3E7A1819F9B9}"/>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189FF229-1170-85B7-76F9-710678CD56C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5A5FF61C-D71D-3B0E-A7D3-3ADF57492BE1}"/>
              </a:ext>
            </a:extLst>
          </p:cNvPr>
          <p:cNvSpPr/>
          <p:nvPr/>
        </p:nvSpPr>
        <p:spPr>
          <a:xfrm>
            <a:off x="2211572" y="2351782"/>
            <a:ext cx="9503873" cy="144655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الموقع الإلكتروني</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9BA9745F-7651-E8E1-A14A-BE72A842ED4F}"/>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8802770A-DF97-2D92-A2EA-147D71E3DD84}"/>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الوصول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جودة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الاستخدام</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سرعة تقديم الخدمة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خصوصية المتعاملين</a:t>
            </a: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210605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41628-7CCE-7F70-44B7-EC5724699B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26E6A57-52C9-FB7B-1798-7FA35E4F8C2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C2EC5668-7646-4EBF-CFFC-A5709864F742}"/>
              </a:ext>
            </a:extLst>
          </p:cNvPr>
          <p:cNvSpPr txBox="1"/>
          <p:nvPr/>
        </p:nvSpPr>
        <p:spPr>
          <a:xfrm>
            <a:off x="2869291" y="244463"/>
            <a:ext cx="9126774"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lang="ar-EG" sz="2800" dirty="0">
                <a:solidFill>
                  <a:srgbClr val="B68A35"/>
                </a:solidFill>
              </a:rPr>
              <a:t>عن الموقع الإلكتروني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18FA8C5D-FBB8-B3D9-4D63-5D89B9E8297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2" name="Table 1">
            <a:extLst>
              <a:ext uri="{FF2B5EF4-FFF2-40B4-BE49-F238E27FC236}">
                <a16:creationId xmlns:a16="http://schemas.microsoft.com/office/drawing/2014/main" id="{34AAB67F-7CAD-B883-6000-775EECDF7EDB}"/>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87" name="Rectangle 86">
            <a:extLst>
              <a:ext uri="{FF2B5EF4-FFF2-40B4-BE49-F238E27FC236}">
                <a16:creationId xmlns:a16="http://schemas.microsoft.com/office/drawing/2014/main" id="{8EF062D9-577D-EBB0-E81E-ABF496BEE7AE}"/>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649CCF47-2780-90B1-7662-B487654F5A47}"/>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23B5FA97-987F-7476-4A94-1252BD1CBA3E}"/>
              </a:ext>
            </a:extLst>
          </p:cNvPr>
          <p:cNvGrpSpPr/>
          <p:nvPr/>
        </p:nvGrpSpPr>
        <p:grpSpPr>
          <a:xfrm>
            <a:off x="1005840" y="4206240"/>
            <a:ext cx="7724896" cy="1808032"/>
            <a:chOff x="1031329" y="2156856"/>
            <a:chExt cx="5211715" cy="1368371"/>
          </a:xfrm>
        </p:grpSpPr>
        <p:grpSp>
          <p:nvGrpSpPr>
            <p:cNvPr id="90" name="Group 89">
              <a:extLst>
                <a:ext uri="{FF2B5EF4-FFF2-40B4-BE49-F238E27FC236}">
                  <a16:creationId xmlns:a16="http://schemas.microsoft.com/office/drawing/2014/main" id="{FAE8B377-8543-92A7-CA34-3A9F5267E1A4}"/>
                </a:ext>
              </a:extLst>
            </p:cNvPr>
            <p:cNvGrpSpPr/>
            <p:nvPr/>
          </p:nvGrpSpPr>
          <p:grpSpPr>
            <a:xfrm>
              <a:off x="1031329" y="2156856"/>
              <a:ext cx="4296771" cy="454743"/>
              <a:chOff x="1031329" y="2363398"/>
              <a:chExt cx="4296771" cy="454743"/>
            </a:xfrm>
          </p:grpSpPr>
          <p:pic>
            <p:nvPicPr>
              <p:cNvPr id="103" name="Graphic 102" descr="User">
                <a:extLst>
                  <a:ext uri="{FF2B5EF4-FFF2-40B4-BE49-F238E27FC236}">
                    <a16:creationId xmlns:a16="http://schemas.microsoft.com/office/drawing/2014/main" id="{851D8212-F090-BCD4-CF7D-F19CCC7AC7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104" name="Graphic 103" descr="User">
                <a:extLst>
                  <a:ext uri="{FF2B5EF4-FFF2-40B4-BE49-F238E27FC236}">
                    <a16:creationId xmlns:a16="http://schemas.microsoft.com/office/drawing/2014/main" id="{9FBD6B34-9E42-4447-3158-62A8ED3157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105" name="Graphic 104" descr="User">
                <a:extLst>
                  <a:ext uri="{FF2B5EF4-FFF2-40B4-BE49-F238E27FC236}">
                    <a16:creationId xmlns:a16="http://schemas.microsoft.com/office/drawing/2014/main" id="{D1DB7D32-5556-3892-3ED8-8EFEEA7214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106" name="Graphic 105" descr="User">
                <a:extLst>
                  <a:ext uri="{FF2B5EF4-FFF2-40B4-BE49-F238E27FC236}">
                    <a16:creationId xmlns:a16="http://schemas.microsoft.com/office/drawing/2014/main" id="{051AC8E0-D913-7A88-197A-33D43D1082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107" name="Graphic 106" descr="User">
                <a:extLst>
                  <a:ext uri="{FF2B5EF4-FFF2-40B4-BE49-F238E27FC236}">
                    <a16:creationId xmlns:a16="http://schemas.microsoft.com/office/drawing/2014/main" id="{9EFBDFCD-97A2-AE28-3DC5-13BCC1B976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108" name="Graphic 107" descr="User">
                <a:extLst>
                  <a:ext uri="{FF2B5EF4-FFF2-40B4-BE49-F238E27FC236}">
                    <a16:creationId xmlns:a16="http://schemas.microsoft.com/office/drawing/2014/main" id="{D293A9BA-B394-2889-2096-A976E3B744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109" name="Graphic 108" descr="User">
                <a:extLst>
                  <a:ext uri="{FF2B5EF4-FFF2-40B4-BE49-F238E27FC236}">
                    <a16:creationId xmlns:a16="http://schemas.microsoft.com/office/drawing/2014/main" id="{F4695630-48BD-24F6-A2B7-E8D9316EEA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110" name="Graphic 109" descr="User">
                <a:extLst>
                  <a:ext uri="{FF2B5EF4-FFF2-40B4-BE49-F238E27FC236}">
                    <a16:creationId xmlns:a16="http://schemas.microsoft.com/office/drawing/2014/main" id="{E01B3746-4C04-762C-914F-E01960B80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111" name="Graphic 110" descr="User">
                <a:extLst>
                  <a:ext uri="{FF2B5EF4-FFF2-40B4-BE49-F238E27FC236}">
                    <a16:creationId xmlns:a16="http://schemas.microsoft.com/office/drawing/2014/main" id="{A51DA77F-FA25-D10F-7AB9-5D4C870E82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91" name="Group 90">
              <a:extLst>
                <a:ext uri="{FF2B5EF4-FFF2-40B4-BE49-F238E27FC236}">
                  <a16:creationId xmlns:a16="http://schemas.microsoft.com/office/drawing/2014/main" id="{666B52C9-FD8E-AC9B-C465-57C40668F2EA}"/>
                </a:ext>
              </a:extLst>
            </p:cNvPr>
            <p:cNvGrpSpPr/>
            <p:nvPr/>
          </p:nvGrpSpPr>
          <p:grpSpPr>
            <a:xfrm>
              <a:off x="1070903" y="2670008"/>
              <a:ext cx="1322509" cy="855219"/>
              <a:chOff x="499248" y="2918342"/>
              <a:chExt cx="1548144" cy="855219"/>
            </a:xfrm>
          </p:grpSpPr>
          <p:sp>
            <p:nvSpPr>
              <p:cNvPr id="101" name="Rectangle 100">
                <a:extLst>
                  <a:ext uri="{FF2B5EF4-FFF2-40B4-BE49-F238E27FC236}">
                    <a16:creationId xmlns:a16="http://schemas.microsoft.com/office/drawing/2014/main" id="{8165E698-A160-1E10-6D1E-ECF463A1D21E}"/>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2" name="Rectangle 101">
                <a:extLst>
                  <a:ext uri="{FF2B5EF4-FFF2-40B4-BE49-F238E27FC236}">
                    <a16:creationId xmlns:a16="http://schemas.microsoft.com/office/drawing/2014/main" id="{57E7E592-41B9-5B58-C887-74D17E9AD2E2}"/>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5</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92" name="Group 91">
              <a:extLst>
                <a:ext uri="{FF2B5EF4-FFF2-40B4-BE49-F238E27FC236}">
                  <a16:creationId xmlns:a16="http://schemas.microsoft.com/office/drawing/2014/main" id="{9226B4E1-9154-AAE3-C46D-662B9BCBD14A}"/>
                </a:ext>
              </a:extLst>
            </p:cNvPr>
            <p:cNvGrpSpPr/>
            <p:nvPr/>
          </p:nvGrpSpPr>
          <p:grpSpPr>
            <a:xfrm>
              <a:off x="2516586" y="2670008"/>
              <a:ext cx="1322509" cy="855219"/>
              <a:chOff x="499248" y="2918342"/>
              <a:chExt cx="1548144" cy="855219"/>
            </a:xfrm>
          </p:grpSpPr>
          <p:sp>
            <p:nvSpPr>
              <p:cNvPr id="99" name="Rectangle 98">
                <a:extLst>
                  <a:ext uri="{FF2B5EF4-FFF2-40B4-BE49-F238E27FC236}">
                    <a16:creationId xmlns:a16="http://schemas.microsoft.com/office/drawing/2014/main" id="{E2D3A6F5-7F75-702D-7A3E-5964128CCE92}"/>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0" name="Rectangle 99">
                <a:extLst>
                  <a:ext uri="{FF2B5EF4-FFF2-40B4-BE49-F238E27FC236}">
                    <a16:creationId xmlns:a16="http://schemas.microsoft.com/office/drawing/2014/main" id="{EE1CE578-139B-08A7-7E3F-C91F6B05E99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14%</a:t>
                </a:r>
              </a:p>
            </p:txBody>
          </p:sp>
        </p:grpSp>
        <p:grpSp>
          <p:nvGrpSpPr>
            <p:cNvPr id="93" name="Group 92">
              <a:extLst>
                <a:ext uri="{FF2B5EF4-FFF2-40B4-BE49-F238E27FC236}">
                  <a16:creationId xmlns:a16="http://schemas.microsoft.com/office/drawing/2014/main" id="{14128D9A-0B90-C36E-5710-1E5A8C9D46A9}"/>
                </a:ext>
              </a:extLst>
            </p:cNvPr>
            <p:cNvGrpSpPr/>
            <p:nvPr/>
          </p:nvGrpSpPr>
          <p:grpSpPr>
            <a:xfrm>
              <a:off x="3962269" y="2670008"/>
              <a:ext cx="1322509" cy="855219"/>
              <a:chOff x="499248" y="2918342"/>
              <a:chExt cx="1548144" cy="855219"/>
            </a:xfrm>
          </p:grpSpPr>
          <p:sp>
            <p:nvSpPr>
              <p:cNvPr id="97" name="Rectangle 96">
                <a:extLst>
                  <a:ext uri="{FF2B5EF4-FFF2-40B4-BE49-F238E27FC236}">
                    <a16:creationId xmlns:a16="http://schemas.microsoft.com/office/drawing/2014/main" id="{3A154A64-041B-BD91-F135-2DC7238D5920}"/>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98" name="Rectangle 97">
                <a:extLst>
                  <a:ext uri="{FF2B5EF4-FFF2-40B4-BE49-F238E27FC236}">
                    <a16:creationId xmlns:a16="http://schemas.microsoft.com/office/drawing/2014/main" id="{59C41AD0-4786-1545-41FC-AD77C544FF5C}"/>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81%</a:t>
                </a:r>
              </a:p>
            </p:txBody>
          </p:sp>
        </p:grpSp>
        <p:grpSp>
          <p:nvGrpSpPr>
            <p:cNvPr id="94" name="Group 93">
              <a:extLst>
                <a:ext uri="{FF2B5EF4-FFF2-40B4-BE49-F238E27FC236}">
                  <a16:creationId xmlns:a16="http://schemas.microsoft.com/office/drawing/2014/main" id="{5757FAA9-34EA-9243-51EB-136CB447965A}"/>
                </a:ext>
              </a:extLst>
            </p:cNvPr>
            <p:cNvGrpSpPr/>
            <p:nvPr/>
          </p:nvGrpSpPr>
          <p:grpSpPr>
            <a:xfrm>
              <a:off x="5407950" y="2670008"/>
              <a:ext cx="835094" cy="855219"/>
              <a:chOff x="499247" y="2918342"/>
              <a:chExt cx="1548145" cy="855219"/>
            </a:xfrm>
          </p:grpSpPr>
          <p:sp>
            <p:nvSpPr>
              <p:cNvPr id="95" name="Rectangle 94">
                <a:extLst>
                  <a:ext uri="{FF2B5EF4-FFF2-40B4-BE49-F238E27FC236}">
                    <a16:creationId xmlns:a16="http://schemas.microsoft.com/office/drawing/2014/main" id="{477F08FB-28E3-07F4-D6C1-D34E86B04123}"/>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96" name="Rectangle 95">
                <a:extLst>
                  <a:ext uri="{FF2B5EF4-FFF2-40B4-BE49-F238E27FC236}">
                    <a16:creationId xmlns:a16="http://schemas.microsoft.com/office/drawing/2014/main" id="{BD5EEBFA-0A1E-6DBA-03A4-F0C5148AF7ED}"/>
                  </a:ext>
                </a:extLst>
              </p:cNvPr>
              <p:cNvSpPr/>
              <p:nvPr/>
            </p:nvSpPr>
            <p:spPr>
              <a:xfrm>
                <a:off x="499247"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2400" b="0" i="0" u="none" strike="noStrike" kern="1200" cap="none" spc="0" normalizeH="0" baseline="0" noProof="0" dirty="0">
                    <a:ln>
                      <a:noFill/>
                    </a:ln>
                    <a:solidFill>
                      <a:prstClr val="white"/>
                    </a:solidFill>
                    <a:effectLst/>
                    <a:uLnTx/>
                    <a:uFillTx/>
                    <a:latin typeface="Arial"/>
                    <a:ea typeface="+mn-ea"/>
                    <a:cs typeface="+mn-cs"/>
                  </a:rPr>
                  <a:t>75</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sp>
        <p:nvSpPr>
          <p:cNvPr id="112" name="TextBox 111">
            <a:extLst>
              <a:ext uri="{FF2B5EF4-FFF2-40B4-BE49-F238E27FC236}">
                <a16:creationId xmlns:a16="http://schemas.microsoft.com/office/drawing/2014/main" id="{678D2BF6-7891-1908-E181-B25732BE571F}"/>
              </a:ext>
            </a:extLst>
          </p:cNvPr>
          <p:cNvSpPr txBox="1"/>
          <p:nvPr/>
        </p:nvSpPr>
        <p:spPr>
          <a:xfrm>
            <a:off x="1614648" y="731520"/>
            <a:ext cx="10381417" cy="523220"/>
          </a:xfrm>
          <a:prstGeom prst="rect">
            <a:avLst/>
          </a:prstGeom>
          <a:noFill/>
        </p:spPr>
        <p:txBody>
          <a:bodyPr wrap="square" lIns="91440" tIns="45720" rIns="91440" bIns="45720" rtlCol="0" anchor="t">
            <a:spAutoFit/>
          </a:bodyPr>
          <a:lstStyle/>
          <a:p>
            <a:pPr lvl="0">
              <a:defRPr/>
            </a:pPr>
            <a:r>
              <a:rPr lang="ar-AE" sz="1400" dirty="0">
                <a:solidFill>
                  <a:srgbClr val="414141"/>
                </a:solidFill>
              </a:rPr>
              <a:t>حقق الموقع الإلكتروني التابع لوزارة الصحة ووقاية المجتمع نسبة رضا إجمالية بلغت </a:t>
            </a:r>
            <a:r>
              <a:rPr lang="ar-AE" sz="1400" b="1" dirty="0">
                <a:solidFill>
                  <a:srgbClr val="414141"/>
                </a:solidFill>
              </a:rPr>
              <a:t>93% </a:t>
            </a:r>
            <a:r>
              <a:rPr lang="ar-AE" sz="1400" dirty="0">
                <a:solidFill>
                  <a:srgbClr val="414141"/>
                </a:solidFill>
              </a:rPr>
              <a:t>خلال يناير 2026. وقد عبّر المتعاملون عن رضاهم تجاه سهولة استخدام الموقع، حيث بلغت نسبة الموافقة على هذا الجانب</a:t>
            </a:r>
            <a:r>
              <a:rPr lang="ar-AE" sz="1400" b="1" dirty="0">
                <a:solidFill>
                  <a:srgbClr val="414141"/>
                </a:solidFill>
              </a:rPr>
              <a:t> 94%، </a:t>
            </a:r>
            <a:r>
              <a:rPr lang="ar-AE" sz="1400" dirty="0">
                <a:solidFill>
                  <a:srgbClr val="414141"/>
                </a:solidFill>
              </a:rPr>
              <a:t>كما سجّل مؤشر صافي نقاط التوصية قيمة إيجابية بلغت </a:t>
            </a:r>
            <a:r>
              <a:rPr lang="en-US" sz="1400" b="1" dirty="0">
                <a:solidFill>
                  <a:srgbClr val="414141"/>
                </a:solidFill>
              </a:rPr>
              <a:t>75</a:t>
            </a:r>
            <a:r>
              <a:rPr lang="ar-AE" sz="1400" dirty="0">
                <a:solidFill>
                  <a:srgbClr val="414141"/>
                </a:solidFill>
              </a:rPr>
              <a:t> نقطة.</a:t>
            </a:r>
          </a:p>
        </p:txBody>
      </p:sp>
      <p:graphicFrame>
        <p:nvGraphicFramePr>
          <p:cNvPr id="113" name="Chart 112">
            <a:extLst>
              <a:ext uri="{FF2B5EF4-FFF2-40B4-BE49-F238E27FC236}">
                <a16:creationId xmlns:a16="http://schemas.microsoft.com/office/drawing/2014/main" id="{8D095318-A617-B18E-D10D-34CF87F897B5}"/>
              </a:ext>
            </a:extLst>
          </p:cNvPr>
          <p:cNvGraphicFramePr/>
          <p:nvPr>
            <p:extLst>
              <p:ext uri="{D42A27DB-BD31-4B8C-83A1-F6EECF244321}">
                <p14:modId xmlns:p14="http://schemas.microsoft.com/office/powerpoint/2010/main" val="2699958123"/>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sp>
        <p:nvSpPr>
          <p:cNvPr id="114" name="TextBox 113">
            <a:extLst>
              <a:ext uri="{FF2B5EF4-FFF2-40B4-BE49-F238E27FC236}">
                <a16:creationId xmlns:a16="http://schemas.microsoft.com/office/drawing/2014/main" id="{1298D99F-DB20-33AC-B73C-E1BD561D4073}"/>
              </a:ext>
            </a:extLst>
          </p:cNvPr>
          <p:cNvSpPr txBox="1"/>
          <p:nvPr/>
        </p:nvSpPr>
        <p:spPr>
          <a:xfrm>
            <a:off x="10515600" y="6583680"/>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sp>
        <p:nvSpPr>
          <p:cNvPr id="115" name="Rectangle 114">
            <a:extLst>
              <a:ext uri="{FF2B5EF4-FFF2-40B4-BE49-F238E27FC236}">
                <a16:creationId xmlns:a16="http://schemas.microsoft.com/office/drawing/2014/main" id="{6A600E4C-29E8-24D5-1B80-A9D04AFE91CF}"/>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AD96B902-3A12-3BA3-BB62-799BDE048266}"/>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B528640C-EA8B-A9E1-A7CF-3C4286E96B46}"/>
              </a:ext>
            </a:extLst>
          </p:cNvPr>
          <p:cNvSpPr txBox="1"/>
          <p:nvPr/>
        </p:nvSpPr>
        <p:spPr>
          <a:xfrm>
            <a:off x="30632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بشكل عام، ما مدى سهولة إتمام طلبك لهذه الخدمة؟</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7D9D2C56-F178-F2FE-4E54-F3A55D1FF511}"/>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TextBox 118">
            <a:extLst>
              <a:ext uri="{FF2B5EF4-FFF2-40B4-BE49-F238E27FC236}">
                <a16:creationId xmlns:a16="http://schemas.microsoft.com/office/drawing/2014/main" id="{434DB6E7-710D-B4C1-78AB-6224C9921554}"/>
              </a:ext>
            </a:extLst>
          </p:cNvPr>
          <p:cNvSpPr txBox="1"/>
          <p:nvPr/>
        </p:nvSpPr>
        <p:spPr>
          <a:xfrm>
            <a:off x="8291282" y="4206240"/>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graphicFrame>
        <p:nvGraphicFramePr>
          <p:cNvPr id="120" name="Chart 119">
            <a:extLst>
              <a:ext uri="{FF2B5EF4-FFF2-40B4-BE49-F238E27FC236}">
                <a16:creationId xmlns:a16="http://schemas.microsoft.com/office/drawing/2014/main" id="{BA79293A-5F03-829A-6540-DE65B3B4DEFE}"/>
              </a:ext>
            </a:extLst>
          </p:cNvPr>
          <p:cNvGraphicFramePr/>
          <p:nvPr>
            <p:extLst>
              <p:ext uri="{D42A27DB-BD31-4B8C-83A1-F6EECF244321}">
                <p14:modId xmlns:p14="http://schemas.microsoft.com/office/powerpoint/2010/main" val="1464528008"/>
              </p:ext>
            </p:extLst>
          </p:nvPr>
        </p:nvGraphicFramePr>
        <p:xfrm>
          <a:off x="868680" y="2752344"/>
          <a:ext cx="6462526" cy="1000268"/>
        </p:xfrm>
        <a:graphic>
          <a:graphicData uri="http://schemas.openxmlformats.org/drawingml/2006/chart">
            <c:chart xmlns:c="http://schemas.openxmlformats.org/drawingml/2006/chart" xmlns:r="http://schemas.openxmlformats.org/officeDocument/2006/relationships" r:id="rId7"/>
          </a:graphicData>
        </a:graphic>
      </p:graphicFrame>
      <p:grpSp>
        <p:nvGrpSpPr>
          <p:cNvPr id="121" name="Group 120">
            <a:extLst>
              <a:ext uri="{FF2B5EF4-FFF2-40B4-BE49-F238E27FC236}">
                <a16:creationId xmlns:a16="http://schemas.microsoft.com/office/drawing/2014/main" id="{098BBC82-173A-DE3F-66BD-07772A62C136}"/>
              </a:ext>
            </a:extLst>
          </p:cNvPr>
          <p:cNvGrpSpPr/>
          <p:nvPr/>
        </p:nvGrpSpPr>
        <p:grpSpPr>
          <a:xfrm>
            <a:off x="2753418" y="1325880"/>
            <a:ext cx="2722763" cy="432000"/>
            <a:chOff x="2207564" y="1378261"/>
            <a:chExt cx="2722763" cy="432000"/>
          </a:xfrm>
        </p:grpSpPr>
        <p:sp>
          <p:nvSpPr>
            <p:cNvPr id="122" name="Rectangle: Rounded Corners 121">
              <a:extLst>
                <a:ext uri="{FF2B5EF4-FFF2-40B4-BE49-F238E27FC236}">
                  <a16:creationId xmlns:a16="http://schemas.microsoft.com/office/drawing/2014/main" id="{B181091D-ABCC-CE96-A148-662075ADB773}"/>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25F5F1A9-E167-2CBB-4303-862E7770AD48}"/>
                </a:ext>
              </a:extLst>
            </p:cNvPr>
            <p:cNvSpPr txBox="1"/>
            <p:nvPr/>
          </p:nvSpPr>
          <p:spPr>
            <a:xfrm>
              <a:off x="2441960" y="1416583"/>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الرضا عن جهد المتعامل</a:t>
              </a:r>
            </a:p>
          </p:txBody>
        </p:sp>
      </p:grpSp>
      <p:grpSp>
        <p:nvGrpSpPr>
          <p:cNvPr id="124" name="Group 123">
            <a:extLst>
              <a:ext uri="{FF2B5EF4-FFF2-40B4-BE49-F238E27FC236}">
                <a16:creationId xmlns:a16="http://schemas.microsoft.com/office/drawing/2014/main" id="{BB8F6397-3761-6850-D1FD-74CF845ABF88}"/>
              </a:ext>
            </a:extLst>
          </p:cNvPr>
          <p:cNvGrpSpPr/>
          <p:nvPr/>
        </p:nvGrpSpPr>
        <p:grpSpPr>
          <a:xfrm>
            <a:off x="8183880" y="1334559"/>
            <a:ext cx="2722763" cy="432000"/>
            <a:chOff x="2207564" y="1378261"/>
            <a:chExt cx="2722763" cy="432000"/>
          </a:xfrm>
        </p:grpSpPr>
        <p:sp>
          <p:nvSpPr>
            <p:cNvPr id="125" name="Rectangle: Rounded Corners 124">
              <a:extLst>
                <a:ext uri="{FF2B5EF4-FFF2-40B4-BE49-F238E27FC236}">
                  <a16:creationId xmlns:a16="http://schemas.microsoft.com/office/drawing/2014/main" id="{A7065424-E809-84E5-CF54-07A1347ACF73}"/>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TextBox 125">
              <a:extLst>
                <a:ext uri="{FF2B5EF4-FFF2-40B4-BE49-F238E27FC236}">
                  <a16:creationId xmlns:a16="http://schemas.microsoft.com/office/drawing/2014/main" id="{470F4290-4DAB-EEF9-D66D-8A723D5F4763}"/>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aphicFrame>
        <p:nvGraphicFramePr>
          <p:cNvPr id="127" name="Chart 126">
            <a:extLst>
              <a:ext uri="{FF2B5EF4-FFF2-40B4-BE49-F238E27FC236}">
                <a16:creationId xmlns:a16="http://schemas.microsoft.com/office/drawing/2014/main" id="{F0DE4753-C5BE-6106-D9A9-779F1C86404A}"/>
              </a:ext>
            </a:extLst>
          </p:cNvPr>
          <p:cNvGraphicFramePr/>
          <p:nvPr>
            <p:extLst>
              <p:ext uri="{D42A27DB-BD31-4B8C-83A1-F6EECF244321}">
                <p14:modId xmlns:p14="http://schemas.microsoft.com/office/powerpoint/2010/main" val="3685439135"/>
              </p:ext>
            </p:extLst>
          </p:nvPr>
        </p:nvGraphicFramePr>
        <p:xfrm>
          <a:off x="2788920" y="1718607"/>
          <a:ext cx="2488367" cy="148553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40706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5B26-309E-0362-9DA7-D587439407A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0C989C-735C-A680-399F-CCB875D6A61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6381D4EA-3B9C-E2DC-C960-F0415AADB37E}"/>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الرضا العام عن </a:t>
            </a:r>
            <a:r>
              <a:rPr kumimoji="0" lang="ar-AE" sz="2800" b="0" i="0" u="none" strike="noStrike" kern="1200" cap="none" spc="0" normalizeH="0" baseline="0" noProof="0">
                <a:ln>
                  <a:noFill/>
                </a:ln>
                <a:solidFill>
                  <a:srgbClr val="B68A35"/>
                </a:solidFill>
                <a:effectLst/>
                <a:uLnTx/>
                <a:uFillTx/>
                <a:latin typeface="Arial"/>
                <a:ea typeface="+mn-ea"/>
                <a:cs typeface="+mn-cs"/>
              </a:rPr>
              <a:t>الموقع الإلكتروني</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1918D379-4FF7-FE06-307A-CBE10E6ADF1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7" name="Text Placeholder 3">
            <a:extLst>
              <a:ext uri="{FF2B5EF4-FFF2-40B4-BE49-F238E27FC236}">
                <a16:creationId xmlns:a16="http://schemas.microsoft.com/office/drawing/2014/main" id="{9C291192-74E0-025C-4816-00B72FACB8F1}"/>
              </a:ext>
            </a:extLst>
          </p:cNvPr>
          <p:cNvSpPr txBox="1">
            <a:spLocks/>
          </p:cNvSpPr>
          <p:nvPr/>
        </p:nvSpPr>
        <p:spPr>
          <a:xfrm>
            <a:off x="11584902" y="6491290"/>
            <a:ext cx="411162" cy="252412"/>
          </a:xfrm>
          <a:prstGeom prst="rect">
            <a:avLst/>
          </a:prstGeom>
        </p:spPr>
        <p:txBody>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400" b="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fld id="{CEB9653E-F2B9-42DD-9F83-20048B6AB3C6}" type="slidenum">
              <a:rPr kumimoji="0" lang="en-US" sz="14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t>31</a:t>
            </a:fld>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2" name="TextBox 1">
            <a:extLst>
              <a:ext uri="{FF2B5EF4-FFF2-40B4-BE49-F238E27FC236}">
                <a16:creationId xmlns:a16="http://schemas.microsoft.com/office/drawing/2014/main" id="{759FEB14-F555-4C87-7132-55921787AC2E}"/>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lang="ar-SA" sz="1400" dirty="0"/>
              <a:t>بالمقارنة بين جميع عوامل التقييم، حققت معظم العوامل تقييمًا ممتازًا، باستثناء معيا</a:t>
            </a:r>
            <a:r>
              <a:rPr lang="ar-AE" sz="1400" dirty="0"/>
              <a:t>ر </a:t>
            </a:r>
            <a:r>
              <a:rPr lang="ar-SA" sz="1400" b="1" dirty="0"/>
              <a:t>سهولة الوصول</a:t>
            </a:r>
            <a:r>
              <a:rPr lang="ar-SA" sz="1400" dirty="0"/>
              <a:t>، </a:t>
            </a:r>
            <a:r>
              <a:rPr lang="ar-AE" sz="1400" dirty="0"/>
              <a:t>حيث حصل على تقييم اقل نسبيا بلغ </a:t>
            </a:r>
            <a:r>
              <a:rPr lang="en-US" sz="1400" b="1" dirty="0">
                <a:solidFill>
                  <a:srgbClr val="414141"/>
                </a:solidFill>
              </a:rPr>
              <a:t>90</a:t>
            </a:r>
            <a:r>
              <a:rPr lang="ar-AE" sz="1400" b="1" dirty="0">
                <a:solidFill>
                  <a:srgbClr val="414141"/>
                </a:solidFill>
              </a:rPr>
              <a:t>%</a:t>
            </a:r>
            <a:r>
              <a:rPr lang="ar-AE" sz="1400" dirty="0">
                <a:solidFill>
                  <a:srgbClr val="414141"/>
                </a:solidFill>
              </a:rPr>
              <a:t>.</a:t>
            </a:r>
          </a:p>
        </p:txBody>
      </p:sp>
      <p:sp>
        <p:nvSpPr>
          <p:cNvPr id="40" name="TextBox 39">
            <a:extLst>
              <a:ext uri="{FF2B5EF4-FFF2-40B4-BE49-F238E27FC236}">
                <a16:creationId xmlns:a16="http://schemas.microsoft.com/office/drawing/2014/main" id="{01E52455-C71D-D423-D88A-D96745CB6C01}"/>
              </a:ext>
            </a:extLst>
          </p:cNvPr>
          <p:cNvSpPr txBox="1"/>
          <p:nvPr/>
        </p:nvSpPr>
        <p:spPr>
          <a:xfrm>
            <a:off x="3744063" y="6561215"/>
            <a:ext cx="4172519" cy="246221"/>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000" b="0" i="0" u="none" strike="noStrike" kern="1200" cap="none" spc="0" normalizeH="0" baseline="0" noProof="0">
                <a:ln>
                  <a:noFill/>
                </a:ln>
                <a:solidFill>
                  <a:srgbClr val="414141"/>
                </a:solidFill>
                <a:effectLst/>
                <a:uLnTx/>
                <a:uFillTx/>
                <a:latin typeface="Arial"/>
                <a:ea typeface="+mn-ea"/>
                <a:cs typeface="+mn-cs"/>
              </a:rPr>
              <a:t>*مؤشر الرضا العام، سؤال مباشر يقيس مدى سعادة المتعاملين عن الرضا بشكل عام.</a:t>
            </a:r>
            <a:endParaRPr kumimoji="0" lang="en-GB" sz="1000" b="0" i="0" u="none" strike="noStrike" kern="1200" cap="none" spc="0" normalizeH="0" baseline="0" noProof="0">
              <a:ln>
                <a:noFill/>
              </a:ln>
              <a:solidFill>
                <a:srgbClr val="414141"/>
              </a:solidFill>
              <a:effectLst/>
              <a:uLnTx/>
              <a:uFillTx/>
              <a:latin typeface="Arial"/>
              <a:ea typeface="+mn-ea"/>
              <a:cs typeface="+mn-cs"/>
            </a:endParaRPr>
          </a:p>
        </p:txBody>
      </p:sp>
      <p:sp>
        <p:nvSpPr>
          <p:cNvPr id="23" name="TextBox 22">
            <a:extLst>
              <a:ext uri="{FF2B5EF4-FFF2-40B4-BE49-F238E27FC236}">
                <a16:creationId xmlns:a16="http://schemas.microsoft.com/office/drawing/2014/main" id="{62706C48-7D33-AB74-51BE-3A20BA26ABED}"/>
              </a:ext>
            </a:extLst>
          </p:cNvPr>
          <p:cNvSpPr txBox="1"/>
          <p:nvPr/>
        </p:nvSpPr>
        <p:spPr>
          <a:xfrm>
            <a:off x="10214899" y="6573270"/>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graphicFrame>
        <p:nvGraphicFramePr>
          <p:cNvPr id="30" name="Table 29">
            <a:extLst>
              <a:ext uri="{FF2B5EF4-FFF2-40B4-BE49-F238E27FC236}">
                <a16:creationId xmlns:a16="http://schemas.microsoft.com/office/drawing/2014/main" id="{19DE88C4-D7DA-CF60-455A-35687E28A44A}"/>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5" name="Group 4">
            <a:extLst>
              <a:ext uri="{FF2B5EF4-FFF2-40B4-BE49-F238E27FC236}">
                <a16:creationId xmlns:a16="http://schemas.microsoft.com/office/drawing/2014/main" id="{41ECC98C-2207-FACC-E644-6FFB37ED8612}"/>
              </a:ext>
            </a:extLst>
          </p:cNvPr>
          <p:cNvGrpSpPr/>
          <p:nvPr/>
        </p:nvGrpSpPr>
        <p:grpSpPr>
          <a:xfrm>
            <a:off x="989953" y="1602807"/>
            <a:ext cx="10212094" cy="4760614"/>
            <a:chOff x="951775" y="1602807"/>
            <a:chExt cx="10212094" cy="4760614"/>
          </a:xfrm>
        </p:grpSpPr>
        <p:sp>
          <p:nvSpPr>
            <p:cNvPr id="6" name="Rectangle: Rounded Corners 5">
              <a:extLst>
                <a:ext uri="{FF2B5EF4-FFF2-40B4-BE49-F238E27FC236}">
                  <a16:creationId xmlns:a16="http://schemas.microsoft.com/office/drawing/2014/main" id="{C0B9D4BC-464B-F250-05AF-6AC40F0210AB}"/>
                </a:ext>
              </a:extLst>
            </p:cNvPr>
            <p:cNvSpPr/>
            <p:nvPr/>
          </p:nvSpPr>
          <p:spPr>
            <a:xfrm>
              <a:off x="951775" y="1602807"/>
              <a:ext cx="10212094"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pSp>
          <p:nvGrpSpPr>
            <p:cNvPr id="8" name="Group 7">
              <a:extLst>
                <a:ext uri="{FF2B5EF4-FFF2-40B4-BE49-F238E27FC236}">
                  <a16:creationId xmlns:a16="http://schemas.microsoft.com/office/drawing/2014/main" id="{90AFD7DC-B18F-9341-767D-A768183693A3}"/>
                </a:ext>
              </a:extLst>
            </p:cNvPr>
            <p:cNvGrpSpPr/>
            <p:nvPr/>
          </p:nvGrpSpPr>
          <p:grpSpPr>
            <a:xfrm>
              <a:off x="1352667" y="1770110"/>
              <a:ext cx="9410310" cy="4466168"/>
              <a:chOff x="1449526" y="1770110"/>
              <a:chExt cx="9410310" cy="4466168"/>
            </a:xfrm>
          </p:grpSpPr>
          <p:grpSp>
            <p:nvGrpSpPr>
              <p:cNvPr id="10" name="Group 9">
                <a:extLst>
                  <a:ext uri="{FF2B5EF4-FFF2-40B4-BE49-F238E27FC236}">
                    <a16:creationId xmlns:a16="http://schemas.microsoft.com/office/drawing/2014/main" id="{E5ECB701-A12F-F75A-3171-6EE9AFACAEC4}"/>
                  </a:ext>
                </a:extLst>
              </p:cNvPr>
              <p:cNvGrpSpPr/>
              <p:nvPr/>
            </p:nvGrpSpPr>
            <p:grpSpPr>
              <a:xfrm>
                <a:off x="8137901" y="1770110"/>
                <a:ext cx="2721935" cy="4427592"/>
                <a:chOff x="8137901" y="1770110"/>
                <a:chExt cx="2721935" cy="4427592"/>
              </a:xfrm>
            </p:grpSpPr>
            <p:grpSp>
              <p:nvGrpSpPr>
                <p:cNvPr id="33" name="Group 32">
                  <a:extLst>
                    <a:ext uri="{FF2B5EF4-FFF2-40B4-BE49-F238E27FC236}">
                      <a16:creationId xmlns:a16="http://schemas.microsoft.com/office/drawing/2014/main" id="{BAA03203-AE77-2A25-10C0-9B0B42A0910A}"/>
                    </a:ext>
                  </a:extLst>
                </p:cNvPr>
                <p:cNvGrpSpPr/>
                <p:nvPr/>
              </p:nvGrpSpPr>
              <p:grpSpPr>
                <a:xfrm>
                  <a:off x="8137901" y="4081255"/>
                  <a:ext cx="2721935" cy="2116447"/>
                  <a:chOff x="150890" y="1694457"/>
                  <a:chExt cx="2721935" cy="2116447"/>
                </a:xfrm>
              </p:grpSpPr>
              <p:sp>
                <p:nvSpPr>
                  <p:cNvPr id="38" name="TextBox 37">
                    <a:extLst>
                      <a:ext uri="{FF2B5EF4-FFF2-40B4-BE49-F238E27FC236}">
                        <a16:creationId xmlns:a16="http://schemas.microsoft.com/office/drawing/2014/main" id="{F752663A-B8B3-5021-F3F7-54D747BCDCE5}"/>
                      </a:ext>
                    </a:extLst>
                  </p:cNvPr>
                  <p:cNvSpPr txBox="1"/>
                  <p:nvPr/>
                </p:nvSpPr>
                <p:spPr>
                  <a:xfrm>
                    <a:off x="150890" y="1694457"/>
                    <a:ext cx="2721935" cy="461665"/>
                  </a:xfrm>
                  <a:prstGeom prst="rect">
                    <a:avLst/>
                  </a:prstGeom>
                  <a:noFill/>
                </p:spPr>
                <p:txBody>
                  <a:bodyPr wrap="square">
                    <a:spAutoFit/>
                  </a:bodyPr>
                  <a:lstStyle/>
                  <a:p>
                    <a:pPr algn="ctr"/>
                    <a:r>
                      <a:rPr lang="ar-EG" sz="2400">
                        <a:solidFill>
                          <a:srgbClr val="414141"/>
                        </a:solidFill>
                      </a:rPr>
                      <a:t>سرعة تقديم الخدمة</a:t>
                    </a:r>
                    <a:endParaRPr lang="en-GB" sz="2400">
                      <a:solidFill>
                        <a:srgbClr val="414141"/>
                      </a:solidFill>
                    </a:endParaRPr>
                  </a:p>
                </p:txBody>
              </p:sp>
              <p:graphicFrame>
                <p:nvGraphicFramePr>
                  <p:cNvPr id="42" name="Chart 41">
                    <a:extLst>
                      <a:ext uri="{FF2B5EF4-FFF2-40B4-BE49-F238E27FC236}">
                        <a16:creationId xmlns:a16="http://schemas.microsoft.com/office/drawing/2014/main" id="{705905A7-10C3-DB26-F557-C6B8A946093D}"/>
                      </a:ext>
                    </a:extLst>
                  </p:cNvPr>
                  <p:cNvGraphicFramePr/>
                  <p:nvPr>
                    <p:extLst>
                      <p:ext uri="{D42A27DB-BD31-4B8C-83A1-F6EECF244321}">
                        <p14:modId xmlns:p14="http://schemas.microsoft.com/office/powerpoint/2010/main" val="4049856060"/>
                      </p:ext>
                    </p:extLst>
                  </p:nvPr>
                </p:nvGraphicFramePr>
                <p:xfrm>
                  <a:off x="253680" y="2120328"/>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43" name="TextBox 42">
                    <a:extLst>
                      <a:ext uri="{FF2B5EF4-FFF2-40B4-BE49-F238E27FC236}">
                        <a16:creationId xmlns:a16="http://schemas.microsoft.com/office/drawing/2014/main" id="{F0F068EE-31C3-E567-7B7B-BA87BE2110E2}"/>
                      </a:ext>
                    </a:extLst>
                  </p:cNvPr>
                  <p:cNvSpPr txBox="1"/>
                  <p:nvPr/>
                </p:nvSpPr>
                <p:spPr>
                  <a:xfrm>
                    <a:off x="1102504" y="2734783"/>
                    <a:ext cx="818707" cy="461665"/>
                  </a:xfrm>
                  <a:prstGeom prst="rect">
                    <a:avLst/>
                  </a:prstGeom>
                  <a:noFill/>
                </p:spPr>
                <p:txBody>
                  <a:bodyPr wrap="square" rtlCol="0">
                    <a:spAutoFit/>
                  </a:bodyPr>
                  <a:lstStyle/>
                  <a:p>
                    <a:pPr algn="ctr"/>
                    <a:r>
                      <a:rPr lang="en-GB" sz="2400" b="1" dirty="0">
                        <a:solidFill>
                          <a:srgbClr val="35AA6E"/>
                        </a:solidFill>
                      </a:rPr>
                      <a:t>93%</a:t>
                    </a:r>
                  </a:p>
                </p:txBody>
              </p:sp>
            </p:grpSp>
            <p:grpSp>
              <p:nvGrpSpPr>
                <p:cNvPr id="34" name="Group 33">
                  <a:extLst>
                    <a:ext uri="{FF2B5EF4-FFF2-40B4-BE49-F238E27FC236}">
                      <a16:creationId xmlns:a16="http://schemas.microsoft.com/office/drawing/2014/main" id="{A137B407-92B7-56E2-ED30-1CBF5404C250}"/>
                    </a:ext>
                  </a:extLst>
                </p:cNvPr>
                <p:cNvGrpSpPr/>
                <p:nvPr/>
              </p:nvGrpSpPr>
              <p:grpSpPr>
                <a:xfrm>
                  <a:off x="8137901" y="1770110"/>
                  <a:ext cx="2721935" cy="2213796"/>
                  <a:chOff x="2115887" y="4013246"/>
                  <a:chExt cx="2721935" cy="2213796"/>
                </a:xfrm>
              </p:grpSpPr>
              <p:sp>
                <p:nvSpPr>
                  <p:cNvPr id="35" name="TextBox 34">
                    <a:extLst>
                      <a:ext uri="{FF2B5EF4-FFF2-40B4-BE49-F238E27FC236}">
                        <a16:creationId xmlns:a16="http://schemas.microsoft.com/office/drawing/2014/main" id="{308B30C2-BCF8-64DB-DCFB-21B86EC59ECD}"/>
                      </a:ext>
                    </a:extLst>
                  </p:cNvPr>
                  <p:cNvSpPr txBox="1"/>
                  <p:nvPr/>
                </p:nvSpPr>
                <p:spPr>
                  <a:xfrm>
                    <a:off x="2115887" y="4013246"/>
                    <a:ext cx="2721935" cy="461665"/>
                  </a:xfrm>
                  <a:prstGeom prst="rect">
                    <a:avLst/>
                  </a:prstGeom>
                  <a:noFill/>
                </p:spPr>
                <p:txBody>
                  <a:bodyPr wrap="square">
                    <a:spAutoFit/>
                  </a:bodyPr>
                  <a:lstStyle/>
                  <a:p>
                    <a:pPr algn="ctr"/>
                    <a:r>
                      <a:rPr lang="ar-EG" sz="2400" kern="1200" noProof="0" dirty="0">
                        <a:solidFill>
                          <a:srgbClr val="414141"/>
                        </a:solidFill>
                        <a:latin typeface="+mn-lt"/>
                        <a:ea typeface="+mn-ea"/>
                        <a:cs typeface="+mn-cs"/>
                      </a:rPr>
                      <a:t>سهولة الوصول</a:t>
                    </a:r>
                  </a:p>
                </p:txBody>
              </p:sp>
              <p:graphicFrame>
                <p:nvGraphicFramePr>
                  <p:cNvPr id="36" name="Chart 35">
                    <a:extLst>
                      <a:ext uri="{FF2B5EF4-FFF2-40B4-BE49-F238E27FC236}">
                        <a16:creationId xmlns:a16="http://schemas.microsoft.com/office/drawing/2014/main" id="{AC08A6CC-2324-3B1F-B829-C688DE173F82}"/>
                      </a:ext>
                    </a:extLst>
                  </p:cNvPr>
                  <p:cNvGraphicFramePr/>
                  <p:nvPr>
                    <p:extLst>
                      <p:ext uri="{D42A27DB-BD31-4B8C-83A1-F6EECF244321}">
                        <p14:modId xmlns:p14="http://schemas.microsoft.com/office/powerpoint/2010/main" val="3585830082"/>
                      </p:ext>
                    </p:extLst>
                  </p:nvPr>
                </p:nvGraphicFramePr>
                <p:xfrm>
                  <a:off x="2218677" y="4536466"/>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Box 36">
                    <a:extLst>
                      <a:ext uri="{FF2B5EF4-FFF2-40B4-BE49-F238E27FC236}">
                        <a16:creationId xmlns:a16="http://schemas.microsoft.com/office/drawing/2014/main" id="{E948C084-9E76-76A2-F7CD-30704114D9C1}"/>
                      </a:ext>
                    </a:extLst>
                  </p:cNvPr>
                  <p:cNvSpPr txBox="1"/>
                  <p:nvPr/>
                </p:nvSpPr>
                <p:spPr>
                  <a:xfrm>
                    <a:off x="3067501" y="5150921"/>
                    <a:ext cx="818707" cy="461665"/>
                  </a:xfrm>
                  <a:prstGeom prst="rect">
                    <a:avLst/>
                  </a:prstGeom>
                  <a:noFill/>
                </p:spPr>
                <p:txBody>
                  <a:bodyPr wrap="square" rtlCol="0">
                    <a:spAutoFit/>
                  </a:bodyPr>
                  <a:lstStyle/>
                  <a:p>
                    <a:pPr algn="ctr"/>
                    <a:r>
                      <a:rPr lang="en-US" sz="2400" b="1" dirty="0">
                        <a:solidFill>
                          <a:srgbClr val="35AA6E"/>
                        </a:solidFill>
                      </a:rPr>
                      <a:t>90</a:t>
                    </a:r>
                    <a:r>
                      <a:rPr lang="en-GB" sz="2400" b="1" dirty="0">
                        <a:solidFill>
                          <a:srgbClr val="35AA6E"/>
                        </a:solidFill>
                      </a:rPr>
                      <a:t>%</a:t>
                    </a:r>
                  </a:p>
                </p:txBody>
              </p:sp>
            </p:grpSp>
          </p:grpSp>
          <p:grpSp>
            <p:nvGrpSpPr>
              <p:cNvPr id="11" name="Group 10">
                <a:extLst>
                  <a:ext uri="{FF2B5EF4-FFF2-40B4-BE49-F238E27FC236}">
                    <a16:creationId xmlns:a16="http://schemas.microsoft.com/office/drawing/2014/main" id="{EA23C280-9E09-28D2-69FD-C455E2111DEE}"/>
                  </a:ext>
                </a:extLst>
              </p:cNvPr>
              <p:cNvGrpSpPr/>
              <p:nvPr/>
            </p:nvGrpSpPr>
            <p:grpSpPr>
              <a:xfrm>
                <a:off x="1449526" y="1770110"/>
                <a:ext cx="2516354" cy="4466168"/>
                <a:chOff x="1449526" y="1770110"/>
                <a:chExt cx="2516354" cy="4466168"/>
              </a:xfrm>
            </p:grpSpPr>
            <p:grpSp>
              <p:nvGrpSpPr>
                <p:cNvPr id="21" name="Group 20">
                  <a:extLst>
                    <a:ext uri="{FF2B5EF4-FFF2-40B4-BE49-F238E27FC236}">
                      <a16:creationId xmlns:a16="http://schemas.microsoft.com/office/drawing/2014/main" id="{C27C812E-BF18-DB68-0D2C-724EFC7F52F6}"/>
                    </a:ext>
                  </a:extLst>
                </p:cNvPr>
                <p:cNvGrpSpPr/>
                <p:nvPr/>
              </p:nvGrpSpPr>
              <p:grpSpPr>
                <a:xfrm>
                  <a:off x="1449526" y="4081255"/>
                  <a:ext cx="2516354" cy="2155023"/>
                  <a:chOff x="9479710" y="1761234"/>
                  <a:chExt cx="2516354" cy="2155023"/>
                </a:xfrm>
              </p:grpSpPr>
              <p:graphicFrame>
                <p:nvGraphicFramePr>
                  <p:cNvPr id="28" name="Chart 27">
                    <a:extLst>
                      <a:ext uri="{FF2B5EF4-FFF2-40B4-BE49-F238E27FC236}">
                        <a16:creationId xmlns:a16="http://schemas.microsoft.com/office/drawing/2014/main" id="{51D5C2E4-E4B5-C5F5-B80F-90C684313329}"/>
                      </a:ext>
                    </a:extLst>
                  </p:cNvPr>
                  <p:cNvGraphicFramePr/>
                  <p:nvPr>
                    <p:extLst>
                      <p:ext uri="{D42A27DB-BD31-4B8C-83A1-F6EECF244321}">
                        <p14:modId xmlns:p14="http://schemas.microsoft.com/office/powerpoint/2010/main" val="2699622901"/>
                      </p:ext>
                    </p:extLst>
                  </p:nvPr>
                </p:nvGraphicFramePr>
                <p:xfrm>
                  <a:off x="9479710" y="222568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9" name="TextBox 28">
                    <a:extLst>
                      <a:ext uri="{FF2B5EF4-FFF2-40B4-BE49-F238E27FC236}">
                        <a16:creationId xmlns:a16="http://schemas.microsoft.com/office/drawing/2014/main" id="{378565CC-7D0F-1188-C016-2935714F4419}"/>
                      </a:ext>
                    </a:extLst>
                  </p:cNvPr>
                  <p:cNvSpPr txBox="1"/>
                  <p:nvPr/>
                </p:nvSpPr>
                <p:spPr>
                  <a:xfrm>
                    <a:off x="10328534" y="2840136"/>
                    <a:ext cx="818707" cy="461665"/>
                  </a:xfrm>
                  <a:prstGeom prst="rect">
                    <a:avLst/>
                  </a:prstGeom>
                  <a:noFill/>
                </p:spPr>
                <p:txBody>
                  <a:bodyPr wrap="square" rtlCol="0">
                    <a:spAutoFit/>
                  </a:bodyPr>
                  <a:lstStyle/>
                  <a:p>
                    <a:r>
                      <a:rPr lang="en-GB" sz="2400" b="1" dirty="0">
                        <a:solidFill>
                          <a:srgbClr val="35AA6E"/>
                        </a:solidFill>
                      </a:rPr>
                      <a:t>95%</a:t>
                    </a:r>
                  </a:p>
                </p:txBody>
              </p:sp>
              <p:sp>
                <p:nvSpPr>
                  <p:cNvPr id="31" name="TextBox 30">
                    <a:extLst>
                      <a:ext uri="{FF2B5EF4-FFF2-40B4-BE49-F238E27FC236}">
                        <a16:creationId xmlns:a16="http://schemas.microsoft.com/office/drawing/2014/main" id="{16534E31-73B9-A440-4808-990A0D31ED99}"/>
                      </a:ext>
                    </a:extLst>
                  </p:cNvPr>
                  <p:cNvSpPr txBox="1"/>
                  <p:nvPr/>
                </p:nvSpPr>
                <p:spPr>
                  <a:xfrm>
                    <a:off x="9642847" y="1761234"/>
                    <a:ext cx="2190081" cy="461665"/>
                  </a:xfrm>
                  <a:prstGeom prst="rect">
                    <a:avLst/>
                  </a:prstGeom>
                  <a:noFill/>
                </p:spPr>
                <p:txBody>
                  <a:bodyPr wrap="square">
                    <a:spAutoFit/>
                  </a:bodyPr>
                  <a:lstStyle/>
                  <a:p>
                    <a:pPr algn="ctr"/>
                    <a:r>
                      <a:rPr lang="ar-EG" sz="2400" dirty="0">
                        <a:solidFill>
                          <a:srgbClr val="414141"/>
                        </a:solidFill>
                      </a:rPr>
                      <a:t>*مؤشر الرضا العام</a:t>
                    </a:r>
                  </a:p>
                </p:txBody>
              </p:sp>
            </p:grpSp>
            <p:grpSp>
              <p:nvGrpSpPr>
                <p:cNvPr id="22" name="Group 21">
                  <a:extLst>
                    <a:ext uri="{FF2B5EF4-FFF2-40B4-BE49-F238E27FC236}">
                      <a16:creationId xmlns:a16="http://schemas.microsoft.com/office/drawing/2014/main" id="{E0F27996-1776-A1F2-503D-56226F0FF999}"/>
                    </a:ext>
                  </a:extLst>
                </p:cNvPr>
                <p:cNvGrpSpPr/>
                <p:nvPr/>
              </p:nvGrpSpPr>
              <p:grpSpPr>
                <a:xfrm>
                  <a:off x="1449526" y="1770110"/>
                  <a:ext cx="2516354" cy="2213796"/>
                  <a:chOff x="7654192" y="4013246"/>
                  <a:chExt cx="2516354" cy="2213796"/>
                </a:xfrm>
              </p:grpSpPr>
              <p:sp>
                <p:nvSpPr>
                  <p:cNvPr id="24" name="TextBox 23">
                    <a:extLst>
                      <a:ext uri="{FF2B5EF4-FFF2-40B4-BE49-F238E27FC236}">
                        <a16:creationId xmlns:a16="http://schemas.microsoft.com/office/drawing/2014/main" id="{1480F84F-DC9D-8DF2-0D9A-9A69E53B983B}"/>
                      </a:ext>
                    </a:extLst>
                  </p:cNvPr>
                  <p:cNvSpPr txBox="1"/>
                  <p:nvPr/>
                </p:nvSpPr>
                <p:spPr>
                  <a:xfrm>
                    <a:off x="7667735" y="4013246"/>
                    <a:ext cx="2489269" cy="461665"/>
                  </a:xfrm>
                  <a:prstGeom prst="rect">
                    <a:avLst/>
                  </a:prstGeom>
                  <a:noFill/>
                </p:spPr>
                <p:txBody>
                  <a:bodyPr wrap="square">
                    <a:spAutoFit/>
                  </a:bodyPr>
                  <a:lstStyle/>
                  <a:p>
                    <a:pPr algn="ctr"/>
                    <a:r>
                      <a:rPr lang="ar-AE" sz="2400" dirty="0">
                        <a:solidFill>
                          <a:srgbClr val="414141"/>
                        </a:solidFill>
                      </a:rPr>
                      <a:t>سهولة الاستخدام</a:t>
                    </a:r>
                  </a:p>
                </p:txBody>
              </p:sp>
              <p:graphicFrame>
                <p:nvGraphicFramePr>
                  <p:cNvPr id="25" name="Chart 24">
                    <a:extLst>
                      <a:ext uri="{FF2B5EF4-FFF2-40B4-BE49-F238E27FC236}">
                        <a16:creationId xmlns:a16="http://schemas.microsoft.com/office/drawing/2014/main" id="{CC52319F-23B4-E58F-3C13-6A85B59AD562}"/>
                      </a:ext>
                    </a:extLst>
                  </p:cNvPr>
                  <p:cNvGraphicFramePr/>
                  <p:nvPr>
                    <p:extLst>
                      <p:ext uri="{D42A27DB-BD31-4B8C-83A1-F6EECF244321}">
                        <p14:modId xmlns:p14="http://schemas.microsoft.com/office/powerpoint/2010/main" val="138836708"/>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Box 26">
                    <a:extLst>
                      <a:ext uri="{FF2B5EF4-FFF2-40B4-BE49-F238E27FC236}">
                        <a16:creationId xmlns:a16="http://schemas.microsoft.com/office/drawing/2014/main" id="{B0FD65A0-BD4C-635C-36B7-6BA00F7D9FD9}"/>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91%</a:t>
                    </a:r>
                  </a:p>
                </p:txBody>
              </p:sp>
            </p:grpSp>
          </p:grpSp>
          <p:grpSp>
            <p:nvGrpSpPr>
              <p:cNvPr id="12" name="Group 11">
                <a:extLst>
                  <a:ext uri="{FF2B5EF4-FFF2-40B4-BE49-F238E27FC236}">
                    <a16:creationId xmlns:a16="http://schemas.microsoft.com/office/drawing/2014/main" id="{B8801CD8-2C20-E906-B90F-A8E656125B81}"/>
                  </a:ext>
                </a:extLst>
              </p:cNvPr>
              <p:cNvGrpSpPr/>
              <p:nvPr/>
            </p:nvGrpSpPr>
            <p:grpSpPr>
              <a:xfrm>
                <a:off x="4799645" y="1770110"/>
                <a:ext cx="2516354" cy="4458164"/>
                <a:chOff x="4799645" y="1770110"/>
                <a:chExt cx="2516354" cy="4458164"/>
              </a:xfrm>
            </p:grpSpPr>
            <p:grpSp>
              <p:nvGrpSpPr>
                <p:cNvPr id="13" name="Group 12">
                  <a:extLst>
                    <a:ext uri="{FF2B5EF4-FFF2-40B4-BE49-F238E27FC236}">
                      <a16:creationId xmlns:a16="http://schemas.microsoft.com/office/drawing/2014/main" id="{FC1226C6-70F7-33B0-167F-14CE164E5DC1}"/>
                    </a:ext>
                  </a:extLst>
                </p:cNvPr>
                <p:cNvGrpSpPr/>
                <p:nvPr/>
              </p:nvGrpSpPr>
              <p:grpSpPr>
                <a:xfrm>
                  <a:off x="4799645" y="4081255"/>
                  <a:ext cx="2516354" cy="2147019"/>
                  <a:chOff x="4837822" y="1761234"/>
                  <a:chExt cx="2516354" cy="2147019"/>
                </a:xfrm>
              </p:grpSpPr>
              <p:graphicFrame>
                <p:nvGraphicFramePr>
                  <p:cNvPr id="18" name="Chart 17">
                    <a:extLst>
                      <a:ext uri="{FF2B5EF4-FFF2-40B4-BE49-F238E27FC236}">
                        <a16:creationId xmlns:a16="http://schemas.microsoft.com/office/drawing/2014/main" id="{B834AC61-B81D-B63F-5B91-BC6833AA71CC}"/>
                      </a:ext>
                    </a:extLst>
                  </p:cNvPr>
                  <p:cNvGraphicFramePr/>
                  <p:nvPr>
                    <p:extLst>
                      <p:ext uri="{D42A27DB-BD31-4B8C-83A1-F6EECF244321}">
                        <p14:modId xmlns:p14="http://schemas.microsoft.com/office/powerpoint/2010/main" val="3764918675"/>
                      </p:ext>
                    </p:extLst>
                  </p:nvPr>
                </p:nvGraphicFramePr>
                <p:xfrm>
                  <a:off x="4837822" y="2217677"/>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19" name="TextBox 18">
                    <a:extLst>
                      <a:ext uri="{FF2B5EF4-FFF2-40B4-BE49-F238E27FC236}">
                        <a16:creationId xmlns:a16="http://schemas.microsoft.com/office/drawing/2014/main" id="{40625530-AF88-96A0-70BB-08B6BC85194B}"/>
                      </a:ext>
                    </a:extLst>
                  </p:cNvPr>
                  <p:cNvSpPr txBox="1"/>
                  <p:nvPr/>
                </p:nvSpPr>
                <p:spPr>
                  <a:xfrm>
                    <a:off x="5686646" y="2832132"/>
                    <a:ext cx="818707" cy="461665"/>
                  </a:xfrm>
                  <a:prstGeom prst="rect">
                    <a:avLst/>
                  </a:prstGeom>
                  <a:noFill/>
                </p:spPr>
                <p:txBody>
                  <a:bodyPr wrap="square" rtlCol="0">
                    <a:spAutoFit/>
                  </a:bodyPr>
                  <a:lstStyle/>
                  <a:p>
                    <a:r>
                      <a:rPr lang="en-GB" sz="2400" b="1" dirty="0">
                        <a:solidFill>
                          <a:srgbClr val="35AA6E"/>
                        </a:solidFill>
                      </a:rPr>
                      <a:t>98%</a:t>
                    </a:r>
                  </a:p>
                </p:txBody>
              </p:sp>
              <p:sp>
                <p:nvSpPr>
                  <p:cNvPr id="20" name="TextBox 19">
                    <a:extLst>
                      <a:ext uri="{FF2B5EF4-FFF2-40B4-BE49-F238E27FC236}">
                        <a16:creationId xmlns:a16="http://schemas.microsoft.com/office/drawing/2014/main" id="{987B1C2A-D9E3-936A-2B6A-BE834742C800}"/>
                      </a:ext>
                    </a:extLst>
                  </p:cNvPr>
                  <p:cNvSpPr txBox="1"/>
                  <p:nvPr/>
                </p:nvSpPr>
                <p:spPr>
                  <a:xfrm>
                    <a:off x="5000959" y="1761234"/>
                    <a:ext cx="2190081" cy="461665"/>
                  </a:xfrm>
                  <a:prstGeom prst="rect">
                    <a:avLst/>
                  </a:prstGeom>
                  <a:noFill/>
                </p:spPr>
                <p:txBody>
                  <a:bodyPr wrap="square">
                    <a:spAutoFit/>
                  </a:bodyPr>
                  <a:lstStyle/>
                  <a:p>
                    <a:pPr algn="ctr"/>
                    <a:r>
                      <a:rPr lang="ar-EG" sz="2400" dirty="0">
                        <a:solidFill>
                          <a:srgbClr val="414141"/>
                        </a:solidFill>
                      </a:rPr>
                      <a:t>خصوصية المتعامل</a:t>
                    </a:r>
                  </a:p>
                </p:txBody>
              </p:sp>
            </p:grpSp>
            <p:grpSp>
              <p:nvGrpSpPr>
                <p:cNvPr id="14" name="Group 13">
                  <a:extLst>
                    <a:ext uri="{FF2B5EF4-FFF2-40B4-BE49-F238E27FC236}">
                      <a16:creationId xmlns:a16="http://schemas.microsoft.com/office/drawing/2014/main" id="{56FC090C-1556-1391-E1D7-5E3E65253DAB}"/>
                    </a:ext>
                  </a:extLst>
                </p:cNvPr>
                <p:cNvGrpSpPr/>
                <p:nvPr/>
              </p:nvGrpSpPr>
              <p:grpSpPr>
                <a:xfrm>
                  <a:off x="4799645" y="1770110"/>
                  <a:ext cx="2516354" cy="2213796"/>
                  <a:chOff x="7654192" y="4013246"/>
                  <a:chExt cx="2516354" cy="2213796"/>
                </a:xfrm>
              </p:grpSpPr>
              <p:sp>
                <p:nvSpPr>
                  <p:cNvPr id="15" name="TextBox 14">
                    <a:extLst>
                      <a:ext uri="{FF2B5EF4-FFF2-40B4-BE49-F238E27FC236}">
                        <a16:creationId xmlns:a16="http://schemas.microsoft.com/office/drawing/2014/main" id="{01291380-B2B8-EB55-261E-A9A609A5147B}"/>
                      </a:ext>
                    </a:extLst>
                  </p:cNvPr>
                  <p:cNvSpPr txBox="1"/>
                  <p:nvPr/>
                </p:nvSpPr>
                <p:spPr>
                  <a:xfrm>
                    <a:off x="7667735" y="4013246"/>
                    <a:ext cx="2489269" cy="461665"/>
                  </a:xfrm>
                  <a:prstGeom prst="rect">
                    <a:avLst/>
                  </a:prstGeom>
                  <a:noFill/>
                </p:spPr>
                <p:txBody>
                  <a:bodyPr wrap="square">
                    <a:spAutoFit/>
                  </a:bodyPr>
                  <a:lstStyle/>
                  <a:p>
                    <a:pPr algn="ctr"/>
                    <a:r>
                      <a:rPr lang="ar-EG" sz="2400">
                        <a:solidFill>
                          <a:srgbClr val="414141"/>
                        </a:solidFill>
                      </a:rPr>
                      <a:t>جودة المعلومات</a:t>
                    </a:r>
                    <a:endParaRPr lang="en-GB" sz="2400">
                      <a:solidFill>
                        <a:srgbClr val="414141"/>
                      </a:solidFill>
                    </a:endParaRPr>
                  </a:p>
                </p:txBody>
              </p:sp>
              <p:graphicFrame>
                <p:nvGraphicFramePr>
                  <p:cNvPr id="16" name="Chart 15">
                    <a:extLst>
                      <a:ext uri="{FF2B5EF4-FFF2-40B4-BE49-F238E27FC236}">
                        <a16:creationId xmlns:a16="http://schemas.microsoft.com/office/drawing/2014/main" id="{1F36EB77-B0CE-8824-B067-5B68D46547F2}"/>
                      </a:ext>
                    </a:extLst>
                  </p:cNvPr>
                  <p:cNvGraphicFramePr/>
                  <p:nvPr>
                    <p:extLst>
                      <p:ext uri="{D42A27DB-BD31-4B8C-83A1-F6EECF244321}">
                        <p14:modId xmlns:p14="http://schemas.microsoft.com/office/powerpoint/2010/main" val="659932808"/>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9"/>
                  </a:graphicData>
                </a:graphic>
              </p:graphicFrame>
              <p:sp>
                <p:nvSpPr>
                  <p:cNvPr id="17" name="TextBox 16">
                    <a:extLst>
                      <a:ext uri="{FF2B5EF4-FFF2-40B4-BE49-F238E27FC236}">
                        <a16:creationId xmlns:a16="http://schemas.microsoft.com/office/drawing/2014/main" id="{75799AB6-A162-38AA-816D-9854DCAC326E}"/>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a:t>
                    </a:r>
                    <a:r>
                      <a:rPr lang="en-US" sz="2400" b="1" dirty="0">
                        <a:solidFill>
                          <a:srgbClr val="35AA6E"/>
                        </a:solidFill>
                      </a:rPr>
                      <a:t>4</a:t>
                    </a:r>
                    <a:r>
                      <a:rPr lang="en-GB" sz="2400" b="1" dirty="0">
                        <a:solidFill>
                          <a:srgbClr val="35AA6E"/>
                        </a:solidFill>
                      </a:rPr>
                      <a:t>%</a:t>
                    </a:r>
                  </a:p>
                </p:txBody>
              </p:sp>
            </p:grpSp>
          </p:grpSp>
        </p:grpSp>
      </p:grpSp>
    </p:spTree>
    <p:extLst>
      <p:ext uri="{BB962C8B-B14F-4D97-AF65-F5344CB8AC3E}">
        <p14:creationId xmlns:p14="http://schemas.microsoft.com/office/powerpoint/2010/main" val="1281112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3BA6A-7FC0-F854-3D67-F4646639CDA8}"/>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488740E-F72D-F37F-192C-99ED28CCB69B}"/>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1F7E77CD-FC69-A604-833D-06D5C5618455}"/>
              </a:ext>
            </a:extLst>
          </p:cNvPr>
          <p:cNvSpPr/>
          <p:nvPr/>
        </p:nvSpPr>
        <p:spPr>
          <a:xfrm>
            <a:off x="749300" y="4104991"/>
            <a:ext cx="10693400" cy="9144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03DBE987-0A4D-D6A0-3356-EA9EA65EA22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60D77BD2-02D1-D0AB-E996-4E234BEDEB2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3" name="TextBox 2">
            <a:extLst>
              <a:ext uri="{FF2B5EF4-FFF2-40B4-BE49-F238E27FC236}">
                <a16:creationId xmlns:a16="http://schemas.microsoft.com/office/drawing/2014/main" id="{411297D1-A281-9D31-D4FC-CBFB2E1102DD}"/>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lang="ar-AE" sz="1400" dirty="0">
                <a:solidFill>
                  <a:srgbClr val="414141"/>
                </a:solidFill>
              </a:rPr>
              <a:t>عند تقييم </a:t>
            </a:r>
            <a:r>
              <a:rPr lang="ar-AE" sz="1400" b="1" dirty="0">
                <a:solidFill>
                  <a:srgbClr val="414141"/>
                </a:solidFill>
              </a:rPr>
              <a:t>سهولة الوصول </a:t>
            </a:r>
            <a:r>
              <a:rPr lang="ar-AE" sz="1400" dirty="0">
                <a:solidFill>
                  <a:srgbClr val="414141"/>
                </a:solidFill>
              </a:rPr>
              <a:t>إلى الموقع الإلكتروني، لوحظت قابلية للتحسين فيما يتعلق </a:t>
            </a:r>
            <a:r>
              <a:rPr lang="ar-AE" sz="1400" b="1" dirty="0">
                <a:solidFill>
                  <a:srgbClr val="414141"/>
                </a:solidFill>
              </a:rPr>
              <a:t>بوجود بعض الأخطاء والمشاكل الفنية </a:t>
            </a:r>
            <a:r>
              <a:rPr lang="ar-AE" sz="1400" dirty="0">
                <a:solidFill>
                  <a:srgbClr val="414141"/>
                </a:solidFill>
              </a:rPr>
              <a:t>التي تؤثر على تجربة الاستخدام. وكانت </a:t>
            </a:r>
            <a:r>
              <a:rPr lang="ar-AE" sz="1400" b="1" dirty="0">
                <a:solidFill>
                  <a:srgbClr val="414141"/>
                </a:solidFill>
              </a:rPr>
              <a:t>جودة المعلومات </a:t>
            </a:r>
            <a:r>
              <a:rPr lang="ar-AE" sz="1400" dirty="0">
                <a:solidFill>
                  <a:srgbClr val="414141"/>
                </a:solidFill>
              </a:rPr>
              <a:t>خلال جميع المراحل كانت واضحة ومفيدة وكافية.</a:t>
            </a:r>
          </a:p>
        </p:txBody>
      </p:sp>
      <p:pic>
        <p:nvPicPr>
          <p:cNvPr id="4" name="Picture 2">
            <a:extLst>
              <a:ext uri="{FF2B5EF4-FFF2-40B4-BE49-F238E27FC236}">
                <a16:creationId xmlns:a16="http://schemas.microsoft.com/office/drawing/2014/main" id="{A409D59E-B2C5-904F-84CF-3F6C2B72263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470E92-F5F5-3613-04BE-85765EB51BA6}"/>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graphicFrame>
        <p:nvGraphicFramePr>
          <p:cNvPr id="10" name="Table 9">
            <a:extLst>
              <a:ext uri="{FF2B5EF4-FFF2-40B4-BE49-F238E27FC236}">
                <a16:creationId xmlns:a16="http://schemas.microsoft.com/office/drawing/2014/main" id="{55F85D81-10BB-0584-E507-D83B7067A9C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1" name="TextBox 40">
            <a:extLst>
              <a:ext uri="{FF2B5EF4-FFF2-40B4-BE49-F238E27FC236}">
                <a16:creationId xmlns:a16="http://schemas.microsoft.com/office/drawing/2014/main" id="{E83B04BA-16A9-BC8D-9B7D-21C6D47032E2}"/>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8" name="TextBox 7">
            <a:extLst>
              <a:ext uri="{FF2B5EF4-FFF2-40B4-BE49-F238E27FC236}">
                <a16:creationId xmlns:a16="http://schemas.microsoft.com/office/drawing/2014/main" id="{08F7B32E-16DE-CD38-C91C-6DFFACA2CBA3}"/>
              </a:ext>
            </a:extLst>
          </p:cNvPr>
          <p:cNvSpPr txBox="1"/>
          <p:nvPr/>
        </p:nvSpPr>
        <p:spPr>
          <a:xfrm>
            <a:off x="4061637" y="244463"/>
            <a:ext cx="7934428" cy="523220"/>
          </a:xfrm>
          <a:prstGeom prst="rect">
            <a:avLst/>
          </a:prstGeom>
          <a:noFill/>
        </p:spPr>
        <p:txBody>
          <a:bodyPr wrap="square" rtlCol="0">
            <a:spAutoFit/>
          </a:bodyPr>
          <a:lstStyle/>
          <a:p>
            <a:pPr>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rPr>
              <a:t>سهولة الوصول</a:t>
            </a:r>
            <a:r>
              <a:rPr lang="ar-AE" sz="2800" dirty="0">
                <a:solidFill>
                  <a:srgbClr val="414141"/>
                </a:solidFill>
              </a:rPr>
              <a:t> / </a:t>
            </a:r>
            <a:r>
              <a:rPr lang="ar-EG" sz="2800" dirty="0"/>
              <a:t>جودة المعلومات</a:t>
            </a:r>
          </a:p>
        </p:txBody>
      </p:sp>
      <p:graphicFrame>
        <p:nvGraphicFramePr>
          <p:cNvPr id="58" name="Table 57">
            <a:extLst>
              <a:ext uri="{FF2B5EF4-FFF2-40B4-BE49-F238E27FC236}">
                <a16:creationId xmlns:a16="http://schemas.microsoft.com/office/drawing/2014/main" id="{73164773-FEE7-1C1B-3D81-FF40793C7BD4}"/>
              </a:ext>
            </a:extLst>
          </p:cNvPr>
          <p:cNvGraphicFramePr>
            <a:graphicFrameLocks noGrp="1"/>
          </p:cNvGraphicFramePr>
          <p:nvPr/>
        </p:nvGraphicFramePr>
        <p:xfrm>
          <a:off x="749299" y="1754457"/>
          <a:ext cx="8877117" cy="2422400"/>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pSp>
        <p:nvGrpSpPr>
          <p:cNvPr id="60" name="Group 59">
            <a:extLst>
              <a:ext uri="{FF2B5EF4-FFF2-40B4-BE49-F238E27FC236}">
                <a16:creationId xmlns:a16="http://schemas.microsoft.com/office/drawing/2014/main" id="{33C658F3-DA46-B5C5-DB57-D1638FE02EAD}"/>
              </a:ext>
            </a:extLst>
          </p:cNvPr>
          <p:cNvGrpSpPr/>
          <p:nvPr/>
        </p:nvGrpSpPr>
        <p:grpSpPr>
          <a:xfrm>
            <a:off x="5842656" y="2033661"/>
            <a:ext cx="3761012" cy="367951"/>
            <a:chOff x="5842656" y="2522956"/>
            <a:chExt cx="3761012" cy="367951"/>
          </a:xfrm>
        </p:grpSpPr>
        <p:sp>
          <p:nvSpPr>
            <p:cNvPr id="61" name="Rectangle 1">
              <a:extLst>
                <a:ext uri="{FF2B5EF4-FFF2-40B4-BE49-F238E27FC236}">
                  <a16:creationId xmlns:a16="http://schemas.microsoft.com/office/drawing/2014/main" id="{8A8C24B8-37E5-A301-1629-88C75F83B67E}"/>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الموقع الإلكتروني خال من الأخطاء أو المشاكل الفنية</a:t>
              </a:r>
            </a:p>
          </p:txBody>
        </p:sp>
        <p:sp>
          <p:nvSpPr>
            <p:cNvPr id="62" name="Rectangle: Rounded Corners 61">
              <a:extLst>
                <a:ext uri="{FF2B5EF4-FFF2-40B4-BE49-F238E27FC236}">
                  <a16:creationId xmlns:a16="http://schemas.microsoft.com/office/drawing/2014/main" id="{4B93930B-EC5F-7E4C-6B05-39CF6A71C3C7}"/>
                </a:ext>
              </a:extLst>
            </p:cNvPr>
            <p:cNvSpPr/>
            <p:nvPr/>
          </p:nvSpPr>
          <p:spPr>
            <a:xfrm>
              <a:off x="5842656" y="2522956"/>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87%</a:t>
              </a:r>
            </a:p>
          </p:txBody>
        </p:sp>
      </p:grpSp>
      <p:grpSp>
        <p:nvGrpSpPr>
          <p:cNvPr id="63" name="Group 62">
            <a:extLst>
              <a:ext uri="{FF2B5EF4-FFF2-40B4-BE49-F238E27FC236}">
                <a16:creationId xmlns:a16="http://schemas.microsoft.com/office/drawing/2014/main" id="{3F65F784-3AD4-2262-9692-3C8DC4CC6577}"/>
              </a:ext>
            </a:extLst>
          </p:cNvPr>
          <p:cNvGrpSpPr/>
          <p:nvPr/>
        </p:nvGrpSpPr>
        <p:grpSpPr>
          <a:xfrm>
            <a:off x="5842656" y="2794995"/>
            <a:ext cx="3761013" cy="430887"/>
            <a:chOff x="5842656" y="3269852"/>
            <a:chExt cx="3761013" cy="430887"/>
          </a:xfrm>
        </p:grpSpPr>
        <p:sp>
          <p:nvSpPr>
            <p:cNvPr id="64" name="Rectangle 1">
              <a:extLst>
                <a:ext uri="{FF2B5EF4-FFF2-40B4-BE49-F238E27FC236}">
                  <a16:creationId xmlns:a16="http://schemas.microsoft.com/office/drawing/2014/main" id="{8E44FD03-4C1E-FEAD-B005-5B44091AFA7E}"/>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الإجراءات فعّالة ولم يُطلب مني تقديم نفس المعلومات أكثر من مرة</a:t>
              </a:r>
            </a:p>
          </p:txBody>
        </p:sp>
        <p:sp>
          <p:nvSpPr>
            <p:cNvPr id="65" name="Rectangle: Rounded Corners 64">
              <a:extLst>
                <a:ext uri="{FF2B5EF4-FFF2-40B4-BE49-F238E27FC236}">
                  <a16:creationId xmlns:a16="http://schemas.microsoft.com/office/drawing/2014/main" id="{1E860B99-4282-E7C7-6019-15F990DF47E0}"/>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66" name="Group 65">
            <a:extLst>
              <a:ext uri="{FF2B5EF4-FFF2-40B4-BE49-F238E27FC236}">
                <a16:creationId xmlns:a16="http://schemas.microsoft.com/office/drawing/2014/main" id="{2AE3C4DD-3B87-833B-CD5E-1A9EA65E9B21}"/>
              </a:ext>
            </a:extLst>
          </p:cNvPr>
          <p:cNvGrpSpPr/>
          <p:nvPr/>
        </p:nvGrpSpPr>
        <p:grpSpPr>
          <a:xfrm>
            <a:off x="5842656" y="3587795"/>
            <a:ext cx="3761013" cy="430887"/>
            <a:chOff x="5842656" y="4048215"/>
            <a:chExt cx="3761013" cy="430887"/>
          </a:xfrm>
        </p:grpSpPr>
        <p:sp>
          <p:nvSpPr>
            <p:cNvPr id="67" name="Rectangle 1">
              <a:extLst>
                <a:ext uri="{FF2B5EF4-FFF2-40B4-BE49-F238E27FC236}">
                  <a16:creationId xmlns:a16="http://schemas.microsoft.com/office/drawing/2014/main" id="{874BBBCF-948D-8C0C-06F2-337BCEA3EA60}"/>
                </a:ext>
              </a:extLst>
            </p:cNvPr>
            <p:cNvSpPr>
              <a:spLocks noChangeArrowheads="1"/>
            </p:cNvSpPr>
            <p:nvPr/>
          </p:nvSpPr>
          <p:spPr bwMode="auto">
            <a:xfrm>
              <a:off x="6704980" y="404821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من السهل العثور على معلومات الاتصال بوزارة الصحة وتفاصيل الخدمات والوصول إليها عبر قنوات مختلفة</a:t>
              </a:r>
            </a:p>
          </p:txBody>
        </p:sp>
        <p:sp>
          <p:nvSpPr>
            <p:cNvPr id="68" name="Rectangle: Rounded Corners 67">
              <a:extLst>
                <a:ext uri="{FF2B5EF4-FFF2-40B4-BE49-F238E27FC236}">
                  <a16:creationId xmlns:a16="http://schemas.microsoft.com/office/drawing/2014/main" id="{6C3CC0D3-8B7C-139B-8A33-E093830F3EA5}"/>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aphicFrame>
        <p:nvGraphicFramePr>
          <p:cNvPr id="69" name="Chart 68">
            <a:extLst>
              <a:ext uri="{FF2B5EF4-FFF2-40B4-BE49-F238E27FC236}">
                <a16:creationId xmlns:a16="http://schemas.microsoft.com/office/drawing/2014/main" id="{5D5086F9-50B8-F438-28EA-D965D94E11BE}"/>
              </a:ext>
            </a:extLst>
          </p:cNvPr>
          <p:cNvGraphicFramePr/>
          <p:nvPr>
            <p:extLst>
              <p:ext uri="{D42A27DB-BD31-4B8C-83A1-F6EECF244321}">
                <p14:modId xmlns:p14="http://schemas.microsoft.com/office/powerpoint/2010/main" val="103790373"/>
              </p:ext>
            </p:extLst>
          </p:nvPr>
        </p:nvGraphicFramePr>
        <p:xfrm>
          <a:off x="833957" y="1672956"/>
          <a:ext cx="4775527" cy="2572907"/>
        </p:xfrm>
        <a:graphic>
          <a:graphicData uri="http://schemas.openxmlformats.org/drawingml/2006/chart">
            <c:chart xmlns:c="http://schemas.openxmlformats.org/drawingml/2006/chart" xmlns:r="http://schemas.openxmlformats.org/officeDocument/2006/relationships" r:id="rId5"/>
          </a:graphicData>
        </a:graphic>
      </p:graphicFrame>
      <p:grpSp>
        <p:nvGrpSpPr>
          <p:cNvPr id="71" name="Group 70">
            <a:extLst>
              <a:ext uri="{FF2B5EF4-FFF2-40B4-BE49-F238E27FC236}">
                <a16:creationId xmlns:a16="http://schemas.microsoft.com/office/drawing/2014/main" id="{07DDEE17-04C2-8A13-6F9B-629688918BC0}"/>
              </a:ext>
            </a:extLst>
          </p:cNvPr>
          <p:cNvGrpSpPr/>
          <p:nvPr/>
        </p:nvGrpSpPr>
        <p:grpSpPr>
          <a:xfrm>
            <a:off x="5842656" y="5216631"/>
            <a:ext cx="3761013" cy="430887"/>
            <a:chOff x="5842656" y="3269851"/>
            <a:chExt cx="3761013" cy="430887"/>
          </a:xfrm>
        </p:grpSpPr>
        <p:sp>
          <p:nvSpPr>
            <p:cNvPr id="72" name="Rectangle 1">
              <a:extLst>
                <a:ext uri="{FF2B5EF4-FFF2-40B4-BE49-F238E27FC236}">
                  <a16:creationId xmlns:a16="http://schemas.microsoft.com/office/drawing/2014/main" id="{AEE5BA4D-09A5-416F-E651-1B819638450D}"/>
                </a:ext>
              </a:extLst>
            </p:cNvPr>
            <p:cNvSpPr>
              <a:spLocks noChangeArrowheads="1"/>
            </p:cNvSpPr>
            <p:nvPr/>
          </p:nvSpPr>
          <p:spPr bwMode="auto">
            <a:xfrm>
              <a:off x="6704979" y="3269851"/>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الإشعارات والمعلومات المستلمة عبر البريد /الرسائل النصية خلال جميع المراحل واضحة ومفيدة وكافية</a:t>
              </a:r>
            </a:p>
          </p:txBody>
        </p:sp>
        <p:sp>
          <p:nvSpPr>
            <p:cNvPr id="73" name="Rectangle: Rounded Corners 72">
              <a:extLst>
                <a:ext uri="{FF2B5EF4-FFF2-40B4-BE49-F238E27FC236}">
                  <a16:creationId xmlns:a16="http://schemas.microsoft.com/office/drawing/2014/main" id="{825D4415-839E-AE08-A006-6EF278114CC3}"/>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sp>
        <p:nvSpPr>
          <p:cNvPr id="74" name="TextBox 73">
            <a:extLst>
              <a:ext uri="{FF2B5EF4-FFF2-40B4-BE49-F238E27FC236}">
                <a16:creationId xmlns:a16="http://schemas.microsoft.com/office/drawing/2014/main" id="{C3CE1FDE-F983-1198-F662-B154975EFF65}"/>
              </a:ext>
            </a:extLst>
          </p:cNvPr>
          <p:cNvSpPr txBox="1"/>
          <p:nvPr/>
        </p:nvSpPr>
        <p:spPr>
          <a:xfrm>
            <a:off x="9321345" y="4211244"/>
            <a:ext cx="1932851" cy="400110"/>
          </a:xfrm>
          <a:prstGeom prst="rect">
            <a:avLst/>
          </a:prstGeom>
          <a:noFill/>
        </p:spPr>
        <p:txBody>
          <a:bodyPr wrap="square">
            <a:spAutoFit/>
          </a:bodyPr>
          <a:lstStyle/>
          <a:p>
            <a:r>
              <a:rPr lang="ar-EG" sz="2000" b="1" dirty="0"/>
              <a:t>جودة المعلومات</a:t>
            </a:r>
          </a:p>
        </p:txBody>
      </p:sp>
      <p:grpSp>
        <p:nvGrpSpPr>
          <p:cNvPr id="75" name="Group 74">
            <a:extLst>
              <a:ext uri="{FF2B5EF4-FFF2-40B4-BE49-F238E27FC236}">
                <a16:creationId xmlns:a16="http://schemas.microsoft.com/office/drawing/2014/main" id="{9CE54332-CEF9-0B81-8206-932904F69456}"/>
              </a:ext>
            </a:extLst>
          </p:cNvPr>
          <p:cNvGrpSpPr/>
          <p:nvPr/>
        </p:nvGrpSpPr>
        <p:grpSpPr>
          <a:xfrm>
            <a:off x="9227248" y="4663374"/>
            <a:ext cx="2516354" cy="1690576"/>
            <a:chOff x="9311918" y="3278271"/>
            <a:chExt cx="2516354" cy="1690576"/>
          </a:xfrm>
        </p:grpSpPr>
        <p:graphicFrame>
          <p:nvGraphicFramePr>
            <p:cNvPr id="76" name="Chart 75">
              <a:extLst>
                <a:ext uri="{FF2B5EF4-FFF2-40B4-BE49-F238E27FC236}">
                  <a16:creationId xmlns:a16="http://schemas.microsoft.com/office/drawing/2014/main" id="{23CA4B29-D783-D459-4736-8443834138CC}"/>
                </a:ext>
              </a:extLst>
            </p:cNvPr>
            <p:cNvGraphicFramePr/>
            <p:nvPr>
              <p:extLst>
                <p:ext uri="{D42A27DB-BD31-4B8C-83A1-F6EECF244321}">
                  <p14:modId xmlns:p14="http://schemas.microsoft.com/office/powerpoint/2010/main" val="373576911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77" name="TextBox 76">
              <a:extLst>
                <a:ext uri="{FF2B5EF4-FFF2-40B4-BE49-F238E27FC236}">
                  <a16:creationId xmlns:a16="http://schemas.microsoft.com/office/drawing/2014/main" id="{EE4CB79B-10AB-824D-A4CE-6E5124F6072F}"/>
                </a:ext>
              </a:extLst>
            </p:cNvPr>
            <p:cNvSpPr txBox="1"/>
            <p:nvPr/>
          </p:nvSpPr>
          <p:spPr>
            <a:xfrm>
              <a:off x="10160742" y="3892727"/>
              <a:ext cx="818707" cy="461665"/>
            </a:xfrm>
            <a:prstGeom prst="rect">
              <a:avLst/>
            </a:prstGeom>
            <a:noFill/>
          </p:spPr>
          <p:txBody>
            <a:bodyPr wrap="square" rtlCol="0">
              <a:spAutoFit/>
            </a:bodyPr>
            <a:lstStyle/>
            <a:p>
              <a:pPr algn="ctr"/>
              <a:r>
                <a:rPr lang="en-GB" sz="2400" b="1" dirty="0">
                  <a:solidFill>
                    <a:srgbClr val="35AA6E"/>
                  </a:solidFill>
                </a:rPr>
                <a:t>94%</a:t>
              </a:r>
            </a:p>
          </p:txBody>
        </p:sp>
      </p:grpSp>
      <p:graphicFrame>
        <p:nvGraphicFramePr>
          <p:cNvPr id="78" name="Chart 77">
            <a:extLst>
              <a:ext uri="{FF2B5EF4-FFF2-40B4-BE49-F238E27FC236}">
                <a16:creationId xmlns:a16="http://schemas.microsoft.com/office/drawing/2014/main" id="{C69DFB90-FE3A-8FF2-550E-F250FC71589A}"/>
              </a:ext>
            </a:extLst>
          </p:cNvPr>
          <p:cNvGraphicFramePr/>
          <p:nvPr>
            <p:extLst>
              <p:ext uri="{D42A27DB-BD31-4B8C-83A1-F6EECF244321}">
                <p14:modId xmlns:p14="http://schemas.microsoft.com/office/powerpoint/2010/main" val="1397432271"/>
              </p:ext>
            </p:extLst>
          </p:nvPr>
        </p:nvGraphicFramePr>
        <p:xfrm>
          <a:off x="833957" y="4857293"/>
          <a:ext cx="4775527" cy="1056187"/>
        </p:xfrm>
        <a:graphic>
          <a:graphicData uri="http://schemas.openxmlformats.org/drawingml/2006/chart">
            <c:chart xmlns:c="http://schemas.openxmlformats.org/drawingml/2006/chart" xmlns:r="http://schemas.openxmlformats.org/officeDocument/2006/relationships" r:id="rId7"/>
          </a:graphicData>
        </a:graphic>
      </p:graphicFrame>
      <p:sp>
        <p:nvSpPr>
          <p:cNvPr id="79" name="TextBox 78">
            <a:extLst>
              <a:ext uri="{FF2B5EF4-FFF2-40B4-BE49-F238E27FC236}">
                <a16:creationId xmlns:a16="http://schemas.microsoft.com/office/drawing/2014/main" id="{2244D1FC-D0BF-C734-EE54-97A7741D738C}"/>
              </a:ext>
            </a:extLst>
          </p:cNvPr>
          <p:cNvSpPr txBox="1"/>
          <p:nvPr/>
        </p:nvSpPr>
        <p:spPr>
          <a:xfrm>
            <a:off x="9321345" y="1571742"/>
            <a:ext cx="1932851" cy="400110"/>
          </a:xfrm>
          <a:prstGeom prst="rect">
            <a:avLst/>
          </a:prstGeom>
          <a:noFill/>
        </p:spPr>
        <p:txBody>
          <a:bodyPr wrap="square">
            <a:spAutoFit/>
          </a:bodyPr>
          <a:lstStyle/>
          <a:p>
            <a:r>
              <a:rPr lang="ar-EG" sz="2000" b="1" dirty="0"/>
              <a:t>سهولة الوصول</a:t>
            </a:r>
          </a:p>
        </p:txBody>
      </p:sp>
      <p:grpSp>
        <p:nvGrpSpPr>
          <p:cNvPr id="80" name="Group 79">
            <a:extLst>
              <a:ext uri="{FF2B5EF4-FFF2-40B4-BE49-F238E27FC236}">
                <a16:creationId xmlns:a16="http://schemas.microsoft.com/office/drawing/2014/main" id="{53A51FB3-9801-9879-C4B7-EDFC842D215C}"/>
              </a:ext>
            </a:extLst>
          </p:cNvPr>
          <p:cNvGrpSpPr/>
          <p:nvPr/>
        </p:nvGrpSpPr>
        <p:grpSpPr>
          <a:xfrm>
            <a:off x="9227248" y="2152183"/>
            <a:ext cx="2516354" cy="1690576"/>
            <a:chOff x="9311918" y="3278271"/>
            <a:chExt cx="2516354" cy="1690576"/>
          </a:xfrm>
        </p:grpSpPr>
        <p:graphicFrame>
          <p:nvGraphicFramePr>
            <p:cNvPr id="81" name="Chart 80">
              <a:extLst>
                <a:ext uri="{FF2B5EF4-FFF2-40B4-BE49-F238E27FC236}">
                  <a16:creationId xmlns:a16="http://schemas.microsoft.com/office/drawing/2014/main" id="{810696D9-826F-AD3A-827C-62FF8D73DB0A}"/>
                </a:ext>
              </a:extLst>
            </p:cNvPr>
            <p:cNvGraphicFramePr/>
            <p:nvPr>
              <p:extLst>
                <p:ext uri="{D42A27DB-BD31-4B8C-83A1-F6EECF244321}">
                  <p14:modId xmlns:p14="http://schemas.microsoft.com/office/powerpoint/2010/main" val="83720219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82" name="TextBox 81">
              <a:extLst>
                <a:ext uri="{FF2B5EF4-FFF2-40B4-BE49-F238E27FC236}">
                  <a16:creationId xmlns:a16="http://schemas.microsoft.com/office/drawing/2014/main" id="{2B2D6272-2E87-4001-336F-65D433211CBD}"/>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90%</a:t>
              </a:r>
            </a:p>
          </p:txBody>
        </p:sp>
      </p:grpSp>
    </p:spTree>
    <p:extLst>
      <p:ext uri="{BB962C8B-B14F-4D97-AF65-F5344CB8AC3E}">
        <p14:creationId xmlns:p14="http://schemas.microsoft.com/office/powerpoint/2010/main" val="3736619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C7A4E-9100-2A49-F9EF-DA1BBC667DEA}"/>
            </a:ext>
          </a:extLst>
        </p:cNvPr>
        <p:cNvGrpSpPr/>
        <p:nvPr/>
      </p:nvGrpSpPr>
      <p:grpSpPr>
        <a:xfrm>
          <a:off x="0" y="0"/>
          <a:ext cx="0" cy="0"/>
          <a:chOff x="0" y="0"/>
          <a:chExt cx="0" cy="0"/>
        </a:xfrm>
      </p:grpSpPr>
      <p:pic>
        <p:nvPicPr>
          <p:cNvPr id="14" name="Picture 13" descr="A gold eagle with a green circle and a red circle with white text&#10;&#10;AI-generated content may be incorrect.">
            <a:extLst>
              <a:ext uri="{FF2B5EF4-FFF2-40B4-BE49-F238E27FC236}">
                <a16:creationId xmlns:a16="http://schemas.microsoft.com/office/drawing/2014/main" id="{B9F1BCED-9500-0124-D3D4-2F743CAD638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F27BA2EF-9EDE-BF9D-A494-C0D49D85400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BA74752E-045C-A1B8-E361-3E844E651826}"/>
              </a:ext>
            </a:extLst>
          </p:cNvPr>
          <p:cNvSpPr txBox="1"/>
          <p:nvPr/>
        </p:nvSpPr>
        <p:spPr>
          <a:xfrm>
            <a:off x="7570381" y="244463"/>
            <a:ext cx="4425684"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سهولة الاستخدام</a:t>
            </a:r>
          </a:p>
        </p:txBody>
      </p:sp>
      <p:sp>
        <p:nvSpPr>
          <p:cNvPr id="9" name="TextBox 8">
            <a:extLst>
              <a:ext uri="{FF2B5EF4-FFF2-40B4-BE49-F238E27FC236}">
                <a16:creationId xmlns:a16="http://schemas.microsoft.com/office/drawing/2014/main" id="{F4AF9AE5-8451-0D00-ABED-EF5D3E5CF1BA}"/>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يخص </a:t>
            </a:r>
            <a:r>
              <a:rPr kumimoji="0" lang="ar-AE" sz="1400" b="1" i="0" u="none" strike="noStrike" kern="1200" cap="none" spc="0" normalizeH="0" baseline="0" noProof="0" dirty="0">
                <a:ln>
                  <a:noFill/>
                </a:ln>
                <a:solidFill>
                  <a:srgbClr val="414141"/>
                </a:solidFill>
                <a:effectLst/>
                <a:uLnTx/>
                <a:uFillTx/>
                <a:latin typeface="Arial"/>
                <a:ea typeface="+mn-ea"/>
                <a:cs typeface="+mn-cs"/>
              </a:rPr>
              <a:t>سهولة الاستخدام، </a:t>
            </a:r>
            <a:r>
              <a:rPr kumimoji="0" lang="ar-AE" sz="1400" i="0" u="none" strike="noStrike" kern="1200" cap="none" spc="0" normalizeH="0" baseline="0" noProof="0" dirty="0">
                <a:ln>
                  <a:noFill/>
                </a:ln>
                <a:solidFill>
                  <a:srgbClr val="414141"/>
                </a:solidFill>
                <a:effectLst/>
                <a:uLnTx/>
                <a:uFillTx/>
                <a:latin typeface="Arial"/>
                <a:ea typeface="+mn-ea"/>
                <a:cs typeface="+mn-cs"/>
              </a:rPr>
              <a:t>حققت أغلب أسئلة المعيار معدلات رضا مرتفعة، وتركزت أبرز فرص التحسين في </a:t>
            </a:r>
            <a:r>
              <a:rPr kumimoji="0" lang="ar-AE" sz="1400" b="1" i="0" u="none" strike="noStrike" kern="1200" cap="none" spc="0" normalizeH="0" baseline="0" noProof="0" dirty="0">
                <a:ln>
                  <a:noFill/>
                </a:ln>
                <a:solidFill>
                  <a:srgbClr val="414141"/>
                </a:solidFill>
                <a:effectLst/>
                <a:uLnTx/>
                <a:uFillTx/>
                <a:latin typeface="Arial"/>
                <a:ea typeface="+mn-ea"/>
                <a:cs typeface="+mn-cs"/>
              </a:rPr>
              <a:t>سهولة الوصول إلى الدعم الفني عند الحاجة و </a:t>
            </a:r>
            <a:r>
              <a:rPr lang="ar-SA" altLang="en-US" sz="1400" b="1" dirty="0">
                <a:solidFill>
                  <a:prstClr val="black"/>
                </a:solidFill>
              </a:rPr>
              <a:t>سهولة تتبع حالة الطلب</a:t>
            </a:r>
            <a:r>
              <a:rPr kumimoji="0" lang="ar-AE" sz="1400"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pic>
        <p:nvPicPr>
          <p:cNvPr id="10" name="Picture 2">
            <a:extLst>
              <a:ext uri="{FF2B5EF4-FFF2-40B4-BE49-F238E27FC236}">
                <a16:creationId xmlns:a16="http://schemas.microsoft.com/office/drawing/2014/main" id="{A5D39C6A-95F6-D07B-80EB-C18C18C6935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684FF1E-BEA9-313D-ACBC-28A872AB27B5}"/>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sp>
        <p:nvSpPr>
          <p:cNvPr id="12" name="TextBox 11">
            <a:extLst>
              <a:ext uri="{FF2B5EF4-FFF2-40B4-BE49-F238E27FC236}">
                <a16:creationId xmlns:a16="http://schemas.microsoft.com/office/drawing/2014/main" id="{75F756F9-78CB-FEDF-BB22-349351234369}"/>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2" name="Table 1">
            <a:extLst>
              <a:ext uri="{FF2B5EF4-FFF2-40B4-BE49-F238E27FC236}">
                <a16:creationId xmlns:a16="http://schemas.microsoft.com/office/drawing/2014/main" id="{C59E834D-82AD-4B27-3CA5-19051C4F1E4E}"/>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3" name="Rectangle: Rounded Corners 2">
            <a:extLst>
              <a:ext uri="{FF2B5EF4-FFF2-40B4-BE49-F238E27FC236}">
                <a16:creationId xmlns:a16="http://schemas.microsoft.com/office/drawing/2014/main" id="{4340E84E-78FD-E96C-BE91-B8BD97F2D822}"/>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8276BA10-138E-DED5-4CAF-2B1F816DD590}"/>
              </a:ext>
            </a:extLst>
          </p:cNvPr>
          <p:cNvSpPr txBox="1"/>
          <p:nvPr/>
        </p:nvSpPr>
        <p:spPr>
          <a:xfrm>
            <a:off x="9321345" y="1571742"/>
            <a:ext cx="1932851" cy="400110"/>
          </a:xfrm>
          <a:prstGeom prst="rect">
            <a:avLst/>
          </a:prstGeom>
          <a:noFill/>
        </p:spPr>
        <p:txBody>
          <a:bodyPr wrap="square">
            <a:spAutoFit/>
          </a:bodyPr>
          <a:lstStyle/>
          <a:p>
            <a:r>
              <a:rPr lang="ar-EG" sz="2000" b="1" dirty="0"/>
              <a:t>سهولة الاستخدام</a:t>
            </a:r>
          </a:p>
        </p:txBody>
      </p:sp>
      <p:graphicFrame>
        <p:nvGraphicFramePr>
          <p:cNvPr id="32" name="Table 31">
            <a:extLst>
              <a:ext uri="{FF2B5EF4-FFF2-40B4-BE49-F238E27FC236}">
                <a16:creationId xmlns:a16="http://schemas.microsoft.com/office/drawing/2014/main" id="{87F82C51-88DF-7F7F-C47A-8DE2EFC0BA83}"/>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grpSp>
        <p:nvGrpSpPr>
          <p:cNvPr id="34" name="Group 33">
            <a:extLst>
              <a:ext uri="{FF2B5EF4-FFF2-40B4-BE49-F238E27FC236}">
                <a16:creationId xmlns:a16="http://schemas.microsoft.com/office/drawing/2014/main" id="{C8513696-30E2-9D2C-A51F-9D532C896C01}"/>
              </a:ext>
            </a:extLst>
          </p:cNvPr>
          <p:cNvGrpSpPr/>
          <p:nvPr/>
        </p:nvGrpSpPr>
        <p:grpSpPr>
          <a:xfrm>
            <a:off x="5842656" y="2341675"/>
            <a:ext cx="3761012" cy="367951"/>
            <a:chOff x="5842656" y="2522956"/>
            <a:chExt cx="3761012" cy="367951"/>
          </a:xfrm>
        </p:grpSpPr>
        <p:sp>
          <p:nvSpPr>
            <p:cNvPr id="35" name="Rectangle 1">
              <a:extLst>
                <a:ext uri="{FF2B5EF4-FFF2-40B4-BE49-F238E27FC236}">
                  <a16:creationId xmlns:a16="http://schemas.microsoft.com/office/drawing/2014/main" id="{47AEC5BD-1AFD-85FC-0BA4-8512F342110D}"/>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 من السهل الدفع للحصول على الخدمة المطلوبة</a:t>
              </a:r>
            </a:p>
          </p:txBody>
        </p:sp>
        <p:sp>
          <p:nvSpPr>
            <p:cNvPr id="36" name="Rectangle: Rounded Corners 35">
              <a:extLst>
                <a:ext uri="{FF2B5EF4-FFF2-40B4-BE49-F238E27FC236}">
                  <a16:creationId xmlns:a16="http://schemas.microsoft.com/office/drawing/2014/main" id="{936113DC-9DE3-CAFF-EB7A-1A3A8EEB12D6}"/>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93%</a:t>
              </a:r>
            </a:p>
          </p:txBody>
        </p:sp>
      </p:grpSp>
      <p:grpSp>
        <p:nvGrpSpPr>
          <p:cNvPr id="37" name="Group 36">
            <a:extLst>
              <a:ext uri="{FF2B5EF4-FFF2-40B4-BE49-F238E27FC236}">
                <a16:creationId xmlns:a16="http://schemas.microsoft.com/office/drawing/2014/main" id="{0AE6577D-F7D7-6E4F-BE29-4B5B98E6AA43}"/>
              </a:ext>
            </a:extLst>
          </p:cNvPr>
          <p:cNvGrpSpPr/>
          <p:nvPr/>
        </p:nvGrpSpPr>
        <p:grpSpPr>
          <a:xfrm>
            <a:off x="5842656" y="3129664"/>
            <a:ext cx="3761013" cy="367951"/>
            <a:chOff x="5842656" y="3301320"/>
            <a:chExt cx="3761013" cy="367951"/>
          </a:xfrm>
        </p:grpSpPr>
        <p:sp>
          <p:nvSpPr>
            <p:cNvPr id="38" name="Rectangle 1">
              <a:extLst>
                <a:ext uri="{FF2B5EF4-FFF2-40B4-BE49-F238E27FC236}">
                  <a16:creationId xmlns:a16="http://schemas.microsoft.com/office/drawing/2014/main" id="{750E285D-F068-EC17-4FC8-F22874AC0E1C}"/>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كانت إجراءات الخدمة بشكل عام بسيطة وسهلة</a:t>
              </a:r>
            </a:p>
          </p:txBody>
        </p:sp>
        <p:sp>
          <p:nvSpPr>
            <p:cNvPr id="39" name="Rectangle: Rounded Corners 38">
              <a:extLst>
                <a:ext uri="{FF2B5EF4-FFF2-40B4-BE49-F238E27FC236}">
                  <a16:creationId xmlns:a16="http://schemas.microsoft.com/office/drawing/2014/main" id="{D179349D-000A-EFB8-9E6E-A11005A559F2}"/>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40" name="Group 39">
            <a:extLst>
              <a:ext uri="{FF2B5EF4-FFF2-40B4-BE49-F238E27FC236}">
                <a16:creationId xmlns:a16="http://schemas.microsoft.com/office/drawing/2014/main" id="{E62A5FE8-65E1-7AB9-8000-EABD1A815031}"/>
              </a:ext>
            </a:extLst>
          </p:cNvPr>
          <p:cNvGrpSpPr/>
          <p:nvPr/>
        </p:nvGrpSpPr>
        <p:grpSpPr>
          <a:xfrm>
            <a:off x="5842656" y="3927278"/>
            <a:ext cx="3761013" cy="367951"/>
            <a:chOff x="5842656" y="4079684"/>
            <a:chExt cx="3761013" cy="367951"/>
          </a:xfrm>
        </p:grpSpPr>
        <p:sp>
          <p:nvSpPr>
            <p:cNvPr id="41" name="Rectangle 1">
              <a:extLst>
                <a:ext uri="{FF2B5EF4-FFF2-40B4-BE49-F238E27FC236}">
                  <a16:creationId xmlns:a16="http://schemas.microsoft.com/office/drawing/2014/main" id="{DF052728-1110-B586-ED5D-ABBAD6483D08}"/>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واجهة الخدمة</a:t>
              </a:r>
              <a:r>
                <a:rPr lang="ar-AE" altLang="en-US" sz="1100" b="1" dirty="0">
                  <a:solidFill>
                    <a:prstClr val="black"/>
                  </a:solidFill>
                  <a:latin typeface="Arial"/>
                </a:rPr>
                <a:t> ل</a:t>
              </a:r>
              <a:r>
                <a:rPr lang="ar-SA" altLang="en-US" sz="1100" b="1" dirty="0">
                  <a:solidFill>
                    <a:prstClr val="black"/>
                  </a:solidFill>
                  <a:latin typeface="Arial"/>
                </a:rPr>
                <a:t>لموقع الإلكتروني</a:t>
              </a:r>
              <a:r>
                <a:rPr lang="ar-AE" altLang="en-US" sz="1100" b="1" dirty="0">
                  <a:solidFill>
                    <a:prstClr val="black"/>
                  </a:solidFill>
                  <a:latin typeface="Arial"/>
                </a:rPr>
                <a:t> </a:t>
              </a:r>
              <a:r>
                <a:rPr lang="ar-SA" altLang="en-US" sz="1100" b="1" dirty="0">
                  <a:solidFill>
                    <a:prstClr val="black"/>
                  </a:solidFill>
                  <a:latin typeface="Arial"/>
                </a:rPr>
                <a:t>جذابة وسهلة الاستخدام</a:t>
              </a:r>
            </a:p>
          </p:txBody>
        </p:sp>
        <p:sp>
          <p:nvSpPr>
            <p:cNvPr id="42" name="Rectangle: Rounded Corners 41">
              <a:extLst>
                <a:ext uri="{FF2B5EF4-FFF2-40B4-BE49-F238E27FC236}">
                  <a16:creationId xmlns:a16="http://schemas.microsoft.com/office/drawing/2014/main" id="{07CFD85A-CE75-1873-9CAE-471A88CFED43}"/>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48" name="Group 47">
            <a:extLst>
              <a:ext uri="{FF2B5EF4-FFF2-40B4-BE49-F238E27FC236}">
                <a16:creationId xmlns:a16="http://schemas.microsoft.com/office/drawing/2014/main" id="{4547DEFC-6BE9-ED94-F7DA-F8C1B6060646}"/>
              </a:ext>
            </a:extLst>
          </p:cNvPr>
          <p:cNvGrpSpPr/>
          <p:nvPr/>
        </p:nvGrpSpPr>
        <p:grpSpPr>
          <a:xfrm>
            <a:off x="5842656" y="4715267"/>
            <a:ext cx="3761013" cy="367951"/>
            <a:chOff x="5842656" y="4858048"/>
            <a:chExt cx="3761013" cy="367951"/>
          </a:xfrm>
        </p:grpSpPr>
        <p:sp>
          <p:nvSpPr>
            <p:cNvPr id="49" name="Rectangle 1">
              <a:extLst>
                <a:ext uri="{FF2B5EF4-FFF2-40B4-BE49-F238E27FC236}">
                  <a16:creationId xmlns:a16="http://schemas.microsoft.com/office/drawing/2014/main" id="{2A9A5E25-B142-67B7-AF54-7D8B153913E9}"/>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تتبع حالة الطلب</a:t>
              </a:r>
            </a:p>
          </p:txBody>
        </p:sp>
        <p:sp>
          <p:nvSpPr>
            <p:cNvPr id="51" name="Rectangle: Rounded Corners 50">
              <a:extLst>
                <a:ext uri="{FF2B5EF4-FFF2-40B4-BE49-F238E27FC236}">
                  <a16:creationId xmlns:a16="http://schemas.microsoft.com/office/drawing/2014/main" id="{8DC94931-7794-CBC2-271B-153AB9A9252F}"/>
                </a:ext>
              </a:extLst>
            </p:cNvPr>
            <p:cNvSpPr/>
            <p:nvPr/>
          </p:nvSpPr>
          <p:spPr>
            <a:xfrm>
              <a:off x="5842656" y="4858048"/>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89%</a:t>
              </a:r>
            </a:p>
          </p:txBody>
        </p:sp>
      </p:grpSp>
      <p:grpSp>
        <p:nvGrpSpPr>
          <p:cNvPr id="52" name="Group 51">
            <a:extLst>
              <a:ext uri="{FF2B5EF4-FFF2-40B4-BE49-F238E27FC236}">
                <a16:creationId xmlns:a16="http://schemas.microsoft.com/office/drawing/2014/main" id="{82152EF9-7A4C-0734-B6A8-F6820EB8068F}"/>
              </a:ext>
            </a:extLst>
          </p:cNvPr>
          <p:cNvGrpSpPr/>
          <p:nvPr/>
        </p:nvGrpSpPr>
        <p:grpSpPr>
          <a:xfrm>
            <a:off x="5842656" y="5512882"/>
            <a:ext cx="3761012" cy="367951"/>
            <a:chOff x="5842656" y="5636413"/>
            <a:chExt cx="3761012" cy="367951"/>
          </a:xfrm>
        </p:grpSpPr>
        <p:sp>
          <p:nvSpPr>
            <p:cNvPr id="54" name="Rectangle 1">
              <a:extLst>
                <a:ext uri="{FF2B5EF4-FFF2-40B4-BE49-F238E27FC236}">
                  <a16:creationId xmlns:a16="http://schemas.microsoft.com/office/drawing/2014/main" id="{D29B23AF-21B5-A0F9-2CAA-EE50C9710AA4}"/>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الوصول إلى الدعم الفني عند الحاجة</a:t>
              </a:r>
            </a:p>
          </p:txBody>
        </p:sp>
        <p:sp>
          <p:nvSpPr>
            <p:cNvPr id="55" name="Rectangle: Rounded Corners 54">
              <a:extLst>
                <a:ext uri="{FF2B5EF4-FFF2-40B4-BE49-F238E27FC236}">
                  <a16:creationId xmlns:a16="http://schemas.microsoft.com/office/drawing/2014/main" id="{B9A241B0-8D88-6EC5-C483-F724117FF45B}"/>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86%</a:t>
              </a:r>
            </a:p>
          </p:txBody>
        </p:sp>
      </p:grpSp>
      <p:grpSp>
        <p:nvGrpSpPr>
          <p:cNvPr id="57" name="Group 56">
            <a:extLst>
              <a:ext uri="{FF2B5EF4-FFF2-40B4-BE49-F238E27FC236}">
                <a16:creationId xmlns:a16="http://schemas.microsoft.com/office/drawing/2014/main" id="{6D4A4C25-B40F-9486-06A2-19EE81508292}"/>
              </a:ext>
            </a:extLst>
          </p:cNvPr>
          <p:cNvGrpSpPr/>
          <p:nvPr/>
        </p:nvGrpSpPr>
        <p:grpSpPr>
          <a:xfrm>
            <a:off x="9227248" y="3277875"/>
            <a:ext cx="2516354" cy="1690576"/>
            <a:chOff x="9311918" y="3278271"/>
            <a:chExt cx="2516354" cy="1690576"/>
          </a:xfrm>
        </p:grpSpPr>
        <p:graphicFrame>
          <p:nvGraphicFramePr>
            <p:cNvPr id="58" name="Chart 57">
              <a:extLst>
                <a:ext uri="{FF2B5EF4-FFF2-40B4-BE49-F238E27FC236}">
                  <a16:creationId xmlns:a16="http://schemas.microsoft.com/office/drawing/2014/main" id="{5A9E5C72-878C-9727-A53A-F2C54D1F4E4A}"/>
                </a:ext>
              </a:extLst>
            </p:cNvPr>
            <p:cNvGraphicFramePr/>
            <p:nvPr>
              <p:extLst>
                <p:ext uri="{D42A27DB-BD31-4B8C-83A1-F6EECF244321}">
                  <p14:modId xmlns:p14="http://schemas.microsoft.com/office/powerpoint/2010/main" val="235738192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59" name="TextBox 58">
              <a:extLst>
                <a:ext uri="{FF2B5EF4-FFF2-40B4-BE49-F238E27FC236}">
                  <a16:creationId xmlns:a16="http://schemas.microsoft.com/office/drawing/2014/main" id="{46E10C89-1D77-BEB1-F913-B65612B7F3E1}"/>
                </a:ext>
              </a:extLst>
            </p:cNvPr>
            <p:cNvSpPr txBox="1"/>
            <p:nvPr/>
          </p:nvSpPr>
          <p:spPr>
            <a:xfrm>
              <a:off x="10160742" y="3892726"/>
              <a:ext cx="818707" cy="461665"/>
            </a:xfrm>
            <a:prstGeom prst="rect">
              <a:avLst/>
            </a:prstGeom>
            <a:noFill/>
          </p:spPr>
          <p:txBody>
            <a:bodyPr wrap="square" rtlCol="0">
              <a:spAutoFit/>
            </a:bodyPr>
            <a:lstStyle/>
            <a:p>
              <a:pPr algn="ctr"/>
              <a:r>
                <a:rPr lang="en-US" sz="2400" b="1" dirty="0">
                  <a:solidFill>
                    <a:srgbClr val="35AA6E"/>
                  </a:solidFill>
                </a:rPr>
                <a:t>91</a:t>
              </a:r>
              <a:r>
                <a:rPr lang="en-GB" sz="2400" b="1" dirty="0">
                  <a:solidFill>
                    <a:srgbClr val="35AA6E"/>
                  </a:solidFill>
                </a:rPr>
                <a:t>%</a:t>
              </a:r>
            </a:p>
          </p:txBody>
        </p:sp>
      </p:grpSp>
      <p:graphicFrame>
        <p:nvGraphicFramePr>
          <p:cNvPr id="13" name="Chart 12">
            <a:extLst>
              <a:ext uri="{FF2B5EF4-FFF2-40B4-BE49-F238E27FC236}">
                <a16:creationId xmlns:a16="http://schemas.microsoft.com/office/drawing/2014/main" id="{840894A5-E5B6-FA8D-4357-BF7FC5BC25D0}"/>
              </a:ext>
            </a:extLst>
          </p:cNvPr>
          <p:cNvGraphicFramePr/>
          <p:nvPr>
            <p:extLst>
              <p:ext uri="{D42A27DB-BD31-4B8C-83A1-F6EECF244321}">
                <p14:modId xmlns:p14="http://schemas.microsoft.com/office/powerpoint/2010/main" val="1891672429"/>
              </p:ext>
            </p:extLst>
          </p:nvPr>
        </p:nvGraphicFramePr>
        <p:xfrm>
          <a:off x="833957" y="1920429"/>
          <a:ext cx="4775527" cy="420513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867108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AB516-D819-7BD2-B9FB-44CE5AC885D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1F5B475-AE96-45C1-651E-E2336919D03A}"/>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64E6F018-DC8D-48E8-ECAB-EF4D34F26078}"/>
              </a:ext>
            </a:extLst>
          </p:cNvPr>
          <p:cNvSpPr/>
          <p:nvPr/>
        </p:nvSpPr>
        <p:spPr>
          <a:xfrm>
            <a:off x="749300" y="3673677"/>
            <a:ext cx="10693400" cy="24410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3F3347F2-AC6C-0053-7B2F-752E573407A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75591299-3F7D-53F7-936A-88CA05EA50FC}"/>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3" name="TextBox 2">
            <a:extLst>
              <a:ext uri="{FF2B5EF4-FFF2-40B4-BE49-F238E27FC236}">
                <a16:creationId xmlns:a16="http://schemas.microsoft.com/office/drawing/2014/main" id="{B23FEEC1-30C1-CD65-584B-E6BEB14A3F4C}"/>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lang="ar-AE" sz="1400" dirty="0"/>
              <a:t>يتعلق </a:t>
            </a:r>
            <a:r>
              <a:rPr lang="ar-AE" sz="1400" b="1" dirty="0"/>
              <a:t>بسرعة تقديم الخدمة</a:t>
            </a:r>
            <a:r>
              <a:rPr lang="ar-AE" sz="1400" dirty="0"/>
              <a:t>، أفاد المتعامل بأنه تم تقديم طلب الخدمة واستلامها خلال فترة زمنية معقولة. وبالنسبة </a:t>
            </a:r>
            <a:r>
              <a:rPr lang="ar-AE" sz="1400" b="1" dirty="0"/>
              <a:t>لخصوصية المتعامل </a:t>
            </a:r>
            <a:r>
              <a:rPr lang="ar-AE" sz="1400" dirty="0"/>
              <a:t>أثناء استخدام الموقع الإلكتروني، كان هناك إجماع على أن الموقع آمن ويوفر مستوى عالٍ من الحماية. </a:t>
            </a:r>
            <a:endParaRPr lang="ar-AE" sz="1400" b="1" dirty="0"/>
          </a:p>
        </p:txBody>
      </p:sp>
      <p:pic>
        <p:nvPicPr>
          <p:cNvPr id="6" name="Picture 2">
            <a:extLst>
              <a:ext uri="{FF2B5EF4-FFF2-40B4-BE49-F238E27FC236}">
                <a16:creationId xmlns:a16="http://schemas.microsoft.com/office/drawing/2014/main" id="{2A131393-A495-E250-E191-4DC1ABA8C83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3F601B-6174-C00B-4738-9AD6B20C051B}"/>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1,000</a:t>
            </a:r>
          </a:p>
        </p:txBody>
      </p:sp>
      <p:sp>
        <p:nvSpPr>
          <p:cNvPr id="5" name="TextBox 4">
            <a:extLst>
              <a:ext uri="{FF2B5EF4-FFF2-40B4-BE49-F238E27FC236}">
                <a16:creationId xmlns:a16="http://schemas.microsoft.com/office/drawing/2014/main" id="{5A134BEE-868E-B83E-352C-F8EDA64C8CEC}"/>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4" name="Table 3">
            <a:extLst>
              <a:ext uri="{FF2B5EF4-FFF2-40B4-BE49-F238E27FC236}">
                <a16:creationId xmlns:a16="http://schemas.microsoft.com/office/drawing/2014/main" id="{4B21A2B7-F20D-D7CC-C0FE-A3DAC4E65FF3}"/>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37" name="TextBox 36">
            <a:extLst>
              <a:ext uri="{FF2B5EF4-FFF2-40B4-BE49-F238E27FC236}">
                <a16:creationId xmlns:a16="http://schemas.microsoft.com/office/drawing/2014/main" id="{64EF2FF6-B5F9-99A6-16E2-8818F024CEA1}"/>
              </a:ext>
            </a:extLst>
          </p:cNvPr>
          <p:cNvSpPr txBox="1"/>
          <p:nvPr/>
        </p:nvSpPr>
        <p:spPr>
          <a:xfrm>
            <a:off x="4986867" y="244463"/>
            <a:ext cx="7009197" cy="523220"/>
          </a:xfrm>
          <a:prstGeom prst="rect">
            <a:avLst/>
          </a:prstGeom>
          <a:noFill/>
        </p:spPr>
        <p:txBody>
          <a:bodyPr wrap="square" rtlCol="0">
            <a:spAutoFit/>
          </a:bodyPr>
          <a:lstStyle/>
          <a:p>
            <a:pPr lvl="0">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AE" sz="2800" dirty="0">
                <a:solidFill>
                  <a:srgbClr val="414141"/>
                </a:solidFill>
              </a:rPr>
              <a:t>سرعة تقديم الخدمة / </a:t>
            </a:r>
            <a:r>
              <a:rPr lang="ar-EG" sz="2800" dirty="0">
                <a:solidFill>
                  <a:srgbClr val="414141"/>
                </a:solidFill>
              </a:rPr>
              <a:t>خصوصية المتعامل</a:t>
            </a:r>
            <a:endParaRPr kumimoji="0" lang="ar-AE" sz="2800" b="0" i="0" u="none" strike="noStrike" kern="1200" cap="none" spc="0" normalizeH="0" baseline="0" noProof="0" dirty="0">
              <a:ln>
                <a:noFill/>
              </a:ln>
              <a:solidFill>
                <a:srgbClr val="414141"/>
              </a:solidFill>
              <a:effectLst/>
              <a:uLnTx/>
              <a:uFillTx/>
              <a:latin typeface="Arial"/>
              <a:ea typeface="+mn-ea"/>
              <a:cs typeface="+mn-cs"/>
            </a:endParaRPr>
          </a:p>
        </p:txBody>
      </p:sp>
      <p:grpSp>
        <p:nvGrpSpPr>
          <p:cNvPr id="62" name="Group 61">
            <a:extLst>
              <a:ext uri="{FF2B5EF4-FFF2-40B4-BE49-F238E27FC236}">
                <a16:creationId xmlns:a16="http://schemas.microsoft.com/office/drawing/2014/main" id="{AF7B696D-0630-E8A2-A494-8E65F3CAC7D3}"/>
              </a:ext>
            </a:extLst>
          </p:cNvPr>
          <p:cNvGrpSpPr/>
          <p:nvPr/>
        </p:nvGrpSpPr>
        <p:grpSpPr>
          <a:xfrm>
            <a:off x="5842656" y="5091031"/>
            <a:ext cx="3761013" cy="430887"/>
            <a:chOff x="5842656" y="3269852"/>
            <a:chExt cx="3761013" cy="430887"/>
          </a:xfrm>
        </p:grpSpPr>
        <p:sp>
          <p:nvSpPr>
            <p:cNvPr id="63" name="Rectangle 1">
              <a:extLst>
                <a:ext uri="{FF2B5EF4-FFF2-40B4-BE49-F238E27FC236}">
                  <a16:creationId xmlns:a16="http://schemas.microsoft.com/office/drawing/2014/main" id="{0BFF457D-04D0-ECEE-CDF1-081683DA9B7A}"/>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أثق أن المعلومات الشخصية المقدمة لوزارة الصحة ستعامل بسرية.</a:t>
              </a:r>
            </a:p>
          </p:txBody>
        </p:sp>
        <p:sp>
          <p:nvSpPr>
            <p:cNvPr id="64" name="Rectangle: Rounded Corners 63">
              <a:extLst>
                <a:ext uri="{FF2B5EF4-FFF2-40B4-BE49-F238E27FC236}">
                  <a16:creationId xmlns:a16="http://schemas.microsoft.com/office/drawing/2014/main" id="{14AEBEF2-6072-9F46-23DA-ED1BCE98F06A}"/>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98%</a:t>
              </a:r>
            </a:p>
          </p:txBody>
        </p:sp>
      </p:grpSp>
      <p:sp>
        <p:nvSpPr>
          <p:cNvPr id="65" name="TextBox 64">
            <a:extLst>
              <a:ext uri="{FF2B5EF4-FFF2-40B4-BE49-F238E27FC236}">
                <a16:creationId xmlns:a16="http://schemas.microsoft.com/office/drawing/2014/main" id="{28D67929-9C34-6075-8402-3A2798996EA9}"/>
              </a:ext>
            </a:extLst>
          </p:cNvPr>
          <p:cNvSpPr txBox="1"/>
          <p:nvPr/>
        </p:nvSpPr>
        <p:spPr>
          <a:xfrm>
            <a:off x="9321345" y="4085643"/>
            <a:ext cx="1932851" cy="400110"/>
          </a:xfrm>
          <a:prstGeom prst="rect">
            <a:avLst/>
          </a:prstGeom>
          <a:noFill/>
        </p:spPr>
        <p:txBody>
          <a:bodyPr wrap="square">
            <a:spAutoFit/>
          </a:bodyPr>
          <a:lstStyle/>
          <a:p>
            <a:r>
              <a:rPr lang="ar-EG" sz="2000" b="1" dirty="0"/>
              <a:t>خصوصية المتعامل</a:t>
            </a:r>
          </a:p>
        </p:txBody>
      </p:sp>
      <p:grpSp>
        <p:nvGrpSpPr>
          <p:cNvPr id="66" name="Group 65">
            <a:extLst>
              <a:ext uri="{FF2B5EF4-FFF2-40B4-BE49-F238E27FC236}">
                <a16:creationId xmlns:a16="http://schemas.microsoft.com/office/drawing/2014/main" id="{0ACD3A37-3201-56DF-0B5D-41343EBB49DB}"/>
              </a:ext>
            </a:extLst>
          </p:cNvPr>
          <p:cNvGrpSpPr/>
          <p:nvPr/>
        </p:nvGrpSpPr>
        <p:grpSpPr>
          <a:xfrm>
            <a:off x="9227248" y="4481212"/>
            <a:ext cx="2516354" cy="1690576"/>
            <a:chOff x="9311918" y="3278271"/>
            <a:chExt cx="2516354" cy="1690576"/>
          </a:xfrm>
        </p:grpSpPr>
        <p:graphicFrame>
          <p:nvGraphicFramePr>
            <p:cNvPr id="67" name="Chart 66">
              <a:extLst>
                <a:ext uri="{FF2B5EF4-FFF2-40B4-BE49-F238E27FC236}">
                  <a16:creationId xmlns:a16="http://schemas.microsoft.com/office/drawing/2014/main" id="{6981DD55-0F36-B815-A25E-312D0D93997E}"/>
                </a:ext>
              </a:extLst>
            </p:cNvPr>
            <p:cNvGraphicFramePr/>
            <p:nvPr>
              <p:extLst>
                <p:ext uri="{D42A27DB-BD31-4B8C-83A1-F6EECF244321}">
                  <p14:modId xmlns:p14="http://schemas.microsoft.com/office/powerpoint/2010/main" val="268140109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68" name="TextBox 67">
              <a:extLst>
                <a:ext uri="{FF2B5EF4-FFF2-40B4-BE49-F238E27FC236}">
                  <a16:creationId xmlns:a16="http://schemas.microsoft.com/office/drawing/2014/main" id="{FB1AB5B7-E0DC-C122-80D2-4B16EF8446AE}"/>
                </a:ext>
              </a:extLst>
            </p:cNvPr>
            <p:cNvSpPr txBox="1"/>
            <p:nvPr/>
          </p:nvSpPr>
          <p:spPr>
            <a:xfrm>
              <a:off x="10160742" y="3892726"/>
              <a:ext cx="818707" cy="461665"/>
            </a:xfrm>
            <a:prstGeom prst="rect">
              <a:avLst/>
            </a:prstGeom>
            <a:noFill/>
          </p:spPr>
          <p:txBody>
            <a:bodyPr wrap="square" rtlCol="0">
              <a:spAutoFit/>
            </a:bodyPr>
            <a:lstStyle/>
            <a:p>
              <a:pPr algn="ctr"/>
              <a:r>
                <a:rPr lang="en-US" sz="2400" b="1" dirty="0">
                  <a:solidFill>
                    <a:srgbClr val="35AA6E"/>
                  </a:solidFill>
                </a:rPr>
                <a:t>98</a:t>
              </a:r>
              <a:r>
                <a:rPr lang="en-GB" sz="2400" b="1" dirty="0">
                  <a:solidFill>
                    <a:srgbClr val="35AA6E"/>
                  </a:solidFill>
                </a:rPr>
                <a:t>%</a:t>
              </a:r>
            </a:p>
          </p:txBody>
        </p:sp>
      </p:grpSp>
      <p:graphicFrame>
        <p:nvGraphicFramePr>
          <p:cNvPr id="69" name="Chart 68">
            <a:extLst>
              <a:ext uri="{FF2B5EF4-FFF2-40B4-BE49-F238E27FC236}">
                <a16:creationId xmlns:a16="http://schemas.microsoft.com/office/drawing/2014/main" id="{02DDA290-18CD-9B17-8D32-C5716F3CE056}"/>
              </a:ext>
            </a:extLst>
          </p:cNvPr>
          <p:cNvGraphicFramePr/>
          <p:nvPr>
            <p:extLst>
              <p:ext uri="{D42A27DB-BD31-4B8C-83A1-F6EECF244321}">
                <p14:modId xmlns:p14="http://schemas.microsoft.com/office/powerpoint/2010/main" val="432489094"/>
              </p:ext>
            </p:extLst>
          </p:nvPr>
        </p:nvGraphicFramePr>
        <p:xfrm>
          <a:off x="833957" y="4731692"/>
          <a:ext cx="4775527" cy="1056187"/>
        </p:xfrm>
        <a:graphic>
          <a:graphicData uri="http://schemas.openxmlformats.org/drawingml/2006/chart">
            <c:chart xmlns:c="http://schemas.openxmlformats.org/drawingml/2006/chart" xmlns:r="http://schemas.openxmlformats.org/officeDocument/2006/relationships" r:id="rId6"/>
          </a:graphicData>
        </a:graphic>
      </p:graphicFrame>
      <p:grpSp>
        <p:nvGrpSpPr>
          <p:cNvPr id="71" name="Group 70">
            <a:extLst>
              <a:ext uri="{FF2B5EF4-FFF2-40B4-BE49-F238E27FC236}">
                <a16:creationId xmlns:a16="http://schemas.microsoft.com/office/drawing/2014/main" id="{E290F626-0153-30DD-A15E-921410202702}"/>
              </a:ext>
            </a:extLst>
          </p:cNvPr>
          <p:cNvGrpSpPr/>
          <p:nvPr/>
        </p:nvGrpSpPr>
        <p:grpSpPr>
          <a:xfrm>
            <a:off x="5842656" y="2577130"/>
            <a:ext cx="3761013" cy="430887"/>
            <a:chOff x="5842656" y="3269852"/>
            <a:chExt cx="3761013" cy="430887"/>
          </a:xfrm>
        </p:grpSpPr>
        <p:sp>
          <p:nvSpPr>
            <p:cNvPr id="72" name="Rectangle 1">
              <a:extLst>
                <a:ext uri="{FF2B5EF4-FFF2-40B4-BE49-F238E27FC236}">
                  <a16:creationId xmlns:a16="http://schemas.microsoft.com/office/drawing/2014/main" id="{20372FC6-7473-48AE-C2ED-1CC34787B5C4}"/>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تم تقديم طلب الخدمة واستلام الخدمة خلال فترة زمنية معقولة.</a:t>
              </a:r>
            </a:p>
          </p:txBody>
        </p:sp>
        <p:sp>
          <p:nvSpPr>
            <p:cNvPr id="73" name="Rectangle: Rounded Corners 72">
              <a:extLst>
                <a:ext uri="{FF2B5EF4-FFF2-40B4-BE49-F238E27FC236}">
                  <a16:creationId xmlns:a16="http://schemas.microsoft.com/office/drawing/2014/main" id="{B272488C-9D3A-1CE0-99B4-07CEB32CF24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93%</a:t>
              </a:r>
            </a:p>
          </p:txBody>
        </p:sp>
      </p:grpSp>
      <p:sp>
        <p:nvSpPr>
          <p:cNvPr id="74" name="TextBox 73">
            <a:extLst>
              <a:ext uri="{FF2B5EF4-FFF2-40B4-BE49-F238E27FC236}">
                <a16:creationId xmlns:a16="http://schemas.microsoft.com/office/drawing/2014/main" id="{9FC59599-EBC9-AA6D-BEEE-7EB3C2DB8260}"/>
              </a:ext>
            </a:extLst>
          </p:cNvPr>
          <p:cNvSpPr txBox="1"/>
          <p:nvPr/>
        </p:nvSpPr>
        <p:spPr>
          <a:xfrm>
            <a:off x="9321345" y="1571742"/>
            <a:ext cx="1932851" cy="400110"/>
          </a:xfrm>
          <a:prstGeom prst="rect">
            <a:avLst/>
          </a:prstGeom>
          <a:noFill/>
        </p:spPr>
        <p:txBody>
          <a:bodyPr wrap="square">
            <a:spAutoFit/>
          </a:bodyPr>
          <a:lstStyle/>
          <a:p>
            <a:r>
              <a:rPr lang="ar-EG" sz="2000" b="1" dirty="0"/>
              <a:t>سرعة تقديم الخدمة</a:t>
            </a:r>
          </a:p>
        </p:txBody>
      </p:sp>
      <p:grpSp>
        <p:nvGrpSpPr>
          <p:cNvPr id="75" name="Group 74">
            <a:extLst>
              <a:ext uri="{FF2B5EF4-FFF2-40B4-BE49-F238E27FC236}">
                <a16:creationId xmlns:a16="http://schemas.microsoft.com/office/drawing/2014/main" id="{EF406F4C-7643-8A13-6688-040E195E2F09}"/>
              </a:ext>
            </a:extLst>
          </p:cNvPr>
          <p:cNvGrpSpPr/>
          <p:nvPr/>
        </p:nvGrpSpPr>
        <p:grpSpPr>
          <a:xfrm>
            <a:off x="9227248" y="1967311"/>
            <a:ext cx="2516354" cy="1690576"/>
            <a:chOff x="9311918" y="3278271"/>
            <a:chExt cx="2516354" cy="1690576"/>
          </a:xfrm>
        </p:grpSpPr>
        <p:graphicFrame>
          <p:nvGraphicFramePr>
            <p:cNvPr id="76" name="Chart 75">
              <a:extLst>
                <a:ext uri="{FF2B5EF4-FFF2-40B4-BE49-F238E27FC236}">
                  <a16:creationId xmlns:a16="http://schemas.microsoft.com/office/drawing/2014/main" id="{373A1147-B30F-D906-7860-B17E6004F2A2}"/>
                </a:ext>
              </a:extLst>
            </p:cNvPr>
            <p:cNvGraphicFramePr/>
            <p:nvPr>
              <p:extLst>
                <p:ext uri="{D42A27DB-BD31-4B8C-83A1-F6EECF244321}">
                  <p14:modId xmlns:p14="http://schemas.microsoft.com/office/powerpoint/2010/main" val="183038135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77" name="TextBox 76">
              <a:extLst>
                <a:ext uri="{FF2B5EF4-FFF2-40B4-BE49-F238E27FC236}">
                  <a16:creationId xmlns:a16="http://schemas.microsoft.com/office/drawing/2014/main" id="{405B57DB-40E1-AFB0-1134-7812E88259C6}"/>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graphicFrame>
        <p:nvGraphicFramePr>
          <p:cNvPr id="78" name="Chart 77">
            <a:extLst>
              <a:ext uri="{FF2B5EF4-FFF2-40B4-BE49-F238E27FC236}">
                <a16:creationId xmlns:a16="http://schemas.microsoft.com/office/drawing/2014/main" id="{A23E41B8-C1E0-EB84-B8A8-CD6E3049A5AD}"/>
              </a:ext>
            </a:extLst>
          </p:cNvPr>
          <p:cNvGraphicFramePr/>
          <p:nvPr>
            <p:extLst>
              <p:ext uri="{D42A27DB-BD31-4B8C-83A1-F6EECF244321}">
                <p14:modId xmlns:p14="http://schemas.microsoft.com/office/powerpoint/2010/main" val="1966838682"/>
              </p:ext>
            </p:extLst>
          </p:nvPr>
        </p:nvGraphicFramePr>
        <p:xfrm>
          <a:off x="833957" y="2217791"/>
          <a:ext cx="4775527" cy="1056187"/>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481870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D99F-A136-F16F-5141-9D3B71683C3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A5E4CEC-E5EC-DA48-CBFF-130DB91305A1}"/>
              </a:ext>
            </a:extLst>
          </p:cNvPr>
          <p:cNvSpPr>
            <a:spLocks noGrp="1"/>
          </p:cNvSpPr>
          <p:nvPr>
            <p:ph type="body" sz="quarter" idx="11"/>
          </p:nvPr>
        </p:nvSpPr>
        <p:spPr/>
        <p:txBody>
          <a:bodyPr/>
          <a:lstStyle/>
          <a:p>
            <a:fld id="{CEB9653E-F2B9-42DD-9F83-20048B6AB3C6}" type="slidenum">
              <a:rPr lang="en-US" smtClean="0"/>
              <a:t>35</a:t>
            </a:fld>
            <a:endParaRPr lang="en-US"/>
          </a:p>
        </p:txBody>
      </p:sp>
      <p:sp>
        <p:nvSpPr>
          <p:cNvPr id="3" name="Rectangle 2">
            <a:extLst>
              <a:ext uri="{FF2B5EF4-FFF2-40B4-BE49-F238E27FC236}">
                <a16:creationId xmlns:a16="http://schemas.microsoft.com/office/drawing/2014/main" id="{2D159B91-0FEF-1250-9285-0225F6B29EE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75275975-F92E-30AB-397E-F61FFC8C7F60}"/>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الموقع الإلكتروني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555392F0-3E42-F4D6-ADD7-BCE36C3B7A6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506651FC-E27A-D146-E705-D20886B992DA}"/>
              </a:ext>
            </a:extLst>
          </p:cNvPr>
          <p:cNvSpPr txBox="1"/>
          <p:nvPr/>
        </p:nvSpPr>
        <p:spPr>
          <a:xfrm>
            <a:off x="1614649" y="797178"/>
            <a:ext cx="10381416" cy="584775"/>
          </a:xfrm>
          <a:prstGeom prst="rect">
            <a:avLst/>
          </a:prstGeom>
          <a:noFill/>
        </p:spPr>
        <p:txBody>
          <a:bodyPr wrap="square" rtlCol="0">
            <a:spAutoFit/>
          </a:bodyPr>
          <a:lstStyle/>
          <a:p>
            <a:pPr lvl="0">
              <a:defRPr/>
            </a:pPr>
            <a:r>
              <a:rPr lang="ar-AE" sz="1600" dirty="0">
                <a:solidFill>
                  <a:srgbClr val="414141"/>
                </a:solidFill>
              </a:rPr>
              <a:t>جاءت أغلب التعليقات حول الموقع الإلكتروني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وضوح المعلومات،</a:t>
            </a:r>
            <a:r>
              <a:rPr lang="ar-EG" sz="1600" b="1" dirty="0">
                <a:solidFill>
                  <a:srgbClr val="414141"/>
                </a:solidFill>
              </a:rPr>
              <a:t> وتحسين الاداء </a:t>
            </a:r>
            <a:r>
              <a:rPr lang="ar-AE" sz="1600" b="1" dirty="0">
                <a:solidFill>
                  <a:srgbClr val="414141"/>
                </a:solidFill>
              </a:rPr>
              <a:t>والدعم </a:t>
            </a:r>
            <a:r>
              <a:rPr lang="ar-EG" sz="1600" b="1" dirty="0">
                <a:solidFill>
                  <a:srgbClr val="414141"/>
                </a:solidFill>
              </a:rPr>
              <a:t>الفنى للموقع</a:t>
            </a:r>
            <a:r>
              <a:rPr lang="ar-AE" sz="1600" b="1" dirty="0">
                <a:solidFill>
                  <a:srgbClr val="414141"/>
                </a:solidFill>
              </a:rPr>
              <a:t>.</a:t>
            </a:r>
            <a:endParaRPr lang="ar-SA" sz="1600" b="1" dirty="0">
              <a:solidFill>
                <a:srgbClr val="B68A35"/>
              </a:solidFill>
            </a:endParaRPr>
          </a:p>
        </p:txBody>
      </p:sp>
      <p:sp>
        <p:nvSpPr>
          <p:cNvPr id="51" name="Rectangle: Rounded Corners 50">
            <a:extLst>
              <a:ext uri="{FF2B5EF4-FFF2-40B4-BE49-F238E27FC236}">
                <a16:creationId xmlns:a16="http://schemas.microsoft.com/office/drawing/2014/main" id="{8F55E05C-742C-53D7-DB17-DFB6D2E3ABA0}"/>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AC0BCF80-E192-A019-F751-4972D2D06CE7}"/>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7" name="Rectangle: Rounded Corners 22">
            <a:extLst>
              <a:ext uri="{FF2B5EF4-FFF2-40B4-BE49-F238E27FC236}">
                <a16:creationId xmlns:a16="http://schemas.microsoft.com/office/drawing/2014/main" id="{27CA8179-FE5E-1B24-7FA7-DE32A8547B32}"/>
              </a:ext>
            </a:extLst>
          </p:cNvPr>
          <p:cNvSpPr/>
          <p:nvPr/>
        </p:nvSpPr>
        <p:spPr>
          <a:xfrm>
            <a:off x="1379297" y="2323596"/>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492CEF83-0A93-A74A-ECEA-F6F368961D49}"/>
              </a:ext>
            </a:extLst>
          </p:cNvPr>
          <p:cNvSpPr/>
          <p:nvPr/>
        </p:nvSpPr>
        <p:spPr>
          <a:xfrm>
            <a:off x="1379297" y="4319877"/>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Rectangle: Rounded Corners 22">
            <a:extLst>
              <a:ext uri="{FF2B5EF4-FFF2-40B4-BE49-F238E27FC236}">
                <a16:creationId xmlns:a16="http://schemas.microsoft.com/office/drawing/2014/main" id="{E9373BFE-C1FB-240F-2D79-5B9CC461DF46}"/>
              </a:ext>
            </a:extLst>
          </p:cNvPr>
          <p:cNvSpPr/>
          <p:nvPr/>
        </p:nvSpPr>
        <p:spPr>
          <a:xfrm>
            <a:off x="6310135" y="4323758"/>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40BB387F-CC76-7F69-7628-3904266903F6}"/>
              </a:ext>
            </a:extLst>
          </p:cNvPr>
          <p:cNvSpPr/>
          <p:nvPr/>
        </p:nvSpPr>
        <p:spPr>
          <a:xfrm>
            <a:off x="6310134" y="2323596"/>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8B0FE3EB-2FDA-D4AF-404D-0E911D4AE406}"/>
              </a:ext>
            </a:extLst>
          </p:cNvPr>
          <p:cNvSpPr txBox="1"/>
          <p:nvPr/>
        </p:nvSpPr>
        <p:spPr>
          <a:xfrm>
            <a:off x="1379297" y="2868963"/>
            <a:ext cx="4500067"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ينبغي توفير مقدمة ومعلومات أكثر وضوحًا، مثل مقطع فيديو يرشدك إلى كيفية أداء الخدمة ويعلمك الخطوات.</a:t>
            </a:r>
            <a:r>
              <a:rPr lang="ar-EG" dirty="0">
                <a:solidFill>
                  <a:prstClr val="black"/>
                </a:solidFill>
              </a:rPr>
              <a:t>"</a:t>
            </a:r>
          </a:p>
        </p:txBody>
      </p:sp>
      <p:sp>
        <p:nvSpPr>
          <p:cNvPr id="25" name="TextBox 24">
            <a:extLst>
              <a:ext uri="{FF2B5EF4-FFF2-40B4-BE49-F238E27FC236}">
                <a16:creationId xmlns:a16="http://schemas.microsoft.com/office/drawing/2014/main" id="{BFF08EB9-53D0-8B0D-6845-B1E197E3B868}"/>
              </a:ext>
            </a:extLst>
          </p:cNvPr>
          <p:cNvSpPr txBox="1"/>
          <p:nvPr/>
        </p:nvSpPr>
        <p:spPr>
          <a:xfrm>
            <a:off x="6310134" y="4869125"/>
            <a:ext cx="4500067" cy="646331"/>
          </a:xfrm>
          <a:prstGeom prst="rect">
            <a:avLst/>
          </a:prstGeom>
          <a:noFill/>
        </p:spPr>
        <p:txBody>
          <a:bodyPr wrap="square" rtlCol="0">
            <a:spAutoFit/>
          </a:bodyPr>
          <a:lstStyle/>
          <a:p>
            <a:pPr algn="ctr"/>
            <a:r>
              <a:rPr lang="ar-EG" dirty="0">
                <a:solidFill>
                  <a:prstClr val="black"/>
                </a:solidFill>
              </a:rPr>
              <a:t>"</a:t>
            </a:r>
            <a:r>
              <a:rPr lang="ar-AE" dirty="0"/>
              <a:t>تحسين استجابة الدعم الفني وحل مشاكل الدفع لأنه أحيانا النظام يعلق ونجد صعوبة في إكمال عملية الدفع.</a:t>
            </a:r>
            <a:r>
              <a:rPr lang="ar-EG" dirty="0">
                <a:solidFill>
                  <a:prstClr val="black"/>
                </a:solidFill>
              </a:rPr>
              <a:t>"</a:t>
            </a:r>
          </a:p>
        </p:txBody>
      </p:sp>
      <p:sp>
        <p:nvSpPr>
          <p:cNvPr id="26" name="TextBox 25">
            <a:extLst>
              <a:ext uri="{FF2B5EF4-FFF2-40B4-BE49-F238E27FC236}">
                <a16:creationId xmlns:a16="http://schemas.microsoft.com/office/drawing/2014/main" id="{FDC20550-1530-4284-F9BF-5D9EEA6654B5}"/>
              </a:ext>
            </a:extLst>
          </p:cNvPr>
          <p:cNvSpPr txBox="1"/>
          <p:nvPr/>
        </p:nvSpPr>
        <p:spPr>
          <a:xfrm>
            <a:off x="1379297" y="4726744"/>
            <a:ext cx="4500067" cy="923330"/>
          </a:xfrm>
          <a:prstGeom prst="rect">
            <a:avLst/>
          </a:prstGeom>
          <a:noFill/>
        </p:spPr>
        <p:txBody>
          <a:bodyPr wrap="square" rtlCol="0">
            <a:spAutoFit/>
          </a:bodyPr>
          <a:lstStyle/>
          <a:p>
            <a:pPr lvl="0" algn="ctr">
              <a:defRPr/>
            </a:pPr>
            <a:r>
              <a:rPr lang="ar-EG" dirty="0">
                <a:solidFill>
                  <a:prstClr val="black"/>
                </a:solidFill>
              </a:rPr>
              <a:t>"الموقع الالكتروني احيانا يكون بطيء ويعلق. ارسال الرسائل باللغة العربية أو على الأقل باللغتين لأنه </a:t>
            </a:r>
            <a:r>
              <a:rPr lang="ar-AE" dirty="0">
                <a:solidFill>
                  <a:prstClr val="black"/>
                </a:solidFill>
              </a:rPr>
              <a:t>ليس</a:t>
            </a:r>
            <a:r>
              <a:rPr lang="ar-EG" dirty="0">
                <a:solidFill>
                  <a:prstClr val="black"/>
                </a:solidFill>
              </a:rPr>
              <a:t> كل الكبار يجيدون اللغة الانجليزية."</a:t>
            </a:r>
          </a:p>
        </p:txBody>
      </p:sp>
      <p:sp>
        <p:nvSpPr>
          <p:cNvPr id="30" name="TextBox 29">
            <a:extLst>
              <a:ext uri="{FF2B5EF4-FFF2-40B4-BE49-F238E27FC236}">
                <a16:creationId xmlns:a16="http://schemas.microsoft.com/office/drawing/2014/main" id="{4ECE88B1-E586-4ED6-3084-B730A02B9872}"/>
              </a:ext>
            </a:extLst>
          </p:cNvPr>
          <p:cNvSpPr txBox="1"/>
          <p:nvPr/>
        </p:nvSpPr>
        <p:spPr>
          <a:xfrm>
            <a:off x="6310134" y="2730463"/>
            <a:ext cx="4500067" cy="923330"/>
          </a:xfrm>
          <a:prstGeom prst="rect">
            <a:avLst/>
          </a:prstGeom>
          <a:noFill/>
        </p:spPr>
        <p:txBody>
          <a:bodyPr wrap="square" rtlCol="0">
            <a:spAutoFit/>
          </a:bodyPr>
          <a:lstStyle/>
          <a:p>
            <a:pPr algn="ctr"/>
            <a:r>
              <a:rPr lang="ar-EG" dirty="0"/>
              <a:t>"</a:t>
            </a:r>
            <a:r>
              <a:rPr lang="ar-AE" dirty="0"/>
              <a:t>الموقع الالكتروني يحتوي على بعض المشاكل والاخطاء يعني يعلق كثيرا وعند محاولة الدخول لتتبع حالة الطلب لا يتم عميلة الدخول بسهولة</a:t>
            </a:r>
            <a:r>
              <a:rPr lang="ar-EG" dirty="0"/>
              <a:t>."</a:t>
            </a:r>
          </a:p>
        </p:txBody>
      </p:sp>
    </p:spTree>
    <p:extLst>
      <p:ext uri="{BB962C8B-B14F-4D97-AF65-F5344CB8AC3E}">
        <p14:creationId xmlns:p14="http://schemas.microsoft.com/office/powerpoint/2010/main" val="2411737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F253-DCBE-6516-5C3E-A16B84BEB0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B2F309-7602-E1CE-519E-727902E997BF}"/>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5A9399CF-0367-4A4F-0F00-1B947035B71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E50984C-ABB0-99D1-D1CF-DD1F0A9B44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11" name="Rectangle 10">
            <a:extLst>
              <a:ext uri="{FF2B5EF4-FFF2-40B4-BE49-F238E27FC236}">
                <a16:creationId xmlns:a16="http://schemas.microsoft.com/office/drawing/2014/main" id="{7F29780D-B22C-B18B-EF4F-35A810CB5700}"/>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kumimoji="0" lang="ar-AE" sz="4400" b="1" i="0" u="none" strike="noStrike" kern="1200" cap="none" spc="0" normalizeH="0" baseline="0" noProof="0">
                <a:ln>
                  <a:noFill/>
                </a:ln>
                <a:solidFill>
                  <a:srgbClr val="B68A35"/>
                </a:solidFill>
                <a:effectLst/>
                <a:uLnTx/>
                <a:uFillTx/>
                <a:latin typeface="Arial"/>
                <a:ea typeface="+mn-ea"/>
                <a:cs typeface="+mn-cs"/>
              </a:rPr>
              <a:t>مركز خدمة المتعاملين</a:t>
            </a: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0DF28D94-5AF2-C5AE-46ED-2F08184CB232}"/>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3" name="TextBox 12">
            <a:extLst>
              <a:ext uri="{FF2B5EF4-FFF2-40B4-BE49-F238E27FC236}">
                <a16:creationId xmlns:a16="http://schemas.microsoft.com/office/drawing/2014/main" id="{5D795FF4-40CD-DF58-80F5-8CDE75065F87}"/>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lang="ar-AE" sz="1400" dirty="0">
                <a:solidFill>
                  <a:srgbClr val="414141"/>
                </a:solidFill>
                <a:latin typeface="Arial"/>
              </a:rPr>
              <a:t>الرضا العام ومؤشر صافي نقاط التوصية</a:t>
            </a: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التفاعل مع الموظفين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موظف مركز خدمة المتعاملين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مركز خدمة المتعاملين </a:t>
            </a:r>
            <a:r>
              <a:rPr lang="ar-AE" sz="1400" dirty="0">
                <a:solidFill>
                  <a:srgbClr val="414141"/>
                </a:solidFill>
                <a:latin typeface="Arial" panose="020B0604020202020204" pitchFamily="34" charset="0"/>
              </a:rPr>
              <a:t>(</a:t>
            </a:r>
            <a:r>
              <a:rPr lang="ar-EG" sz="1400" dirty="0">
                <a:solidFill>
                  <a:srgbClr val="414141"/>
                </a:solidFill>
                <a:latin typeface="Arial" panose="020B0604020202020204" pitchFamily="34" charset="0"/>
              </a:rPr>
              <a:t>المرافق</a:t>
            </a:r>
            <a:r>
              <a:rPr lang="ar-AE" sz="1400" dirty="0">
                <a:solidFill>
                  <a:srgbClr val="414141"/>
                </a:solidFill>
                <a:latin typeface="Arial" panose="020B0604020202020204" pitchFamily="34" charset="0"/>
              </a:rPr>
              <a:t>)</a:t>
            </a:r>
          </a:p>
          <a:p>
            <a:pPr marL="285750" lvl="0" indent="-285750">
              <a:buFont typeface="Arial" panose="020B0604020202020204" pitchFamily="34" charset="0"/>
              <a:buChar char="•"/>
              <a:defRPr/>
            </a:pP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1835806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3F025-11AE-9A95-8D48-1CC120E1AB2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71602DC-C3AE-83A2-6325-A887F2A83EF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7E232E5-5029-1851-A0E6-5FEEB3D80916}"/>
              </a:ext>
            </a:extLst>
          </p:cNvPr>
          <p:cNvSpPr txBox="1"/>
          <p:nvPr/>
        </p:nvSpPr>
        <p:spPr>
          <a:xfrm>
            <a:off x="2895600" y="244463"/>
            <a:ext cx="9100465"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a:t>
            </a:r>
            <a:r>
              <a:rPr kumimoji="0" lang="ar-AE" sz="2800" b="0" i="0" u="none" strike="noStrike" kern="1200" cap="none" spc="0" normalizeH="0" baseline="0" noProof="0" dirty="0">
                <a:ln>
                  <a:noFill/>
                </a:ln>
                <a:solidFill>
                  <a:srgbClr val="B68A35"/>
                </a:solidFill>
                <a:effectLst/>
                <a:uLnTx/>
                <a:uFillTx/>
                <a:latin typeface="Arial"/>
                <a:ea typeface="+mn-ea"/>
                <a:cs typeface="+mn-cs"/>
              </a:rPr>
              <a:t>مركز</a:t>
            </a:r>
            <a:r>
              <a:rPr kumimoji="0" lang="ar-EG" sz="2800" b="0" i="0" u="none" strike="noStrike" kern="1200" cap="none" spc="0" normalizeH="0" baseline="0" noProof="0" dirty="0">
                <a:ln>
                  <a:noFill/>
                </a:ln>
                <a:solidFill>
                  <a:srgbClr val="B68A35"/>
                </a:solidFill>
                <a:effectLst/>
                <a:uLnTx/>
                <a:uFillTx/>
                <a:latin typeface="Arial"/>
                <a:ea typeface="+mn-ea"/>
                <a:cs typeface="+mn-cs"/>
              </a:rPr>
              <a:t> خدمة المتعاملين</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DE765758-4EDE-9BA6-0F52-AF9C5DE045C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4" name="Table 3">
            <a:extLst>
              <a:ext uri="{FF2B5EF4-FFF2-40B4-BE49-F238E27FC236}">
                <a16:creationId xmlns:a16="http://schemas.microsoft.com/office/drawing/2014/main" id="{FE7B07A1-3B40-A3B6-C14C-9B1A8DA4F43D}"/>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64" name="Rectangle 63">
            <a:extLst>
              <a:ext uri="{FF2B5EF4-FFF2-40B4-BE49-F238E27FC236}">
                <a16:creationId xmlns:a16="http://schemas.microsoft.com/office/drawing/2014/main" id="{FCD965D3-6C49-567A-757B-C2BDB066C112}"/>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35941A38-2D72-A0ED-BCC7-D3715D79BD64}"/>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66" name="Group 65">
            <a:extLst>
              <a:ext uri="{FF2B5EF4-FFF2-40B4-BE49-F238E27FC236}">
                <a16:creationId xmlns:a16="http://schemas.microsoft.com/office/drawing/2014/main" id="{70A6C65C-8EBD-DCA7-8387-055B357871C2}"/>
              </a:ext>
            </a:extLst>
          </p:cNvPr>
          <p:cNvGrpSpPr/>
          <p:nvPr/>
        </p:nvGrpSpPr>
        <p:grpSpPr>
          <a:xfrm>
            <a:off x="1005840" y="4206240"/>
            <a:ext cx="7724896" cy="1808032"/>
            <a:chOff x="1031329" y="2156856"/>
            <a:chExt cx="5211715" cy="1368371"/>
          </a:xfrm>
        </p:grpSpPr>
        <p:grpSp>
          <p:nvGrpSpPr>
            <p:cNvPr id="67" name="Group 66">
              <a:extLst>
                <a:ext uri="{FF2B5EF4-FFF2-40B4-BE49-F238E27FC236}">
                  <a16:creationId xmlns:a16="http://schemas.microsoft.com/office/drawing/2014/main" id="{28F7EC12-A8F0-8220-4393-C3BCCAD7FEF1}"/>
                </a:ext>
              </a:extLst>
            </p:cNvPr>
            <p:cNvGrpSpPr/>
            <p:nvPr/>
          </p:nvGrpSpPr>
          <p:grpSpPr>
            <a:xfrm>
              <a:off x="1031329" y="2156856"/>
              <a:ext cx="4296771" cy="454743"/>
              <a:chOff x="1031329" y="2363398"/>
              <a:chExt cx="4296771" cy="454743"/>
            </a:xfrm>
          </p:grpSpPr>
          <p:pic>
            <p:nvPicPr>
              <p:cNvPr id="105" name="Graphic 104" descr="User">
                <a:extLst>
                  <a:ext uri="{FF2B5EF4-FFF2-40B4-BE49-F238E27FC236}">
                    <a16:creationId xmlns:a16="http://schemas.microsoft.com/office/drawing/2014/main" id="{473734EF-0039-392F-1BAC-1B05CB8D98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106" name="Graphic 105" descr="User">
                <a:extLst>
                  <a:ext uri="{FF2B5EF4-FFF2-40B4-BE49-F238E27FC236}">
                    <a16:creationId xmlns:a16="http://schemas.microsoft.com/office/drawing/2014/main" id="{09906304-D8C8-8DB4-4B57-048BA5F7EF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107" name="Graphic 106" descr="User">
                <a:extLst>
                  <a:ext uri="{FF2B5EF4-FFF2-40B4-BE49-F238E27FC236}">
                    <a16:creationId xmlns:a16="http://schemas.microsoft.com/office/drawing/2014/main" id="{81573B8C-A4C3-809C-D545-C88F211903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108" name="Graphic 107" descr="User">
                <a:extLst>
                  <a:ext uri="{FF2B5EF4-FFF2-40B4-BE49-F238E27FC236}">
                    <a16:creationId xmlns:a16="http://schemas.microsoft.com/office/drawing/2014/main" id="{6F5A5358-BE43-4EFA-81CC-46A2CA8035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109" name="Graphic 108" descr="User">
                <a:extLst>
                  <a:ext uri="{FF2B5EF4-FFF2-40B4-BE49-F238E27FC236}">
                    <a16:creationId xmlns:a16="http://schemas.microsoft.com/office/drawing/2014/main" id="{9A4D8FC8-1E08-F4D9-64F8-5D5A03DF2E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110" name="Graphic 109" descr="User">
                <a:extLst>
                  <a:ext uri="{FF2B5EF4-FFF2-40B4-BE49-F238E27FC236}">
                    <a16:creationId xmlns:a16="http://schemas.microsoft.com/office/drawing/2014/main" id="{4A271667-414C-DE94-128E-39E1F6A53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111" name="Graphic 110" descr="User">
                <a:extLst>
                  <a:ext uri="{FF2B5EF4-FFF2-40B4-BE49-F238E27FC236}">
                    <a16:creationId xmlns:a16="http://schemas.microsoft.com/office/drawing/2014/main" id="{B68F3566-5762-B1F3-475E-3A5A35D69C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112" name="Graphic 111" descr="User">
                <a:extLst>
                  <a:ext uri="{FF2B5EF4-FFF2-40B4-BE49-F238E27FC236}">
                    <a16:creationId xmlns:a16="http://schemas.microsoft.com/office/drawing/2014/main" id="{701BC1FA-765A-5F05-EA1F-66D1C9C0EA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113" name="Graphic 112" descr="User">
                <a:extLst>
                  <a:ext uri="{FF2B5EF4-FFF2-40B4-BE49-F238E27FC236}">
                    <a16:creationId xmlns:a16="http://schemas.microsoft.com/office/drawing/2014/main" id="{E8CDB32E-44EF-8E5C-857A-C295C65670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68" name="Group 67">
              <a:extLst>
                <a:ext uri="{FF2B5EF4-FFF2-40B4-BE49-F238E27FC236}">
                  <a16:creationId xmlns:a16="http://schemas.microsoft.com/office/drawing/2014/main" id="{CAAC0227-0EEA-0CF5-8266-7C342980B892}"/>
                </a:ext>
              </a:extLst>
            </p:cNvPr>
            <p:cNvGrpSpPr/>
            <p:nvPr/>
          </p:nvGrpSpPr>
          <p:grpSpPr>
            <a:xfrm>
              <a:off x="1070903" y="2670008"/>
              <a:ext cx="1322509" cy="855219"/>
              <a:chOff x="499248" y="2918342"/>
              <a:chExt cx="1548144" cy="855219"/>
            </a:xfrm>
          </p:grpSpPr>
          <p:sp>
            <p:nvSpPr>
              <p:cNvPr id="103" name="Rectangle 102">
                <a:extLst>
                  <a:ext uri="{FF2B5EF4-FFF2-40B4-BE49-F238E27FC236}">
                    <a16:creationId xmlns:a16="http://schemas.microsoft.com/office/drawing/2014/main" id="{93223782-1366-2972-28B9-C776D6D140B3}"/>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4" name="Rectangle 103">
                <a:extLst>
                  <a:ext uri="{FF2B5EF4-FFF2-40B4-BE49-F238E27FC236}">
                    <a16:creationId xmlns:a16="http://schemas.microsoft.com/office/drawing/2014/main" id="{AA167BF6-8578-35A8-C489-99AB997A8039}"/>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8</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69" name="Group 68">
              <a:extLst>
                <a:ext uri="{FF2B5EF4-FFF2-40B4-BE49-F238E27FC236}">
                  <a16:creationId xmlns:a16="http://schemas.microsoft.com/office/drawing/2014/main" id="{794C271F-F0F8-A89E-9B6E-C66AD076407A}"/>
                </a:ext>
              </a:extLst>
            </p:cNvPr>
            <p:cNvGrpSpPr/>
            <p:nvPr/>
          </p:nvGrpSpPr>
          <p:grpSpPr>
            <a:xfrm>
              <a:off x="2516586" y="2670008"/>
              <a:ext cx="1322509" cy="855219"/>
              <a:chOff x="499248" y="2918342"/>
              <a:chExt cx="1548144" cy="855219"/>
            </a:xfrm>
          </p:grpSpPr>
          <p:sp>
            <p:nvSpPr>
              <p:cNvPr id="101" name="Rectangle 100">
                <a:extLst>
                  <a:ext uri="{FF2B5EF4-FFF2-40B4-BE49-F238E27FC236}">
                    <a16:creationId xmlns:a16="http://schemas.microsoft.com/office/drawing/2014/main" id="{FB9C45A8-CCAE-DA44-82AC-EC210947B43C}"/>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2" name="Rectangle 101">
                <a:extLst>
                  <a:ext uri="{FF2B5EF4-FFF2-40B4-BE49-F238E27FC236}">
                    <a16:creationId xmlns:a16="http://schemas.microsoft.com/office/drawing/2014/main" id="{F9E8CCF8-9EE5-1F31-3ECD-8C0986C95DC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13</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6E9B0678-BFA5-AD0E-D26A-05A4E1629D62}"/>
                </a:ext>
              </a:extLst>
            </p:cNvPr>
            <p:cNvGrpSpPr/>
            <p:nvPr/>
          </p:nvGrpSpPr>
          <p:grpSpPr>
            <a:xfrm>
              <a:off x="3962269" y="2670008"/>
              <a:ext cx="1322509" cy="855219"/>
              <a:chOff x="499248" y="2918342"/>
              <a:chExt cx="1548144" cy="855219"/>
            </a:xfrm>
          </p:grpSpPr>
          <p:sp>
            <p:nvSpPr>
              <p:cNvPr id="98" name="Rectangle 97">
                <a:extLst>
                  <a:ext uri="{FF2B5EF4-FFF2-40B4-BE49-F238E27FC236}">
                    <a16:creationId xmlns:a16="http://schemas.microsoft.com/office/drawing/2014/main" id="{0A3B5943-E694-D690-675A-DB7D5BF1AF43}"/>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0" name="Rectangle 99">
                <a:extLst>
                  <a:ext uri="{FF2B5EF4-FFF2-40B4-BE49-F238E27FC236}">
                    <a16:creationId xmlns:a16="http://schemas.microsoft.com/office/drawing/2014/main" id="{73509140-3318-044B-327B-B4DB76AAF789}"/>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79</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95" name="Group 94">
              <a:extLst>
                <a:ext uri="{FF2B5EF4-FFF2-40B4-BE49-F238E27FC236}">
                  <a16:creationId xmlns:a16="http://schemas.microsoft.com/office/drawing/2014/main" id="{435733BB-6735-83FB-4C1C-2F9F2A5EAF53}"/>
                </a:ext>
              </a:extLst>
            </p:cNvPr>
            <p:cNvGrpSpPr/>
            <p:nvPr/>
          </p:nvGrpSpPr>
          <p:grpSpPr>
            <a:xfrm>
              <a:off x="5407950" y="2670008"/>
              <a:ext cx="835094" cy="855219"/>
              <a:chOff x="499248" y="2918342"/>
              <a:chExt cx="1548144" cy="855219"/>
            </a:xfrm>
          </p:grpSpPr>
          <p:sp>
            <p:nvSpPr>
              <p:cNvPr id="96" name="Rectangle 95">
                <a:extLst>
                  <a:ext uri="{FF2B5EF4-FFF2-40B4-BE49-F238E27FC236}">
                    <a16:creationId xmlns:a16="http://schemas.microsoft.com/office/drawing/2014/main" id="{08B2EAEE-353F-E3F7-558C-ACD92ED19424}"/>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97" name="Rectangle 96">
                <a:extLst>
                  <a:ext uri="{FF2B5EF4-FFF2-40B4-BE49-F238E27FC236}">
                    <a16:creationId xmlns:a16="http://schemas.microsoft.com/office/drawing/2014/main" id="{ECB185AC-1A0E-1E73-8486-F508B93F00AF}"/>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a:t>
                </a:r>
                <a:r>
                  <a:rPr lang="en-US" sz="2400" dirty="0">
                    <a:solidFill>
                      <a:prstClr val="white"/>
                    </a:solidFill>
                    <a:latin typeface="Arial"/>
                  </a:rPr>
                  <a:t>1</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graphicFrame>
        <p:nvGraphicFramePr>
          <p:cNvPr id="114" name="Chart 113">
            <a:extLst>
              <a:ext uri="{FF2B5EF4-FFF2-40B4-BE49-F238E27FC236}">
                <a16:creationId xmlns:a16="http://schemas.microsoft.com/office/drawing/2014/main" id="{02B55AA8-39EF-1F75-69AB-ADC226CB4BF6}"/>
              </a:ext>
            </a:extLst>
          </p:cNvPr>
          <p:cNvGraphicFramePr/>
          <p:nvPr>
            <p:extLst>
              <p:ext uri="{D42A27DB-BD31-4B8C-83A1-F6EECF244321}">
                <p14:modId xmlns:p14="http://schemas.microsoft.com/office/powerpoint/2010/main" val="895420617"/>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5" name="Chart 114">
            <a:extLst>
              <a:ext uri="{FF2B5EF4-FFF2-40B4-BE49-F238E27FC236}">
                <a16:creationId xmlns:a16="http://schemas.microsoft.com/office/drawing/2014/main" id="{AA8FDE54-7A55-68A9-0A79-5EAF192D0B13}"/>
              </a:ext>
            </a:extLst>
          </p:cNvPr>
          <p:cNvGraphicFramePr/>
          <p:nvPr>
            <p:extLst>
              <p:ext uri="{D42A27DB-BD31-4B8C-83A1-F6EECF244321}">
                <p14:modId xmlns:p14="http://schemas.microsoft.com/office/powerpoint/2010/main" val="68375246"/>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7"/>
          </a:graphicData>
        </a:graphic>
      </p:graphicFrame>
      <p:sp>
        <p:nvSpPr>
          <p:cNvPr id="116" name="Rectangle 115">
            <a:extLst>
              <a:ext uri="{FF2B5EF4-FFF2-40B4-BE49-F238E27FC236}">
                <a16:creationId xmlns:a16="http://schemas.microsoft.com/office/drawing/2014/main" id="{BA8ADB93-985D-8114-BC9D-C05B8984B6DE}"/>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83C5D105-75AC-2AA6-A65E-1A9D8EE66519}"/>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778C2282-21AC-AB31-C9CC-19B84FBF2573}"/>
              </a:ext>
            </a:extLst>
          </p:cNvPr>
          <p:cNvSpPr txBox="1"/>
          <p:nvPr/>
        </p:nvSpPr>
        <p:spPr>
          <a:xfrm>
            <a:off x="3063240" y="3666279"/>
            <a:ext cx="4172519" cy="276999"/>
          </a:xfrm>
          <a:prstGeom prst="rect">
            <a:avLst/>
          </a:prstGeom>
          <a:noFill/>
        </p:spPr>
        <p:txBody>
          <a:bodyPr wrap="square">
            <a:spAutoFit/>
          </a:bodyPr>
          <a:lstStyle/>
          <a:p>
            <a:pPr lvl="0">
              <a:defRPr/>
            </a:pPr>
            <a:r>
              <a:rPr lang="ar-AE" sz="1200" dirty="0">
                <a:solidFill>
                  <a:prstClr val="black"/>
                </a:solidFill>
              </a:rPr>
              <a:t>يرجى تقييم رضاك العام عن تفاعلك مع الموظفين باستخدام مقياس من 5 نقاط</a:t>
            </a:r>
            <a:r>
              <a:rPr lang="en-US" sz="1200" dirty="0">
                <a:solidFill>
                  <a:prstClr val="black"/>
                </a:solidFill>
              </a:rPr>
              <a:t>:</a:t>
            </a:r>
            <a:endParaRPr lang="en-GB" sz="1200" dirty="0">
              <a:solidFill>
                <a:prstClr val="black"/>
              </a:solidFill>
            </a:endParaRPr>
          </a:p>
        </p:txBody>
      </p:sp>
      <p:sp>
        <p:nvSpPr>
          <p:cNvPr id="119" name="TextBox 118">
            <a:extLst>
              <a:ext uri="{FF2B5EF4-FFF2-40B4-BE49-F238E27FC236}">
                <a16:creationId xmlns:a16="http://schemas.microsoft.com/office/drawing/2014/main" id="{5159564F-50D7-22C0-72CC-12FEF70C1C1F}"/>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20" name="Chart 119">
            <a:extLst>
              <a:ext uri="{FF2B5EF4-FFF2-40B4-BE49-F238E27FC236}">
                <a16:creationId xmlns:a16="http://schemas.microsoft.com/office/drawing/2014/main" id="{08A419A8-DD4A-55C1-FF9C-25D6147B1086}"/>
              </a:ext>
            </a:extLst>
          </p:cNvPr>
          <p:cNvGraphicFramePr/>
          <p:nvPr>
            <p:extLst>
              <p:ext uri="{D42A27DB-BD31-4B8C-83A1-F6EECF244321}">
                <p14:modId xmlns:p14="http://schemas.microsoft.com/office/powerpoint/2010/main" val="727880024"/>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8"/>
          </a:graphicData>
        </a:graphic>
      </p:graphicFrame>
      <p:sp>
        <p:nvSpPr>
          <p:cNvPr id="121" name="TextBox 120">
            <a:extLst>
              <a:ext uri="{FF2B5EF4-FFF2-40B4-BE49-F238E27FC236}">
                <a16:creationId xmlns:a16="http://schemas.microsoft.com/office/drawing/2014/main" id="{9C3CD538-3919-417F-4520-9D031762B0D8}"/>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grpSp>
        <p:nvGrpSpPr>
          <p:cNvPr id="122" name="Group 121">
            <a:extLst>
              <a:ext uri="{FF2B5EF4-FFF2-40B4-BE49-F238E27FC236}">
                <a16:creationId xmlns:a16="http://schemas.microsoft.com/office/drawing/2014/main" id="{73C124C4-D2CD-E66D-42A7-F2FC51AD3516}"/>
              </a:ext>
            </a:extLst>
          </p:cNvPr>
          <p:cNvGrpSpPr/>
          <p:nvPr/>
        </p:nvGrpSpPr>
        <p:grpSpPr>
          <a:xfrm>
            <a:off x="8183880" y="1334559"/>
            <a:ext cx="2722763" cy="432000"/>
            <a:chOff x="2207564" y="1378261"/>
            <a:chExt cx="2722763" cy="432000"/>
          </a:xfrm>
        </p:grpSpPr>
        <p:sp>
          <p:nvSpPr>
            <p:cNvPr id="123" name="Rectangle: Rounded Corners 122">
              <a:extLst>
                <a:ext uri="{FF2B5EF4-FFF2-40B4-BE49-F238E27FC236}">
                  <a16:creationId xmlns:a16="http://schemas.microsoft.com/office/drawing/2014/main" id="{4D2CFF6E-CC37-A055-1AC5-0B9B6435F334}"/>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4" name="TextBox 123">
              <a:extLst>
                <a:ext uri="{FF2B5EF4-FFF2-40B4-BE49-F238E27FC236}">
                  <a16:creationId xmlns:a16="http://schemas.microsoft.com/office/drawing/2014/main" id="{B971501B-F010-6A0F-735F-FE47B1B23E5C}"/>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pSp>
        <p:nvGrpSpPr>
          <p:cNvPr id="125" name="Group 124">
            <a:extLst>
              <a:ext uri="{FF2B5EF4-FFF2-40B4-BE49-F238E27FC236}">
                <a16:creationId xmlns:a16="http://schemas.microsoft.com/office/drawing/2014/main" id="{7117940E-ADC9-7F45-B83D-D92C74CBF42B}"/>
              </a:ext>
            </a:extLst>
          </p:cNvPr>
          <p:cNvGrpSpPr/>
          <p:nvPr/>
        </p:nvGrpSpPr>
        <p:grpSpPr>
          <a:xfrm>
            <a:off x="2423160" y="1325880"/>
            <a:ext cx="3383280" cy="432000"/>
            <a:chOff x="2555033" y="1325880"/>
            <a:chExt cx="3383280" cy="432000"/>
          </a:xfrm>
        </p:grpSpPr>
        <p:sp>
          <p:nvSpPr>
            <p:cNvPr id="126" name="Rectangle: Rounded Corners 125">
              <a:extLst>
                <a:ext uri="{FF2B5EF4-FFF2-40B4-BE49-F238E27FC236}">
                  <a16:creationId xmlns:a16="http://schemas.microsoft.com/office/drawing/2014/main" id="{208EF871-9A75-00C9-65A3-B816D16A8874}"/>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02B0293E-A3F0-22E8-3639-87DBB6B0DA5E}"/>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التفاعل مع الموظفين</a:t>
              </a:r>
            </a:p>
          </p:txBody>
        </p:sp>
      </p:grpSp>
      <p:sp>
        <p:nvSpPr>
          <p:cNvPr id="128" name="TextBox 127">
            <a:extLst>
              <a:ext uri="{FF2B5EF4-FFF2-40B4-BE49-F238E27FC236}">
                <a16:creationId xmlns:a16="http://schemas.microsoft.com/office/drawing/2014/main" id="{ED5E65E8-1C7B-9F80-6E5F-F4659BCE4035}"/>
              </a:ext>
            </a:extLst>
          </p:cNvPr>
          <p:cNvSpPr txBox="1"/>
          <p:nvPr/>
        </p:nvSpPr>
        <p:spPr>
          <a:xfrm>
            <a:off x="1892595" y="731520"/>
            <a:ext cx="10103470" cy="307777"/>
          </a:xfrm>
          <a:prstGeom prst="rect">
            <a:avLst/>
          </a:prstGeom>
          <a:noFill/>
        </p:spPr>
        <p:txBody>
          <a:bodyPr wrap="square" rtlCol="0">
            <a:spAutoFit/>
          </a:bodyPr>
          <a:lstStyle/>
          <a:p>
            <a:pPr lvl="0">
              <a:defRPr/>
            </a:pPr>
            <a:r>
              <a:rPr lang="ar-AE" sz="1400" dirty="0">
                <a:solidFill>
                  <a:srgbClr val="414141"/>
                </a:solidFill>
                <a:latin typeface="Arial" panose="020B0604020202020204" pitchFamily="34" charset="0"/>
                <a:cs typeface="Arial" panose="020B0604020202020204" pitchFamily="34" charset="0"/>
              </a:rPr>
              <a:t>حققت مراكز خدمة المتعاملين في وزارة الصحة ووقاية المجتمع نسبة رضا إجمالية بلغت </a:t>
            </a:r>
            <a:r>
              <a:rPr lang="ar-AE" sz="1400" b="1" dirty="0">
                <a:solidFill>
                  <a:srgbClr val="414141"/>
                </a:solidFill>
                <a:latin typeface="Arial" panose="020B0604020202020204" pitchFamily="34" charset="0"/>
                <a:cs typeface="Arial" panose="020B0604020202020204" pitchFamily="34" charset="0"/>
              </a:rPr>
              <a:t>93% </a:t>
            </a:r>
            <a:r>
              <a:rPr lang="ar-AE" sz="1400" dirty="0">
                <a:solidFill>
                  <a:srgbClr val="414141"/>
                </a:solidFill>
                <a:latin typeface="Arial" panose="020B0604020202020204" pitchFamily="34" charset="0"/>
                <a:cs typeface="Arial" panose="020B0604020202020204" pitchFamily="34" charset="0"/>
              </a:rPr>
              <a:t>خلال يناير 2026. كما سجل مؤشر صافي </a:t>
            </a:r>
            <a:r>
              <a:rPr lang="ar-SA" sz="1400" dirty="0">
                <a:solidFill>
                  <a:prstClr val="black"/>
                </a:solidFill>
                <a:latin typeface="Arial" panose="020B0604020202020204" pitchFamily="34" charset="0"/>
                <a:cs typeface="Arial" panose="020B0604020202020204" pitchFamily="34" charset="0"/>
              </a:rPr>
              <a:t>نقاط </a:t>
            </a:r>
            <a:r>
              <a:rPr lang="ar-AE" sz="1400" dirty="0">
                <a:solidFill>
                  <a:prstClr val="black"/>
                </a:solidFill>
                <a:latin typeface="Arial" panose="020B0604020202020204" pitchFamily="34" charset="0"/>
                <a:cs typeface="Arial" panose="020B0604020202020204" pitchFamily="34" charset="0"/>
              </a:rPr>
              <a:t>التوصية </a:t>
            </a:r>
            <a:r>
              <a:rPr lang="ar-SA" sz="1400" dirty="0">
                <a:solidFill>
                  <a:prstClr val="black"/>
                </a:solidFill>
                <a:latin typeface="Arial" panose="020B0604020202020204" pitchFamily="34" charset="0"/>
                <a:cs typeface="Arial" panose="020B0604020202020204" pitchFamily="34" charset="0"/>
              </a:rPr>
              <a:t>قيمة بلغت </a:t>
            </a:r>
            <a:r>
              <a:rPr lang="en-US" sz="1400" b="1" dirty="0">
                <a:solidFill>
                  <a:prstClr val="black"/>
                </a:solidFill>
                <a:latin typeface="Arial" panose="020B0604020202020204" pitchFamily="34" charset="0"/>
                <a:cs typeface="Arial" panose="020B0604020202020204" pitchFamily="34" charset="0"/>
              </a:rPr>
              <a:t>71</a:t>
            </a:r>
            <a:r>
              <a:rPr lang="ar-AE" sz="1400" b="1" dirty="0">
                <a:solidFill>
                  <a:prstClr val="black"/>
                </a:solidFill>
                <a:latin typeface="Arial" panose="020B0604020202020204" pitchFamily="34" charset="0"/>
                <a:cs typeface="Arial" panose="020B0604020202020204" pitchFamily="34" charset="0"/>
              </a:rPr>
              <a:t> </a:t>
            </a:r>
            <a:r>
              <a:rPr lang="ar-AE" sz="1400" dirty="0">
                <a:solidFill>
                  <a:srgbClr val="414141"/>
                </a:solidFill>
              </a:rPr>
              <a:t>نقطة</a:t>
            </a:r>
            <a:r>
              <a:rPr lang="ar-SA" sz="1400" b="1" dirty="0">
                <a:solidFill>
                  <a:prstClr val="black"/>
                </a:solidFill>
                <a:latin typeface="Arial" panose="020B0604020202020204" pitchFamily="34" charset="0"/>
                <a:cs typeface="Arial" panose="020B0604020202020204" pitchFamily="34" charset="0"/>
              </a:rPr>
              <a:t>.</a:t>
            </a:r>
            <a:endParaRPr lang="en-US" sz="1400" b="1" dirty="0">
              <a:solidFill>
                <a:srgbClr val="414141"/>
              </a:solidFill>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40D77C5D-5E82-B2EF-4420-D3A372DA55FD}"/>
              </a:ext>
            </a:extLst>
          </p:cNvPr>
          <p:cNvSpPr txBox="1"/>
          <p:nvPr/>
        </p:nvSpPr>
        <p:spPr>
          <a:xfrm>
            <a:off x="10517562" y="6583680"/>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38</a:t>
            </a:r>
            <a:endParaRPr lang="ar-EG" sz="1100" b="1" dirty="0">
              <a:solidFill>
                <a:srgbClr val="414141"/>
              </a:solidFill>
            </a:endParaRPr>
          </a:p>
        </p:txBody>
      </p:sp>
    </p:spTree>
    <p:extLst>
      <p:ext uri="{BB962C8B-B14F-4D97-AF65-F5344CB8AC3E}">
        <p14:creationId xmlns:p14="http://schemas.microsoft.com/office/powerpoint/2010/main" val="2468234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8BF35-02D6-F6F6-7C37-C75024443B86}"/>
            </a:ext>
          </a:extLst>
        </p:cNvPr>
        <p:cNvGrpSpPr/>
        <p:nvPr/>
      </p:nvGrpSpPr>
      <p:grpSpPr>
        <a:xfrm>
          <a:off x="0" y="0"/>
          <a:ext cx="0" cy="0"/>
          <a:chOff x="0" y="0"/>
          <a:chExt cx="0" cy="0"/>
        </a:xfrm>
      </p:grpSpPr>
      <p:graphicFrame>
        <p:nvGraphicFramePr>
          <p:cNvPr id="47" name="Table 46">
            <a:extLst>
              <a:ext uri="{FF2B5EF4-FFF2-40B4-BE49-F238E27FC236}">
                <a16:creationId xmlns:a16="http://schemas.microsoft.com/office/drawing/2014/main" id="{25EE9FD8-F3B5-95F5-35B5-C2BD38A54A2C}"/>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2" name="Rectangle: Rounded Corners 11">
            <a:extLst>
              <a:ext uri="{FF2B5EF4-FFF2-40B4-BE49-F238E27FC236}">
                <a16:creationId xmlns:a16="http://schemas.microsoft.com/office/drawing/2014/main" id="{1200E926-1E95-31B6-C08D-8CC17F02A6F9}"/>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FE06747-8EE8-A1DA-AE43-3044AEC9880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63A21A9-FBDD-9F64-D716-483D90078B7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35" name="Chart 34">
            <a:extLst>
              <a:ext uri="{FF2B5EF4-FFF2-40B4-BE49-F238E27FC236}">
                <a16:creationId xmlns:a16="http://schemas.microsoft.com/office/drawing/2014/main" id="{EBD3EB78-6282-5729-8B70-5CE7CC13E957}"/>
              </a:ext>
            </a:extLst>
          </p:cNvPr>
          <p:cNvGraphicFramePr/>
          <p:nvPr>
            <p:extLst>
              <p:ext uri="{D42A27DB-BD31-4B8C-83A1-F6EECF244321}">
                <p14:modId xmlns:p14="http://schemas.microsoft.com/office/powerpoint/2010/main" val="1681059774"/>
              </p:ext>
            </p:extLst>
          </p:nvPr>
        </p:nvGraphicFramePr>
        <p:xfrm>
          <a:off x="833957" y="1914086"/>
          <a:ext cx="4775527" cy="4172137"/>
        </p:xfrm>
        <a:graphic>
          <a:graphicData uri="http://schemas.openxmlformats.org/drawingml/2006/chart">
            <c:chart xmlns:c="http://schemas.openxmlformats.org/drawingml/2006/chart" xmlns:r="http://schemas.openxmlformats.org/officeDocument/2006/relationships" r:id="rId4"/>
          </a:graphicData>
        </a:graphic>
      </p:graphicFrame>
      <p:grpSp>
        <p:nvGrpSpPr>
          <p:cNvPr id="69" name="Group 68">
            <a:extLst>
              <a:ext uri="{FF2B5EF4-FFF2-40B4-BE49-F238E27FC236}">
                <a16:creationId xmlns:a16="http://schemas.microsoft.com/office/drawing/2014/main" id="{A82744E0-FE3F-DC4C-F413-9C1F16249DAD}"/>
              </a:ext>
            </a:extLst>
          </p:cNvPr>
          <p:cNvGrpSpPr/>
          <p:nvPr/>
        </p:nvGrpSpPr>
        <p:grpSpPr>
          <a:xfrm>
            <a:off x="5842656" y="2362089"/>
            <a:ext cx="3761012" cy="367951"/>
            <a:chOff x="5842656" y="2522956"/>
            <a:chExt cx="3761012" cy="367951"/>
          </a:xfrm>
        </p:grpSpPr>
        <p:sp>
          <p:nvSpPr>
            <p:cNvPr id="37" name="Rectangle 1">
              <a:extLst>
                <a:ext uri="{FF2B5EF4-FFF2-40B4-BE49-F238E27FC236}">
                  <a16:creationId xmlns:a16="http://schemas.microsoft.com/office/drawing/2014/main" id="{AF39A890-74F3-33F3-70DE-695C68FB509C}"/>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الترحيب بي وتقديم المساعدة اللازمة</a:t>
              </a:r>
            </a:p>
          </p:txBody>
        </p:sp>
        <p:sp>
          <p:nvSpPr>
            <p:cNvPr id="39" name="Rectangle: Rounded Corners 38">
              <a:extLst>
                <a:ext uri="{FF2B5EF4-FFF2-40B4-BE49-F238E27FC236}">
                  <a16:creationId xmlns:a16="http://schemas.microsoft.com/office/drawing/2014/main" id="{A3BE9C5E-3227-CD53-3087-B4F3A118FD16}"/>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grpSp>
        <p:nvGrpSpPr>
          <p:cNvPr id="70" name="Group 69">
            <a:extLst>
              <a:ext uri="{FF2B5EF4-FFF2-40B4-BE49-F238E27FC236}">
                <a16:creationId xmlns:a16="http://schemas.microsoft.com/office/drawing/2014/main" id="{42E8F8AE-2E10-48DD-FCFC-2E9D113BF9DF}"/>
              </a:ext>
            </a:extLst>
          </p:cNvPr>
          <p:cNvGrpSpPr/>
          <p:nvPr/>
        </p:nvGrpSpPr>
        <p:grpSpPr>
          <a:xfrm>
            <a:off x="5842656" y="3140453"/>
            <a:ext cx="3761013" cy="367951"/>
            <a:chOff x="5842656" y="3301320"/>
            <a:chExt cx="3761013" cy="367951"/>
          </a:xfrm>
        </p:grpSpPr>
        <p:sp>
          <p:nvSpPr>
            <p:cNvPr id="48" name="Rectangle 1">
              <a:extLst>
                <a:ext uri="{FF2B5EF4-FFF2-40B4-BE49-F238E27FC236}">
                  <a16:creationId xmlns:a16="http://schemas.microsoft.com/office/drawing/2014/main" id="{76B96D17-4841-641E-52C9-185001CA8703}"/>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تقديم المعلومات الكافية</a:t>
              </a:r>
            </a:p>
          </p:txBody>
        </p:sp>
        <p:sp>
          <p:nvSpPr>
            <p:cNvPr id="49" name="Rectangle: Rounded Corners 48">
              <a:extLst>
                <a:ext uri="{FF2B5EF4-FFF2-40B4-BE49-F238E27FC236}">
                  <a16:creationId xmlns:a16="http://schemas.microsoft.com/office/drawing/2014/main" id="{4CDD8E48-AB0F-C1E3-7A13-C4668063391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92%</a:t>
              </a:r>
            </a:p>
          </p:txBody>
        </p:sp>
      </p:grpSp>
      <p:grpSp>
        <p:nvGrpSpPr>
          <p:cNvPr id="71" name="Group 70">
            <a:extLst>
              <a:ext uri="{FF2B5EF4-FFF2-40B4-BE49-F238E27FC236}">
                <a16:creationId xmlns:a16="http://schemas.microsoft.com/office/drawing/2014/main" id="{1774A59D-3993-00DE-D955-8047D4B178DD}"/>
              </a:ext>
            </a:extLst>
          </p:cNvPr>
          <p:cNvGrpSpPr/>
          <p:nvPr/>
        </p:nvGrpSpPr>
        <p:grpSpPr>
          <a:xfrm>
            <a:off x="5842656" y="3887349"/>
            <a:ext cx="3761013" cy="430887"/>
            <a:chOff x="5842656" y="4048216"/>
            <a:chExt cx="3761013" cy="430887"/>
          </a:xfrm>
        </p:grpSpPr>
        <p:sp>
          <p:nvSpPr>
            <p:cNvPr id="51" name="Rectangle 1">
              <a:extLst>
                <a:ext uri="{FF2B5EF4-FFF2-40B4-BE49-F238E27FC236}">
                  <a16:creationId xmlns:a16="http://schemas.microsoft.com/office/drawing/2014/main" id="{0D863E57-D79F-0315-095B-8B907124F024}"/>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كانت الإجراءات فعّالة ولم يُطلب مني تقديم نفس المعلومة أكثر من مرة</a:t>
              </a:r>
            </a:p>
          </p:txBody>
        </p:sp>
        <p:sp>
          <p:nvSpPr>
            <p:cNvPr id="52" name="Rectangle: Rounded Corners 51">
              <a:extLst>
                <a:ext uri="{FF2B5EF4-FFF2-40B4-BE49-F238E27FC236}">
                  <a16:creationId xmlns:a16="http://schemas.microsoft.com/office/drawing/2014/main" id="{AB1B148A-2C6C-C83B-1F4A-949F2DD7AD20}"/>
                </a:ext>
              </a:extLst>
            </p:cNvPr>
            <p:cNvSpPr/>
            <p:nvPr/>
          </p:nvSpPr>
          <p:spPr>
            <a:xfrm>
              <a:off x="5842656" y="4079684"/>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87%</a:t>
              </a:r>
            </a:p>
          </p:txBody>
        </p:sp>
      </p:grpSp>
      <p:grpSp>
        <p:nvGrpSpPr>
          <p:cNvPr id="72" name="Group 71">
            <a:extLst>
              <a:ext uri="{FF2B5EF4-FFF2-40B4-BE49-F238E27FC236}">
                <a16:creationId xmlns:a16="http://schemas.microsoft.com/office/drawing/2014/main" id="{46E1EE5F-7FC8-4B4B-89D6-75ACACE45FC6}"/>
              </a:ext>
            </a:extLst>
          </p:cNvPr>
          <p:cNvGrpSpPr/>
          <p:nvPr/>
        </p:nvGrpSpPr>
        <p:grpSpPr>
          <a:xfrm>
            <a:off x="5842656" y="4665713"/>
            <a:ext cx="3761013" cy="430887"/>
            <a:chOff x="5842656" y="4826580"/>
            <a:chExt cx="3761013" cy="430887"/>
          </a:xfrm>
        </p:grpSpPr>
        <p:sp>
          <p:nvSpPr>
            <p:cNvPr id="54" name="Rectangle 1">
              <a:extLst>
                <a:ext uri="{FF2B5EF4-FFF2-40B4-BE49-F238E27FC236}">
                  <a16:creationId xmlns:a16="http://schemas.microsoft.com/office/drawing/2014/main" id="{5EF83864-9749-6AA1-9482-1D1257C19EA2}"/>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تمت معاملتي بكل احترام وتقدير، مما عكس أسلوب تعامل يتسم باللباقة والرقي</a:t>
              </a:r>
            </a:p>
          </p:txBody>
        </p:sp>
        <p:sp>
          <p:nvSpPr>
            <p:cNvPr id="55" name="Rectangle: Rounded Corners 54">
              <a:extLst>
                <a:ext uri="{FF2B5EF4-FFF2-40B4-BE49-F238E27FC236}">
                  <a16:creationId xmlns:a16="http://schemas.microsoft.com/office/drawing/2014/main" id="{4C3EB6A4-6E3B-F2C1-786B-A2131A4DA358}"/>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grpSp>
        <p:nvGrpSpPr>
          <p:cNvPr id="73" name="Group 72">
            <a:extLst>
              <a:ext uri="{FF2B5EF4-FFF2-40B4-BE49-F238E27FC236}">
                <a16:creationId xmlns:a16="http://schemas.microsoft.com/office/drawing/2014/main" id="{D6785DBC-B04B-DF4C-DEE3-0426462C17FE}"/>
              </a:ext>
            </a:extLst>
          </p:cNvPr>
          <p:cNvGrpSpPr/>
          <p:nvPr/>
        </p:nvGrpSpPr>
        <p:grpSpPr>
          <a:xfrm>
            <a:off x="5842656" y="5444078"/>
            <a:ext cx="3761012" cy="430887"/>
            <a:chOff x="5842656" y="5604945"/>
            <a:chExt cx="3761012" cy="430887"/>
          </a:xfrm>
        </p:grpSpPr>
        <p:sp>
          <p:nvSpPr>
            <p:cNvPr id="57" name="Rectangle 1">
              <a:extLst>
                <a:ext uri="{FF2B5EF4-FFF2-40B4-BE49-F238E27FC236}">
                  <a16:creationId xmlns:a16="http://schemas.microsoft.com/office/drawing/2014/main" id="{BB682A43-2666-0066-E871-FC9618285346}"/>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أظهر الموظف استماعا فعّالًا واهتمامًا، وأبدى فهمًا واضحًا لطلبي والتحديات التي واجهتها</a:t>
              </a:r>
            </a:p>
          </p:txBody>
        </p:sp>
        <p:sp>
          <p:nvSpPr>
            <p:cNvPr id="58" name="Rectangle: Rounded Corners 57">
              <a:extLst>
                <a:ext uri="{FF2B5EF4-FFF2-40B4-BE49-F238E27FC236}">
                  <a16:creationId xmlns:a16="http://schemas.microsoft.com/office/drawing/2014/main" id="{8114D0E7-16F8-C513-FCAB-0838C1FB5E74}"/>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sp>
        <p:nvSpPr>
          <p:cNvPr id="5" name="TextBox 4">
            <a:extLst>
              <a:ext uri="{FF2B5EF4-FFF2-40B4-BE49-F238E27FC236}">
                <a16:creationId xmlns:a16="http://schemas.microsoft.com/office/drawing/2014/main" id="{C9BEF062-5D68-5B6E-257F-5F486B7CE63B}"/>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38</a:t>
            </a:r>
          </a:p>
        </p:txBody>
      </p:sp>
      <p:pic>
        <p:nvPicPr>
          <p:cNvPr id="2" name="Picture 1">
            <a:extLst>
              <a:ext uri="{FF2B5EF4-FFF2-40B4-BE49-F238E27FC236}">
                <a16:creationId xmlns:a16="http://schemas.microsoft.com/office/drawing/2014/main" id="{4900BA73-A08B-C4EA-FE89-9160B6BDB166}"/>
              </a:ext>
            </a:extLst>
          </p:cNvPr>
          <p:cNvPicPr>
            <a:picLocks noChangeAspect="1"/>
          </p:cNvPicPr>
          <p:nvPr/>
        </p:nvPicPr>
        <p:blipFill>
          <a:blip r:embed="rId5"/>
          <a:stretch>
            <a:fillRect/>
          </a:stretch>
        </p:blipFill>
        <p:spPr>
          <a:xfrm>
            <a:off x="11493484" y="6081385"/>
            <a:ext cx="698516" cy="698516"/>
          </a:xfrm>
          <a:prstGeom prst="rect">
            <a:avLst/>
          </a:prstGeom>
        </p:spPr>
      </p:pic>
      <p:sp>
        <p:nvSpPr>
          <p:cNvPr id="3" name="TextBox 2">
            <a:extLst>
              <a:ext uri="{FF2B5EF4-FFF2-40B4-BE49-F238E27FC236}">
                <a16:creationId xmlns:a16="http://schemas.microsoft.com/office/drawing/2014/main" id="{42F417E1-78F3-A284-A4F4-3A966D9BF460}"/>
              </a:ext>
            </a:extLst>
          </p:cNvPr>
          <p:cNvSpPr txBox="1"/>
          <p:nvPr/>
        </p:nvSpPr>
        <p:spPr>
          <a:xfrm>
            <a:off x="4061637" y="244463"/>
            <a:ext cx="7934428"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التفاعل مع الموظفين</a:t>
            </a:r>
          </a:p>
        </p:txBody>
      </p:sp>
      <p:sp>
        <p:nvSpPr>
          <p:cNvPr id="4" name="TextBox 3">
            <a:extLst>
              <a:ext uri="{FF2B5EF4-FFF2-40B4-BE49-F238E27FC236}">
                <a16:creationId xmlns:a16="http://schemas.microsoft.com/office/drawing/2014/main" id="{7241D4F1-293F-35C3-33CB-726D29D72B79}"/>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lvl="0">
              <a:defRPr/>
            </a:pPr>
            <a:r>
              <a:rPr lang="ar-AE" sz="1400" dirty="0">
                <a:solidFill>
                  <a:srgbClr val="414141"/>
                </a:solidFill>
                <a:latin typeface="Arial"/>
              </a:rPr>
              <a:t>فيما يخص </a:t>
            </a:r>
            <a:r>
              <a:rPr lang="ar-AE" sz="1400" b="1" dirty="0">
                <a:solidFill>
                  <a:srgbClr val="414141"/>
                </a:solidFill>
                <a:latin typeface="Arial"/>
              </a:rPr>
              <a:t>التفاعل مع الموظفين</a:t>
            </a:r>
            <a:r>
              <a:rPr lang="ar-AE" sz="1400" dirty="0">
                <a:solidFill>
                  <a:srgbClr val="414141"/>
                </a:solidFill>
                <a:latin typeface="Arial"/>
              </a:rPr>
              <a:t>، تمثلت أبرز فرص التحسين </a:t>
            </a:r>
            <a:r>
              <a:rPr lang="ar-EG" sz="1400" dirty="0"/>
              <a:t>في </a:t>
            </a:r>
            <a:r>
              <a:rPr lang="ar-AE" sz="1400" b="1" dirty="0"/>
              <a:t>الحاجة الى عدم </a:t>
            </a:r>
            <a:r>
              <a:rPr lang="ar-EG" sz="1400" b="1" dirty="0"/>
              <a:t>طلب نفس المعلومات من المتعاملين </a:t>
            </a:r>
            <a:r>
              <a:rPr lang="ar-EG" sz="1400" dirty="0"/>
              <a:t>بشكل متكرر</a:t>
            </a:r>
            <a:r>
              <a:rPr lang="ar-AE" sz="1400" dirty="0">
                <a:solidFill>
                  <a:srgbClr val="414141"/>
                </a:solidFill>
                <a:latin typeface="Arial"/>
              </a:rPr>
              <a:t>.</a:t>
            </a:r>
            <a:endParaRPr kumimoji="0" lang="ar-AE" sz="1400"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6" name="Table 5">
            <a:extLst>
              <a:ext uri="{FF2B5EF4-FFF2-40B4-BE49-F238E27FC236}">
                <a16:creationId xmlns:a16="http://schemas.microsoft.com/office/drawing/2014/main" id="{2267A7FA-11DF-AE06-7F57-B4A3B8D92241}"/>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8" name="TextBox 7">
            <a:extLst>
              <a:ext uri="{FF2B5EF4-FFF2-40B4-BE49-F238E27FC236}">
                <a16:creationId xmlns:a16="http://schemas.microsoft.com/office/drawing/2014/main" id="{67CCE979-F1C9-F55E-958B-1FBB78D20A12}"/>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dirty="0"/>
              <a:t>* تتضمّن بعض أسئلة الاستبيان خيار (لا ينطبق)، ويتم استبعاد هذا الخيار من حساب مؤشر الرضا.</a:t>
            </a:r>
          </a:p>
        </p:txBody>
      </p:sp>
      <p:sp>
        <p:nvSpPr>
          <p:cNvPr id="13" name="TextBox 12">
            <a:extLst>
              <a:ext uri="{FF2B5EF4-FFF2-40B4-BE49-F238E27FC236}">
                <a16:creationId xmlns:a16="http://schemas.microsoft.com/office/drawing/2014/main" id="{2B48E196-AFF5-D15B-C4CA-FAEB8ACA2072}"/>
              </a:ext>
            </a:extLst>
          </p:cNvPr>
          <p:cNvSpPr txBox="1"/>
          <p:nvPr/>
        </p:nvSpPr>
        <p:spPr>
          <a:xfrm>
            <a:off x="9177867" y="1571742"/>
            <a:ext cx="2076329" cy="400110"/>
          </a:xfrm>
          <a:prstGeom prst="rect">
            <a:avLst/>
          </a:prstGeom>
          <a:noFill/>
        </p:spPr>
        <p:txBody>
          <a:bodyPr wrap="square">
            <a:spAutoFit/>
          </a:bodyPr>
          <a:lstStyle/>
          <a:p>
            <a:r>
              <a:rPr lang="ar-EG" sz="2000" b="1" dirty="0"/>
              <a:t>التفاعل مع الموظفين</a:t>
            </a:r>
          </a:p>
        </p:txBody>
      </p:sp>
      <p:grpSp>
        <p:nvGrpSpPr>
          <p:cNvPr id="15" name="Group 14">
            <a:extLst>
              <a:ext uri="{FF2B5EF4-FFF2-40B4-BE49-F238E27FC236}">
                <a16:creationId xmlns:a16="http://schemas.microsoft.com/office/drawing/2014/main" id="{9B5CEA09-F689-CB87-D6EE-DFEA8C3ED9C9}"/>
              </a:ext>
            </a:extLst>
          </p:cNvPr>
          <p:cNvGrpSpPr/>
          <p:nvPr/>
        </p:nvGrpSpPr>
        <p:grpSpPr>
          <a:xfrm>
            <a:off x="9227248" y="3269414"/>
            <a:ext cx="2516354" cy="1690576"/>
            <a:chOff x="9311918" y="3278271"/>
            <a:chExt cx="2516354" cy="1690576"/>
          </a:xfrm>
        </p:grpSpPr>
        <p:graphicFrame>
          <p:nvGraphicFramePr>
            <p:cNvPr id="18" name="Chart 17">
              <a:extLst>
                <a:ext uri="{FF2B5EF4-FFF2-40B4-BE49-F238E27FC236}">
                  <a16:creationId xmlns:a16="http://schemas.microsoft.com/office/drawing/2014/main" id="{54AD96BD-E209-F23E-E86A-9E633E86A051}"/>
                </a:ext>
              </a:extLst>
            </p:cNvPr>
            <p:cNvGraphicFramePr/>
            <p:nvPr>
              <p:extLst>
                <p:ext uri="{D42A27DB-BD31-4B8C-83A1-F6EECF244321}">
                  <p14:modId xmlns:p14="http://schemas.microsoft.com/office/powerpoint/2010/main" val="5032863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a:extLst>
                <a:ext uri="{FF2B5EF4-FFF2-40B4-BE49-F238E27FC236}">
                  <a16:creationId xmlns:a16="http://schemas.microsoft.com/office/drawing/2014/main" id="{B859505A-8DD6-4D26-02A6-73C584AA1EA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spTree>
    <p:extLst>
      <p:ext uri="{BB962C8B-B14F-4D97-AF65-F5344CB8AC3E}">
        <p14:creationId xmlns:p14="http://schemas.microsoft.com/office/powerpoint/2010/main" val="2366230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FB4A-AEDB-46FB-7C82-41A477C0AAC5}"/>
            </a:ext>
          </a:extLst>
        </p:cNvPr>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8A4D4455-6D66-5039-3AF0-952B872CD9A1}"/>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D8698162-9B7D-F863-9B96-77F1A51FD7E0}"/>
              </a:ext>
            </a:extLst>
          </p:cNvPr>
          <p:cNvSpPr txBox="1"/>
          <p:nvPr/>
        </p:nvSpPr>
        <p:spPr>
          <a:xfrm>
            <a:off x="9321345" y="1571742"/>
            <a:ext cx="1932851" cy="400110"/>
          </a:xfrm>
          <a:prstGeom prst="rect">
            <a:avLst/>
          </a:prstGeom>
          <a:noFill/>
        </p:spPr>
        <p:txBody>
          <a:bodyPr wrap="square">
            <a:spAutoFit/>
          </a:bodyPr>
          <a:lstStyle/>
          <a:p>
            <a:r>
              <a:rPr lang="ar-EG" sz="2000" b="1" dirty="0"/>
              <a:t>أداء الموظفين</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4085852-7A63-54B4-E047-2980F5B2C5D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B4EB08BD-D91E-2CBC-6E6E-D83575A0838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13B5F8C0-1CE7-6729-599C-4891EDD19465}"/>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38</a:t>
            </a:r>
          </a:p>
        </p:txBody>
      </p:sp>
      <p:pic>
        <p:nvPicPr>
          <p:cNvPr id="9" name="Picture 8">
            <a:extLst>
              <a:ext uri="{FF2B5EF4-FFF2-40B4-BE49-F238E27FC236}">
                <a16:creationId xmlns:a16="http://schemas.microsoft.com/office/drawing/2014/main" id="{DE1B27D6-6FA1-B294-8F17-05B84421FC93}"/>
              </a:ext>
            </a:extLst>
          </p:cNvPr>
          <p:cNvPicPr>
            <a:picLocks noChangeAspect="1"/>
          </p:cNvPicPr>
          <p:nvPr/>
        </p:nvPicPr>
        <p:blipFill>
          <a:blip r:embed="rId4"/>
          <a:stretch>
            <a:fillRect/>
          </a:stretch>
        </p:blipFill>
        <p:spPr>
          <a:xfrm>
            <a:off x="11493484" y="6081385"/>
            <a:ext cx="698516" cy="698516"/>
          </a:xfrm>
          <a:prstGeom prst="rect">
            <a:avLst/>
          </a:prstGeom>
        </p:spPr>
      </p:pic>
      <p:sp>
        <p:nvSpPr>
          <p:cNvPr id="10" name="TextBox 9">
            <a:extLst>
              <a:ext uri="{FF2B5EF4-FFF2-40B4-BE49-F238E27FC236}">
                <a16:creationId xmlns:a16="http://schemas.microsoft.com/office/drawing/2014/main" id="{069F450B-3F92-7FB5-3C0B-69DDD70E67BF}"/>
              </a:ext>
            </a:extLst>
          </p:cNvPr>
          <p:cNvSpPr txBox="1"/>
          <p:nvPr/>
        </p:nvSpPr>
        <p:spPr>
          <a:xfrm>
            <a:off x="7708605" y="244463"/>
            <a:ext cx="428746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latin typeface="Arial"/>
              </a:rPr>
              <a:t>أداء الموظفين</a:t>
            </a:r>
          </a:p>
        </p:txBody>
      </p:sp>
      <p:sp>
        <p:nvSpPr>
          <p:cNvPr id="11" name="TextBox 10">
            <a:extLst>
              <a:ext uri="{FF2B5EF4-FFF2-40B4-BE49-F238E27FC236}">
                <a16:creationId xmlns:a16="http://schemas.microsoft.com/office/drawing/2014/main" id="{D1818552-FE02-6ACD-82CE-9731201BB6EF}"/>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a:defRPr/>
            </a:pPr>
            <a:r>
              <a:rPr lang="ar-AE" sz="1400" dirty="0">
                <a:solidFill>
                  <a:srgbClr val="414141"/>
                </a:solidFill>
              </a:rPr>
              <a:t>فيما يخص </a:t>
            </a:r>
            <a:r>
              <a:rPr lang="ar-AE" sz="1400" b="1" dirty="0">
                <a:solidFill>
                  <a:srgbClr val="414141"/>
                </a:solidFill>
              </a:rPr>
              <a:t>أداء الموظفين</a:t>
            </a:r>
            <a:r>
              <a:rPr lang="ar-AE" sz="1400" dirty="0">
                <a:solidFill>
                  <a:srgbClr val="414141"/>
                </a:solidFill>
              </a:rPr>
              <a:t>، تمثلت أبرز فرص التحسين </a:t>
            </a:r>
            <a:r>
              <a:rPr lang="ar-EG" sz="1400" dirty="0"/>
              <a:t>في</a:t>
            </a:r>
            <a:r>
              <a:rPr lang="ar-AE" sz="1400" dirty="0"/>
              <a:t> </a:t>
            </a:r>
            <a:r>
              <a:rPr lang="ar-AE" sz="1400" b="1" dirty="0"/>
              <a:t>الحاجة الى </a:t>
            </a:r>
            <a:r>
              <a:rPr lang="ar-SA" altLang="en-US" sz="1400" b="1" dirty="0">
                <a:solidFill>
                  <a:prstClr val="black"/>
                </a:solidFill>
              </a:rPr>
              <a:t>بذل الموظف جهد إضافي للمساعدة</a:t>
            </a:r>
            <a:r>
              <a:rPr lang="ar-AE" altLang="en-US" sz="1400" b="1" dirty="0">
                <a:solidFill>
                  <a:prstClr val="black"/>
                </a:solidFill>
              </a:rPr>
              <a:t>.</a:t>
            </a:r>
            <a:endParaRPr lang="ar-SA" altLang="en-US" sz="1400" b="1" dirty="0">
              <a:solidFill>
                <a:prstClr val="black"/>
              </a:solidFill>
            </a:endParaRPr>
          </a:p>
        </p:txBody>
      </p:sp>
      <p:graphicFrame>
        <p:nvGraphicFramePr>
          <p:cNvPr id="2" name="Table 1">
            <a:extLst>
              <a:ext uri="{FF2B5EF4-FFF2-40B4-BE49-F238E27FC236}">
                <a16:creationId xmlns:a16="http://schemas.microsoft.com/office/drawing/2014/main" id="{973CC064-8CEC-0089-A312-4D6C2BD38D6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 name="TextBox 3">
            <a:extLst>
              <a:ext uri="{FF2B5EF4-FFF2-40B4-BE49-F238E27FC236}">
                <a16:creationId xmlns:a16="http://schemas.microsoft.com/office/drawing/2014/main" id="{F5B356DF-D63F-85D5-CE40-B2DF4BC7504D}"/>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dirty="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54311F48-F62E-BE27-32C0-AC2B05D2423B}"/>
              </a:ext>
            </a:extLst>
          </p:cNvPr>
          <p:cNvGraphicFramePr>
            <a:graphicFrameLocks noGrp="1"/>
          </p:cNvGraphicFramePr>
          <p:nvPr/>
        </p:nvGraphicFramePr>
        <p:xfrm>
          <a:off x="749299" y="1869877"/>
          <a:ext cx="8877117" cy="3749039"/>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714103">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647087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185199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aphicFrame>
        <p:nvGraphicFramePr>
          <p:cNvPr id="6" name="Chart 5">
            <a:extLst>
              <a:ext uri="{FF2B5EF4-FFF2-40B4-BE49-F238E27FC236}">
                <a16:creationId xmlns:a16="http://schemas.microsoft.com/office/drawing/2014/main" id="{7352FBB1-972D-85E1-2AA5-F542D5D69D1A}"/>
              </a:ext>
            </a:extLst>
          </p:cNvPr>
          <p:cNvGraphicFramePr/>
          <p:nvPr>
            <p:extLst>
              <p:ext uri="{D42A27DB-BD31-4B8C-83A1-F6EECF244321}">
                <p14:modId xmlns:p14="http://schemas.microsoft.com/office/powerpoint/2010/main" val="1003383996"/>
              </p:ext>
            </p:extLst>
          </p:nvPr>
        </p:nvGraphicFramePr>
        <p:xfrm>
          <a:off x="833957" y="1595836"/>
          <a:ext cx="4775527" cy="4759982"/>
        </p:xfrm>
        <a:graphic>
          <a:graphicData uri="http://schemas.openxmlformats.org/drawingml/2006/chart">
            <c:chart xmlns:c="http://schemas.openxmlformats.org/drawingml/2006/chart" xmlns:r="http://schemas.openxmlformats.org/officeDocument/2006/relationships" r:id="rId5"/>
          </a:graphicData>
        </a:graphic>
      </p:graphicFrame>
      <p:grpSp>
        <p:nvGrpSpPr>
          <p:cNvPr id="8" name="Group 7">
            <a:extLst>
              <a:ext uri="{FF2B5EF4-FFF2-40B4-BE49-F238E27FC236}">
                <a16:creationId xmlns:a16="http://schemas.microsoft.com/office/drawing/2014/main" id="{07D2B131-C009-7849-76B1-5CE6B524F76C}"/>
              </a:ext>
            </a:extLst>
          </p:cNvPr>
          <p:cNvGrpSpPr/>
          <p:nvPr/>
        </p:nvGrpSpPr>
        <p:grpSpPr>
          <a:xfrm>
            <a:off x="5842656" y="2036333"/>
            <a:ext cx="3761012" cy="367951"/>
            <a:chOff x="5842656" y="2522956"/>
            <a:chExt cx="3761012" cy="367951"/>
          </a:xfrm>
        </p:grpSpPr>
        <p:sp>
          <p:nvSpPr>
            <p:cNvPr id="12" name="Rectangle 1">
              <a:extLst>
                <a:ext uri="{FF2B5EF4-FFF2-40B4-BE49-F238E27FC236}">
                  <a16:creationId xmlns:a16="http://schemas.microsoft.com/office/drawing/2014/main" id="{3BD45243-8125-99CF-380E-A28DD9282CF3}"/>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استخدام لغة واضحة وسهلة الفهم</a:t>
              </a:r>
            </a:p>
          </p:txBody>
        </p:sp>
        <p:sp>
          <p:nvSpPr>
            <p:cNvPr id="13" name="Rectangle: Rounded Corners 12">
              <a:extLst>
                <a:ext uri="{FF2B5EF4-FFF2-40B4-BE49-F238E27FC236}">
                  <a16:creationId xmlns:a16="http://schemas.microsoft.com/office/drawing/2014/main" id="{4F277FBC-3305-977A-4838-BB72CB7764BA}"/>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a:t>
              </a:r>
              <a:r>
                <a:rPr lang="en-US" b="1" dirty="0">
                  <a:solidFill>
                    <a:schemeClr val="bg1"/>
                  </a:solidFill>
                </a:rPr>
                <a:t>5</a:t>
              </a:r>
              <a:r>
                <a:rPr lang="en-GB" b="1" dirty="0">
                  <a:solidFill>
                    <a:schemeClr val="bg1"/>
                  </a:solidFill>
                </a:rPr>
                <a:t>%</a:t>
              </a:r>
            </a:p>
          </p:txBody>
        </p:sp>
      </p:grpSp>
      <p:grpSp>
        <p:nvGrpSpPr>
          <p:cNvPr id="15" name="Group 14">
            <a:extLst>
              <a:ext uri="{FF2B5EF4-FFF2-40B4-BE49-F238E27FC236}">
                <a16:creationId xmlns:a16="http://schemas.microsoft.com/office/drawing/2014/main" id="{0EE28E2F-15C8-2984-7E40-FD616A54DA19}"/>
              </a:ext>
            </a:extLst>
          </p:cNvPr>
          <p:cNvGrpSpPr/>
          <p:nvPr/>
        </p:nvGrpSpPr>
        <p:grpSpPr>
          <a:xfrm>
            <a:off x="5842656" y="2795447"/>
            <a:ext cx="3761013" cy="367951"/>
            <a:chOff x="5842656" y="3301320"/>
            <a:chExt cx="3761013" cy="367951"/>
          </a:xfrm>
        </p:grpSpPr>
        <p:sp>
          <p:nvSpPr>
            <p:cNvPr id="18" name="Rectangle 1">
              <a:extLst>
                <a:ext uri="{FF2B5EF4-FFF2-40B4-BE49-F238E27FC236}">
                  <a16:creationId xmlns:a16="http://schemas.microsoft.com/office/drawing/2014/main" id="{599268E1-B6E9-AF94-7775-5EF0E590C321}"/>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العدالة في المعاملة</a:t>
              </a:r>
            </a:p>
          </p:txBody>
        </p:sp>
        <p:sp>
          <p:nvSpPr>
            <p:cNvPr id="19" name="Rectangle: Rounded Corners 18">
              <a:extLst>
                <a:ext uri="{FF2B5EF4-FFF2-40B4-BE49-F238E27FC236}">
                  <a16:creationId xmlns:a16="http://schemas.microsoft.com/office/drawing/2014/main" id="{1E400C6C-8686-BECE-1C11-24516A7503F3}"/>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20" name="Group 19">
            <a:extLst>
              <a:ext uri="{FF2B5EF4-FFF2-40B4-BE49-F238E27FC236}">
                <a16:creationId xmlns:a16="http://schemas.microsoft.com/office/drawing/2014/main" id="{84FD592E-FB7B-EA0C-E54C-14D2150F3306}"/>
              </a:ext>
            </a:extLst>
          </p:cNvPr>
          <p:cNvGrpSpPr/>
          <p:nvPr/>
        </p:nvGrpSpPr>
        <p:grpSpPr>
          <a:xfrm>
            <a:off x="5842656" y="3544936"/>
            <a:ext cx="3761013" cy="367951"/>
            <a:chOff x="5842656" y="4079684"/>
            <a:chExt cx="3761013" cy="367951"/>
          </a:xfrm>
        </p:grpSpPr>
        <p:sp>
          <p:nvSpPr>
            <p:cNvPr id="21" name="Rectangle 1">
              <a:extLst>
                <a:ext uri="{FF2B5EF4-FFF2-40B4-BE49-F238E27FC236}">
                  <a16:creationId xmlns:a16="http://schemas.microsoft.com/office/drawing/2014/main" id="{5C2A76B4-38B6-F11C-C2D6-8AC5DBD6425F}"/>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بذل الموظف جهد إضافي للمساعدة</a:t>
              </a:r>
            </a:p>
          </p:txBody>
        </p:sp>
        <p:sp>
          <p:nvSpPr>
            <p:cNvPr id="22" name="Rectangle: Rounded Corners 21">
              <a:extLst>
                <a:ext uri="{FF2B5EF4-FFF2-40B4-BE49-F238E27FC236}">
                  <a16:creationId xmlns:a16="http://schemas.microsoft.com/office/drawing/2014/main" id="{8355DF84-C806-E1C2-2EDC-418016DCBEE0}"/>
                </a:ext>
              </a:extLst>
            </p:cNvPr>
            <p:cNvSpPr/>
            <p:nvPr/>
          </p:nvSpPr>
          <p:spPr>
            <a:xfrm>
              <a:off x="5842656" y="4079684"/>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82%</a:t>
              </a:r>
            </a:p>
          </p:txBody>
        </p:sp>
      </p:grpSp>
      <p:grpSp>
        <p:nvGrpSpPr>
          <p:cNvPr id="23" name="Group 22">
            <a:extLst>
              <a:ext uri="{FF2B5EF4-FFF2-40B4-BE49-F238E27FC236}">
                <a16:creationId xmlns:a16="http://schemas.microsoft.com/office/drawing/2014/main" id="{DE13E473-E240-A34F-4CB7-9642B4F076D8}"/>
              </a:ext>
            </a:extLst>
          </p:cNvPr>
          <p:cNvGrpSpPr/>
          <p:nvPr/>
        </p:nvGrpSpPr>
        <p:grpSpPr>
          <a:xfrm>
            <a:off x="5842656" y="4294425"/>
            <a:ext cx="3761013" cy="367951"/>
            <a:chOff x="5842656" y="4858048"/>
            <a:chExt cx="3761013" cy="367951"/>
          </a:xfrm>
        </p:grpSpPr>
        <p:sp>
          <p:nvSpPr>
            <p:cNvPr id="24" name="Rectangle 1">
              <a:extLst>
                <a:ext uri="{FF2B5EF4-FFF2-40B4-BE49-F238E27FC236}">
                  <a16:creationId xmlns:a16="http://schemas.microsoft.com/office/drawing/2014/main" id="{C8AC1134-C0DA-D6B5-DD6B-D3EAB2887D81}"/>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المرونة في التعامل</a:t>
              </a:r>
            </a:p>
          </p:txBody>
        </p:sp>
        <p:sp>
          <p:nvSpPr>
            <p:cNvPr id="25" name="Rectangle: Rounded Corners 24">
              <a:extLst>
                <a:ext uri="{FF2B5EF4-FFF2-40B4-BE49-F238E27FC236}">
                  <a16:creationId xmlns:a16="http://schemas.microsoft.com/office/drawing/2014/main" id="{66E516A2-891C-D7AA-C438-6CB2C26CF930}"/>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90%</a:t>
              </a:r>
            </a:p>
          </p:txBody>
        </p:sp>
      </p:grpSp>
      <p:grpSp>
        <p:nvGrpSpPr>
          <p:cNvPr id="26" name="Group 25">
            <a:extLst>
              <a:ext uri="{FF2B5EF4-FFF2-40B4-BE49-F238E27FC236}">
                <a16:creationId xmlns:a16="http://schemas.microsoft.com/office/drawing/2014/main" id="{5CDE0321-5F29-EC0B-64ED-89D7156FFA29}"/>
              </a:ext>
            </a:extLst>
          </p:cNvPr>
          <p:cNvGrpSpPr/>
          <p:nvPr/>
        </p:nvGrpSpPr>
        <p:grpSpPr>
          <a:xfrm>
            <a:off x="5842656" y="5043915"/>
            <a:ext cx="3761012" cy="367951"/>
            <a:chOff x="5842656" y="5636413"/>
            <a:chExt cx="3761012" cy="367951"/>
          </a:xfrm>
        </p:grpSpPr>
        <p:sp>
          <p:nvSpPr>
            <p:cNvPr id="27" name="Rectangle 1">
              <a:extLst>
                <a:ext uri="{FF2B5EF4-FFF2-40B4-BE49-F238E27FC236}">
                  <a16:creationId xmlns:a16="http://schemas.microsoft.com/office/drawing/2014/main" id="{57097C14-C73D-11D4-7847-403A16B2F79F}"/>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المعرفة والموثوقية في تعاملهم</a:t>
              </a:r>
            </a:p>
          </p:txBody>
        </p:sp>
        <p:sp>
          <p:nvSpPr>
            <p:cNvPr id="30" name="Rectangle: Rounded Corners 29">
              <a:extLst>
                <a:ext uri="{FF2B5EF4-FFF2-40B4-BE49-F238E27FC236}">
                  <a16:creationId xmlns:a16="http://schemas.microsoft.com/office/drawing/2014/main" id="{C6108FDF-4282-EB48-198F-C544225C95C3}"/>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97%</a:t>
              </a:r>
            </a:p>
          </p:txBody>
        </p:sp>
      </p:grpSp>
      <p:grpSp>
        <p:nvGrpSpPr>
          <p:cNvPr id="31" name="Group 30">
            <a:extLst>
              <a:ext uri="{FF2B5EF4-FFF2-40B4-BE49-F238E27FC236}">
                <a16:creationId xmlns:a16="http://schemas.microsoft.com/office/drawing/2014/main" id="{4A1626F1-73A3-ACA7-FD1B-4471B95E0478}"/>
              </a:ext>
            </a:extLst>
          </p:cNvPr>
          <p:cNvGrpSpPr/>
          <p:nvPr/>
        </p:nvGrpSpPr>
        <p:grpSpPr>
          <a:xfrm>
            <a:off x="5842656" y="5755597"/>
            <a:ext cx="3761012" cy="430887"/>
            <a:chOff x="5842656" y="5604945"/>
            <a:chExt cx="3761012" cy="430887"/>
          </a:xfrm>
        </p:grpSpPr>
        <p:sp>
          <p:nvSpPr>
            <p:cNvPr id="33" name="Rectangle 1">
              <a:extLst>
                <a:ext uri="{FF2B5EF4-FFF2-40B4-BE49-F238E27FC236}">
                  <a16:creationId xmlns:a16="http://schemas.microsoft.com/office/drawing/2014/main" id="{1AD3D645-76C7-2208-4702-FF3A431CDC59}"/>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عمل الموظفون معا كفريق واحد لإسعادي</a:t>
              </a:r>
              <a:r>
                <a:rPr lang="ar-AE" altLang="en-US" sz="1100" b="1" dirty="0">
                  <a:solidFill>
                    <a:prstClr val="black"/>
                  </a:solidFill>
                  <a:latin typeface="Arial"/>
                </a:rPr>
                <a:t> </a:t>
              </a:r>
              <a:r>
                <a:rPr lang="ar-SA" altLang="en-US" sz="1100" b="1" dirty="0">
                  <a:solidFill>
                    <a:prstClr val="black"/>
                  </a:solidFill>
                  <a:latin typeface="Arial"/>
                </a:rPr>
                <a:t>(في حال تم التعامل مع أكثر من موظف)</a:t>
              </a:r>
            </a:p>
          </p:txBody>
        </p:sp>
        <p:sp>
          <p:nvSpPr>
            <p:cNvPr id="34" name="Rectangle: Rounded Corners 33">
              <a:extLst>
                <a:ext uri="{FF2B5EF4-FFF2-40B4-BE49-F238E27FC236}">
                  <a16:creationId xmlns:a16="http://schemas.microsoft.com/office/drawing/2014/main" id="{442991F9-DD8A-F668-CDF6-E55EFB9DA12D}"/>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89%</a:t>
              </a:r>
            </a:p>
          </p:txBody>
        </p:sp>
      </p:grpSp>
      <p:grpSp>
        <p:nvGrpSpPr>
          <p:cNvPr id="3" name="Group 2">
            <a:extLst>
              <a:ext uri="{FF2B5EF4-FFF2-40B4-BE49-F238E27FC236}">
                <a16:creationId xmlns:a16="http://schemas.microsoft.com/office/drawing/2014/main" id="{E357A5E5-1340-46AC-0EDD-E608581E0446}"/>
              </a:ext>
            </a:extLst>
          </p:cNvPr>
          <p:cNvGrpSpPr/>
          <p:nvPr/>
        </p:nvGrpSpPr>
        <p:grpSpPr>
          <a:xfrm>
            <a:off x="9227248" y="3269414"/>
            <a:ext cx="2516354" cy="1690576"/>
            <a:chOff x="9311918" y="3278271"/>
            <a:chExt cx="2516354" cy="1690576"/>
          </a:xfrm>
        </p:grpSpPr>
        <p:graphicFrame>
          <p:nvGraphicFramePr>
            <p:cNvPr id="16" name="Chart 15">
              <a:extLst>
                <a:ext uri="{FF2B5EF4-FFF2-40B4-BE49-F238E27FC236}">
                  <a16:creationId xmlns:a16="http://schemas.microsoft.com/office/drawing/2014/main" id="{EA6F70AA-3EB3-86C7-40AE-7BC9F6B0B1CE}"/>
                </a:ext>
              </a:extLst>
            </p:cNvPr>
            <p:cNvGraphicFramePr/>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8" name="TextBox 27">
              <a:extLst>
                <a:ext uri="{FF2B5EF4-FFF2-40B4-BE49-F238E27FC236}">
                  <a16:creationId xmlns:a16="http://schemas.microsoft.com/office/drawing/2014/main" id="{6A5946C9-78F5-2495-F733-7C2A83C8B1D5}"/>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91%</a:t>
              </a:r>
            </a:p>
          </p:txBody>
        </p:sp>
      </p:grpSp>
    </p:spTree>
    <p:extLst>
      <p:ext uri="{BB962C8B-B14F-4D97-AF65-F5344CB8AC3E}">
        <p14:creationId xmlns:p14="http://schemas.microsoft.com/office/powerpoint/2010/main" val="3776048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3E62B-11FF-ED07-8FD2-9CAAF981603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FF9B7A1-118E-6113-C5FE-F9BBF22FB239}"/>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0" name="Table 19">
            <a:extLst>
              <a:ext uri="{FF2B5EF4-FFF2-40B4-BE49-F238E27FC236}">
                <a16:creationId xmlns:a16="http://schemas.microsoft.com/office/drawing/2014/main" id="{51C2CD78-6782-3F10-9DDA-3AC4A3A0F645}"/>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8" name="TextBox 17">
            <a:extLst>
              <a:ext uri="{FF2B5EF4-FFF2-40B4-BE49-F238E27FC236}">
                <a16:creationId xmlns:a16="http://schemas.microsoft.com/office/drawing/2014/main" id="{44CB4301-BA20-89EA-5416-8BA591A39B53}"/>
              </a:ext>
            </a:extLst>
          </p:cNvPr>
          <p:cNvSpPr txBox="1"/>
          <p:nvPr/>
        </p:nvSpPr>
        <p:spPr>
          <a:xfrm>
            <a:off x="8355505" y="1571742"/>
            <a:ext cx="2898691" cy="400110"/>
          </a:xfrm>
          <a:prstGeom prst="rect">
            <a:avLst/>
          </a:prstGeom>
          <a:noFill/>
        </p:spPr>
        <p:txBody>
          <a:bodyPr wrap="square">
            <a:spAutoFit/>
          </a:bodyPr>
          <a:lstStyle/>
          <a:p>
            <a:r>
              <a:rPr lang="ar-EG" sz="2000" b="1" dirty="0"/>
              <a:t>مركز خدمة المتعاملين </a:t>
            </a:r>
            <a:r>
              <a:rPr lang="ar-EG" sz="2000" dirty="0"/>
              <a:t>(المرافق)</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3C13F493-3777-1C86-7277-334400D30C3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5557905-E931-E22F-E92C-F4B072B988C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AFDF7618-B284-967D-C088-40753605CCCD}"/>
              </a:ext>
            </a:extLst>
          </p:cNvPr>
          <p:cNvGrpSpPr/>
          <p:nvPr/>
        </p:nvGrpSpPr>
        <p:grpSpPr>
          <a:xfrm>
            <a:off x="5842656" y="2353617"/>
            <a:ext cx="3761012" cy="367951"/>
            <a:chOff x="5842656" y="2522956"/>
            <a:chExt cx="3761012" cy="367951"/>
          </a:xfrm>
        </p:grpSpPr>
        <p:sp>
          <p:nvSpPr>
            <p:cNvPr id="37" name="Rectangle 1">
              <a:extLst>
                <a:ext uri="{FF2B5EF4-FFF2-40B4-BE49-F238E27FC236}">
                  <a16:creationId xmlns:a16="http://schemas.microsoft.com/office/drawing/2014/main" id="{64A94DB0-D8B7-012A-9ECF-2CD7F5A86B07}"/>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defRPr/>
              </a:pPr>
              <a:r>
                <a:rPr lang="ar-EG" sz="1100" b="1">
                  <a:solidFill>
                    <a:prstClr val="black"/>
                  </a:solidFill>
                </a:rPr>
                <a:t>سهولة الوصول إلى الموقع باستخدام تطبيقات الملاحة </a:t>
              </a:r>
            </a:p>
          </p:txBody>
        </p:sp>
        <p:sp>
          <p:nvSpPr>
            <p:cNvPr id="39" name="Rectangle: Rounded Corners 38">
              <a:extLst>
                <a:ext uri="{FF2B5EF4-FFF2-40B4-BE49-F238E27FC236}">
                  <a16:creationId xmlns:a16="http://schemas.microsoft.com/office/drawing/2014/main" id="{8A14A0DC-20FF-94A7-403D-CBB015A0D241}"/>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95</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5F29145F-6E71-0F88-7826-0E440F2A509C}"/>
              </a:ext>
            </a:extLst>
          </p:cNvPr>
          <p:cNvGrpSpPr/>
          <p:nvPr/>
        </p:nvGrpSpPr>
        <p:grpSpPr>
          <a:xfrm>
            <a:off x="5842656" y="3131981"/>
            <a:ext cx="3761013" cy="367951"/>
            <a:chOff x="5842656" y="3301320"/>
            <a:chExt cx="3761013" cy="367951"/>
          </a:xfrm>
        </p:grpSpPr>
        <p:sp>
          <p:nvSpPr>
            <p:cNvPr id="48" name="Rectangle 1">
              <a:extLst>
                <a:ext uri="{FF2B5EF4-FFF2-40B4-BE49-F238E27FC236}">
                  <a16:creationId xmlns:a16="http://schemas.microsoft.com/office/drawing/2014/main" id="{E3CDD671-CAA7-0073-C5B8-A68A91E82EB7}"/>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a:solidFill>
                    <a:prstClr val="black"/>
                  </a:solidFill>
                </a:rPr>
                <a:t> توفر مواقف سيارات كافية للمتعاملين</a:t>
              </a:r>
            </a:p>
          </p:txBody>
        </p:sp>
        <p:sp>
          <p:nvSpPr>
            <p:cNvPr id="49" name="Rectangle: Rounded Corners 48">
              <a:extLst>
                <a:ext uri="{FF2B5EF4-FFF2-40B4-BE49-F238E27FC236}">
                  <a16:creationId xmlns:a16="http://schemas.microsoft.com/office/drawing/2014/main" id="{0B4DBCBC-6F18-021B-F413-C23198A66C03}"/>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88%</a:t>
              </a:r>
            </a:p>
          </p:txBody>
        </p:sp>
      </p:grpSp>
      <p:grpSp>
        <p:nvGrpSpPr>
          <p:cNvPr id="71" name="Group 70">
            <a:extLst>
              <a:ext uri="{FF2B5EF4-FFF2-40B4-BE49-F238E27FC236}">
                <a16:creationId xmlns:a16="http://schemas.microsoft.com/office/drawing/2014/main" id="{E81337E2-998E-C52C-F319-B527C16E5C78}"/>
              </a:ext>
            </a:extLst>
          </p:cNvPr>
          <p:cNvGrpSpPr/>
          <p:nvPr/>
        </p:nvGrpSpPr>
        <p:grpSpPr>
          <a:xfrm>
            <a:off x="5842656" y="3910345"/>
            <a:ext cx="3761013" cy="367951"/>
            <a:chOff x="5842656" y="4079684"/>
            <a:chExt cx="3761013" cy="367951"/>
          </a:xfrm>
        </p:grpSpPr>
        <p:sp>
          <p:nvSpPr>
            <p:cNvPr id="51" name="Rectangle 1">
              <a:extLst>
                <a:ext uri="{FF2B5EF4-FFF2-40B4-BE49-F238E27FC236}">
                  <a16:creationId xmlns:a16="http://schemas.microsoft.com/office/drawing/2014/main" id="{ABF119EA-9FBE-0920-4931-FDCC52E56742}"/>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a:solidFill>
                    <a:prstClr val="black"/>
                  </a:solidFill>
                </a:rPr>
                <a:t>كانت اللوحات الإرشادية واضحة </a:t>
              </a:r>
            </a:p>
          </p:txBody>
        </p:sp>
        <p:sp>
          <p:nvSpPr>
            <p:cNvPr id="52" name="Rectangle: Rounded Corners 51">
              <a:extLst>
                <a:ext uri="{FF2B5EF4-FFF2-40B4-BE49-F238E27FC236}">
                  <a16:creationId xmlns:a16="http://schemas.microsoft.com/office/drawing/2014/main" id="{70BA6AB5-997D-D11A-7C0E-4024FE8CE62A}"/>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grpSp>
        <p:nvGrpSpPr>
          <p:cNvPr id="72" name="Group 71">
            <a:extLst>
              <a:ext uri="{FF2B5EF4-FFF2-40B4-BE49-F238E27FC236}">
                <a16:creationId xmlns:a16="http://schemas.microsoft.com/office/drawing/2014/main" id="{7F152712-AD32-EA3D-9587-A2EA1A794238}"/>
              </a:ext>
            </a:extLst>
          </p:cNvPr>
          <p:cNvGrpSpPr/>
          <p:nvPr/>
        </p:nvGrpSpPr>
        <p:grpSpPr>
          <a:xfrm>
            <a:off x="5842656" y="4657241"/>
            <a:ext cx="3761013" cy="430887"/>
            <a:chOff x="5842656" y="4826580"/>
            <a:chExt cx="3761013" cy="430887"/>
          </a:xfrm>
        </p:grpSpPr>
        <p:sp>
          <p:nvSpPr>
            <p:cNvPr id="54" name="Rectangle 1">
              <a:extLst>
                <a:ext uri="{FF2B5EF4-FFF2-40B4-BE49-F238E27FC236}">
                  <a16:creationId xmlns:a16="http://schemas.microsoft.com/office/drawing/2014/main" id="{FA3EFCB4-2963-446A-9766-3FF0461C21EE}"/>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EG" sz="1100" b="1">
                  <a:solidFill>
                    <a:prstClr val="black"/>
                  </a:solidFill>
                </a:rPr>
                <a:t>يحتوي الفرع على مرافق كافية (مصلى ودورات مياه، وآلات البيع الذاتية….)</a:t>
              </a:r>
            </a:p>
          </p:txBody>
        </p:sp>
        <p:sp>
          <p:nvSpPr>
            <p:cNvPr id="55" name="Rectangle: Rounded Corners 54">
              <a:extLst>
                <a:ext uri="{FF2B5EF4-FFF2-40B4-BE49-F238E27FC236}">
                  <a16:creationId xmlns:a16="http://schemas.microsoft.com/office/drawing/2014/main" id="{46FCE445-16D5-85CA-E9B4-324069AB82D5}"/>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grpSp>
        <p:nvGrpSpPr>
          <p:cNvPr id="73" name="Group 72">
            <a:extLst>
              <a:ext uri="{FF2B5EF4-FFF2-40B4-BE49-F238E27FC236}">
                <a16:creationId xmlns:a16="http://schemas.microsoft.com/office/drawing/2014/main" id="{AC0B7BD8-96E8-B64D-4C1B-7AF362F83CC7}"/>
              </a:ext>
            </a:extLst>
          </p:cNvPr>
          <p:cNvGrpSpPr/>
          <p:nvPr/>
        </p:nvGrpSpPr>
        <p:grpSpPr>
          <a:xfrm>
            <a:off x="5842656" y="5350967"/>
            <a:ext cx="3761012" cy="600164"/>
            <a:chOff x="5842656" y="5520306"/>
            <a:chExt cx="3761012" cy="600164"/>
          </a:xfrm>
        </p:grpSpPr>
        <p:sp>
          <p:nvSpPr>
            <p:cNvPr id="57" name="Rectangle 1">
              <a:extLst>
                <a:ext uri="{FF2B5EF4-FFF2-40B4-BE49-F238E27FC236}">
                  <a16:creationId xmlns:a16="http://schemas.microsoft.com/office/drawing/2014/main" id="{E104DE6A-252B-620C-07AD-37F03E212289}"/>
                </a:ext>
              </a:extLst>
            </p:cNvPr>
            <p:cNvSpPr>
              <a:spLocks noChangeArrowheads="1"/>
            </p:cNvSpPr>
            <p:nvPr/>
          </p:nvSpPr>
          <p:spPr bwMode="auto">
            <a:xfrm>
              <a:off x="6704979" y="5520306"/>
              <a:ext cx="2898689"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كانت خيارات الخدمة الذاتية (مثل أكشاك الخدمة الذاتية، الموقع الإلكتروني، والتطبيقات الذكية) سهلة الاستخدام ومفيدة</a:t>
              </a:r>
            </a:p>
          </p:txBody>
        </p:sp>
        <p:sp>
          <p:nvSpPr>
            <p:cNvPr id="58" name="Rectangle: Rounded Corners 57">
              <a:extLst>
                <a:ext uri="{FF2B5EF4-FFF2-40B4-BE49-F238E27FC236}">
                  <a16:creationId xmlns:a16="http://schemas.microsoft.com/office/drawing/2014/main" id="{EB5B81FD-4F39-03FD-8FB8-4A92C47E1B22}"/>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sp>
        <p:nvSpPr>
          <p:cNvPr id="7" name="TextBox 6">
            <a:extLst>
              <a:ext uri="{FF2B5EF4-FFF2-40B4-BE49-F238E27FC236}">
                <a16:creationId xmlns:a16="http://schemas.microsoft.com/office/drawing/2014/main" id="{2CB46C6F-3584-4717-4805-C78EB30AB89D}"/>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38</a:t>
            </a:r>
          </a:p>
        </p:txBody>
      </p:sp>
      <p:pic>
        <p:nvPicPr>
          <p:cNvPr id="9" name="Picture 8">
            <a:extLst>
              <a:ext uri="{FF2B5EF4-FFF2-40B4-BE49-F238E27FC236}">
                <a16:creationId xmlns:a16="http://schemas.microsoft.com/office/drawing/2014/main" id="{0693BB82-6D40-DB01-D00C-1414B6710784}"/>
              </a:ext>
            </a:extLst>
          </p:cNvPr>
          <p:cNvPicPr>
            <a:picLocks noChangeAspect="1"/>
          </p:cNvPicPr>
          <p:nvPr/>
        </p:nvPicPr>
        <p:blipFill>
          <a:blip r:embed="rId4"/>
          <a:stretch>
            <a:fillRect/>
          </a:stretch>
        </p:blipFill>
        <p:spPr>
          <a:xfrm>
            <a:off x="11493484" y="6081385"/>
            <a:ext cx="698516" cy="698516"/>
          </a:xfrm>
          <a:prstGeom prst="rect">
            <a:avLst/>
          </a:prstGeom>
        </p:spPr>
      </p:pic>
      <p:sp>
        <p:nvSpPr>
          <p:cNvPr id="2" name="TextBox 1">
            <a:extLst>
              <a:ext uri="{FF2B5EF4-FFF2-40B4-BE49-F238E27FC236}">
                <a16:creationId xmlns:a16="http://schemas.microsoft.com/office/drawing/2014/main" id="{088EED90-56AF-3DBB-1381-8793D414EF76}"/>
              </a:ext>
            </a:extLst>
          </p:cNvPr>
          <p:cNvSpPr txBox="1"/>
          <p:nvPr/>
        </p:nvSpPr>
        <p:spPr>
          <a:xfrm>
            <a:off x="6305107" y="244463"/>
            <a:ext cx="5690957" cy="523220"/>
          </a:xfrm>
          <a:prstGeom prst="rect">
            <a:avLst/>
          </a:prstGeom>
          <a:noFill/>
        </p:spPr>
        <p:txBody>
          <a:bodyPr wrap="square" rtlCol="0">
            <a:spAutoFit/>
          </a:bodyPr>
          <a:lstStyle/>
          <a:p>
            <a:pPr lvl="0">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a:t>
            </a:r>
            <a:r>
              <a:rPr kumimoji="0" lang="en-GB" sz="2800" b="0" i="0" u="none" strike="noStrike" kern="1200" cap="none" spc="0" normalizeH="0" baseline="0" noProof="0">
                <a:ln>
                  <a:noFill/>
                </a:ln>
                <a:solidFill>
                  <a:srgbClr val="B68A35"/>
                </a:solidFill>
                <a:effectLst/>
                <a:uLnTx/>
                <a:uFillTx/>
                <a:latin typeface="Arial"/>
                <a:ea typeface="+mn-ea"/>
                <a:cs typeface="+mn-cs"/>
              </a:rPr>
              <a:t> </a:t>
            </a:r>
            <a:r>
              <a:rPr lang="ar-EG" sz="2800">
                <a:solidFill>
                  <a:srgbClr val="B68A35"/>
                </a:solidFill>
              </a:rPr>
              <a:t>| </a:t>
            </a:r>
            <a:r>
              <a:rPr lang="ar-EG" sz="2800">
                <a:solidFill>
                  <a:srgbClr val="414141"/>
                </a:solidFill>
              </a:rPr>
              <a:t>مركز خدمة المتعاملين</a:t>
            </a:r>
            <a:endParaRPr kumimoji="0" lang="ar-EG" sz="2800" b="0" i="0" u="none" strike="noStrike" kern="1200" cap="none" spc="0" normalizeH="0" baseline="0" noProof="0">
              <a:ln>
                <a:noFill/>
              </a:ln>
              <a:solidFill>
                <a:srgbClr val="414141"/>
              </a:solidFill>
              <a:effectLst/>
              <a:uLnTx/>
              <a:uFillTx/>
              <a:latin typeface="Arial"/>
              <a:ea typeface="+mn-ea"/>
              <a:cs typeface="+mn-cs"/>
            </a:endParaRPr>
          </a:p>
        </p:txBody>
      </p:sp>
      <p:sp>
        <p:nvSpPr>
          <p:cNvPr id="3" name="TextBox 2">
            <a:extLst>
              <a:ext uri="{FF2B5EF4-FFF2-40B4-BE49-F238E27FC236}">
                <a16:creationId xmlns:a16="http://schemas.microsoft.com/office/drawing/2014/main" id="{0008E7D0-67B6-7249-6A89-0B9F053932E1}"/>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400" dirty="0">
                <a:solidFill>
                  <a:srgbClr val="414141"/>
                </a:solidFill>
                <a:latin typeface="Arial"/>
              </a:rPr>
              <a:t>فيما يخص </a:t>
            </a:r>
            <a:r>
              <a:rPr lang="ar-AE" sz="1400" b="1" dirty="0">
                <a:solidFill>
                  <a:srgbClr val="414141"/>
                </a:solidFill>
                <a:latin typeface="Arial"/>
              </a:rPr>
              <a:t>مركز خدمة المتعاملين</a:t>
            </a:r>
            <a:r>
              <a:rPr lang="ar-AE" sz="1400" dirty="0">
                <a:solidFill>
                  <a:srgbClr val="414141"/>
                </a:solidFill>
                <a:latin typeface="Arial"/>
              </a:rPr>
              <a:t>، تمثلت أبرز نقطة التحسين في توفير </a:t>
            </a:r>
            <a:r>
              <a:rPr lang="ar-AE" sz="1400" b="1" dirty="0">
                <a:solidFill>
                  <a:srgbClr val="414141"/>
                </a:solidFill>
                <a:latin typeface="Arial"/>
              </a:rPr>
              <a:t>مواقف مخصصة وكافية للمتعاملين.</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4" name="TextBox 3">
            <a:extLst>
              <a:ext uri="{FF2B5EF4-FFF2-40B4-BE49-F238E27FC236}">
                <a16:creationId xmlns:a16="http://schemas.microsoft.com/office/drawing/2014/main" id="{71A54C4B-B1B8-0065-450F-F5746ACCB5F8}"/>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9B57566D-B683-0F26-1FB1-82BC9B472838}"/>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8" name="Chart 7">
            <a:extLst>
              <a:ext uri="{FF2B5EF4-FFF2-40B4-BE49-F238E27FC236}">
                <a16:creationId xmlns:a16="http://schemas.microsoft.com/office/drawing/2014/main" id="{16B6896D-C96A-574D-5DE5-F62C9624502E}"/>
              </a:ext>
            </a:extLst>
          </p:cNvPr>
          <p:cNvGraphicFramePr/>
          <p:nvPr>
            <p:extLst>
              <p:ext uri="{D42A27DB-BD31-4B8C-83A1-F6EECF244321}">
                <p14:modId xmlns:p14="http://schemas.microsoft.com/office/powerpoint/2010/main" val="28004728"/>
              </p:ext>
            </p:extLst>
          </p:nvPr>
        </p:nvGraphicFramePr>
        <p:xfrm>
          <a:off x="833957" y="1979699"/>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6" name="Group 5">
            <a:extLst>
              <a:ext uri="{FF2B5EF4-FFF2-40B4-BE49-F238E27FC236}">
                <a16:creationId xmlns:a16="http://schemas.microsoft.com/office/drawing/2014/main" id="{F045B523-98D5-F3E8-C5C3-7345D017ED21}"/>
              </a:ext>
            </a:extLst>
          </p:cNvPr>
          <p:cNvGrpSpPr/>
          <p:nvPr/>
        </p:nvGrpSpPr>
        <p:grpSpPr>
          <a:xfrm>
            <a:off x="9227248" y="3260942"/>
            <a:ext cx="2516354" cy="1690576"/>
            <a:chOff x="9311918" y="3278271"/>
            <a:chExt cx="2516354" cy="1690576"/>
          </a:xfrm>
        </p:grpSpPr>
        <p:graphicFrame>
          <p:nvGraphicFramePr>
            <p:cNvPr id="10" name="Chart 9">
              <a:extLst>
                <a:ext uri="{FF2B5EF4-FFF2-40B4-BE49-F238E27FC236}">
                  <a16:creationId xmlns:a16="http://schemas.microsoft.com/office/drawing/2014/main" id="{DF19E8B3-6BFC-C73B-A7D4-51B691111559}"/>
                </a:ext>
              </a:extLst>
            </p:cNvPr>
            <p:cNvGraphicFramePr/>
            <p:nvPr>
              <p:extLst>
                <p:ext uri="{D42A27DB-BD31-4B8C-83A1-F6EECF244321}">
                  <p14:modId xmlns:p14="http://schemas.microsoft.com/office/powerpoint/2010/main" val="244876395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0">
              <a:extLst>
                <a:ext uri="{FF2B5EF4-FFF2-40B4-BE49-F238E27FC236}">
                  <a16:creationId xmlns:a16="http://schemas.microsoft.com/office/drawing/2014/main" id="{B398D64D-8F24-9441-25CE-F2F8085CEB88}"/>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94%</a:t>
              </a:r>
            </a:p>
          </p:txBody>
        </p:sp>
      </p:grpSp>
    </p:spTree>
    <p:extLst>
      <p:ext uri="{BB962C8B-B14F-4D97-AF65-F5344CB8AC3E}">
        <p14:creationId xmlns:p14="http://schemas.microsoft.com/office/powerpoint/2010/main" val="1017766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62AC-0AD0-22C2-7628-0AC91A1BEED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DAA7145-507F-E044-C807-85F6F10EE408}"/>
              </a:ext>
            </a:extLst>
          </p:cNvPr>
          <p:cNvSpPr>
            <a:spLocks noGrp="1"/>
          </p:cNvSpPr>
          <p:nvPr>
            <p:ph type="body" sz="quarter" idx="11"/>
          </p:nvPr>
        </p:nvSpPr>
        <p:spPr/>
        <p:txBody>
          <a:bodyPr/>
          <a:lstStyle/>
          <a:p>
            <a:fld id="{CEB9653E-F2B9-42DD-9F83-20048B6AB3C6}" type="slidenum">
              <a:rPr lang="en-US" smtClean="0"/>
              <a:t>41</a:t>
            </a:fld>
            <a:endParaRPr lang="en-US"/>
          </a:p>
        </p:txBody>
      </p:sp>
      <p:sp>
        <p:nvSpPr>
          <p:cNvPr id="3" name="Rectangle 2">
            <a:extLst>
              <a:ext uri="{FF2B5EF4-FFF2-40B4-BE49-F238E27FC236}">
                <a16:creationId xmlns:a16="http://schemas.microsoft.com/office/drawing/2014/main" id="{8EAD2942-8EBA-9614-DA57-8C2E50720F4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4A19B43-660F-1BAE-27D5-186408336E57}"/>
              </a:ext>
            </a:extLst>
          </p:cNvPr>
          <p:cNvSpPr txBox="1"/>
          <p:nvPr/>
        </p:nvSpPr>
        <p:spPr>
          <a:xfrm>
            <a:off x="5337545" y="244463"/>
            <a:ext cx="665852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ملاحظات المتعاملين على مراكز خدمة المتعاملين</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0390171E-5AE1-1F9E-B7BC-641D5BC8427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808C59BA-4EBF-036B-29EA-BC2481439FED}"/>
              </a:ext>
            </a:extLst>
          </p:cNvPr>
          <p:cNvSpPr txBox="1"/>
          <p:nvPr/>
        </p:nvSpPr>
        <p:spPr>
          <a:xfrm>
            <a:off x="1614649" y="797178"/>
            <a:ext cx="10381416" cy="584775"/>
          </a:xfrm>
          <a:prstGeom prst="rect">
            <a:avLst/>
          </a:prstGeom>
          <a:noFill/>
        </p:spPr>
        <p:txBody>
          <a:bodyPr wrap="square" rtlCol="0">
            <a:spAutoFit/>
          </a:bodyPr>
          <a:lstStyle/>
          <a:p>
            <a:pPr lvl="0">
              <a:defRPr/>
            </a:pPr>
            <a:r>
              <a:rPr kumimoji="0" lang="ar-AE" sz="1600" i="0" u="none" strike="noStrike" kern="1200" cap="none" spc="0" normalizeH="0" baseline="0" noProof="0" dirty="0">
                <a:ln>
                  <a:noFill/>
                </a:ln>
                <a:solidFill>
                  <a:srgbClr val="414141"/>
                </a:solidFill>
                <a:effectLst/>
                <a:uLnTx/>
                <a:uFillTx/>
                <a:latin typeface="Arial"/>
                <a:ea typeface="+mn-ea"/>
                <a:cs typeface="+mn-cs"/>
              </a:rPr>
              <a:t>جاءت أغلب التعليقات حول مراكز خدمة المتعاملين</a:t>
            </a:r>
            <a:r>
              <a:rPr kumimoji="0" lang="ar-EG" sz="1600" i="0" u="none" strike="noStrike" kern="1200" cap="none" spc="0" normalizeH="0" baseline="0" noProof="0" dirty="0">
                <a:ln>
                  <a:noFill/>
                </a:ln>
                <a:solidFill>
                  <a:srgbClr val="414141"/>
                </a:solidFill>
                <a:effectLst/>
                <a:uLnTx/>
                <a:uFillTx/>
                <a:latin typeface="Arial"/>
                <a:ea typeface="+mn-ea"/>
                <a:cs typeface="+mn-cs"/>
              </a:rPr>
              <a:t> </a:t>
            </a:r>
            <a:r>
              <a:rPr kumimoji="0" lang="ar-AE" sz="1600" i="0" u="none" strike="noStrike" kern="1200" cap="none" spc="0" normalizeH="0" baseline="0" noProof="0" dirty="0">
                <a:ln>
                  <a:noFill/>
                </a:ln>
                <a:solidFill>
                  <a:srgbClr val="414141"/>
                </a:solidFill>
                <a:effectLst/>
                <a:uLnTx/>
                <a:uFillTx/>
                <a:latin typeface="Arial"/>
                <a:ea typeface="+mn-ea"/>
                <a:cs typeface="+mn-cs"/>
              </a:rPr>
              <a:t>التابع لوزارة الصحة ووقاية المجتمع إيجابية، بينما تركزت التعليقات المرتبطة بفرص التحسين على عدة محاور رئيسية: </a:t>
            </a:r>
            <a:r>
              <a:rPr kumimoji="0" lang="ar-AE" sz="1600" b="1" i="0" u="none" strike="noStrike" kern="1200" cap="none" spc="0" normalizeH="0" baseline="0" noProof="0" dirty="0">
                <a:ln>
                  <a:noFill/>
                </a:ln>
                <a:solidFill>
                  <a:srgbClr val="414141"/>
                </a:solidFill>
                <a:effectLst/>
                <a:uLnTx/>
                <a:uFillTx/>
                <a:latin typeface="Arial"/>
                <a:ea typeface="+mn-ea"/>
                <a:cs typeface="+mn-cs"/>
              </a:rPr>
              <a:t>جودة الردود، </a:t>
            </a:r>
            <a:r>
              <a:rPr lang="ar-AE" sz="1600" b="1" dirty="0">
                <a:solidFill>
                  <a:srgbClr val="414141"/>
                </a:solidFill>
              </a:rPr>
              <a:t>وتفاعل</a:t>
            </a:r>
            <a:r>
              <a:rPr kumimoji="0" lang="ar-AE" sz="1600" b="1" i="0" u="none" strike="noStrike" kern="1200" cap="none" spc="0" normalizeH="0" baseline="0" noProof="0" dirty="0">
                <a:ln>
                  <a:noFill/>
                </a:ln>
                <a:solidFill>
                  <a:srgbClr val="414141"/>
                </a:solidFill>
                <a:effectLst/>
                <a:uLnTx/>
                <a:uFillTx/>
                <a:latin typeface="Arial"/>
                <a:ea typeface="+mn-ea"/>
                <a:cs typeface="+mn-cs"/>
              </a:rPr>
              <a:t> الموظفين.</a:t>
            </a:r>
            <a:endParaRPr kumimoji="0" lang="ar-SA" sz="1600" b="1" i="0" u="none" strike="noStrike" kern="1200" cap="none" spc="0" normalizeH="0" baseline="0" noProof="0" dirty="0">
              <a:ln>
                <a:noFill/>
              </a:ln>
              <a:solidFill>
                <a:srgbClr val="B68A35"/>
              </a:solidFill>
              <a:effectLst/>
              <a:uLnTx/>
              <a:uFillTx/>
              <a:latin typeface="Arial"/>
              <a:ea typeface="+mn-ea"/>
              <a:cs typeface="+mn-cs"/>
            </a:endParaRPr>
          </a:p>
        </p:txBody>
      </p:sp>
      <p:sp>
        <p:nvSpPr>
          <p:cNvPr id="19" name="TextBox 18">
            <a:extLst>
              <a:ext uri="{FF2B5EF4-FFF2-40B4-BE49-F238E27FC236}">
                <a16:creationId xmlns:a16="http://schemas.microsoft.com/office/drawing/2014/main" id="{02BD79C2-975C-8BD7-FBE7-1F0F6726D61D}"/>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AC2F6776-2B99-C569-173E-E79C54095F7D}"/>
              </a:ext>
            </a:extLst>
          </p:cNvPr>
          <p:cNvGrpSpPr/>
          <p:nvPr/>
        </p:nvGrpSpPr>
        <p:grpSpPr>
          <a:xfrm>
            <a:off x="3994584" y="4600413"/>
            <a:ext cx="4202832" cy="1737065"/>
            <a:chOff x="1461368" y="1996917"/>
            <a:chExt cx="3586294" cy="1532739"/>
          </a:xfrm>
        </p:grpSpPr>
        <p:sp>
          <p:nvSpPr>
            <p:cNvPr id="21" name="Rectangle: Rounded Corners 22">
              <a:extLst>
                <a:ext uri="{FF2B5EF4-FFF2-40B4-BE49-F238E27FC236}">
                  <a16:creationId xmlns:a16="http://schemas.microsoft.com/office/drawing/2014/main" id="{3D9FF923-EE15-40E8-C39E-D072342E26E5}"/>
                </a:ext>
              </a:extLst>
            </p:cNvPr>
            <p:cNvSpPr/>
            <p:nvPr/>
          </p:nvSpPr>
          <p:spPr>
            <a:xfrm>
              <a:off x="1461368" y="1996917"/>
              <a:ext cx="3586294" cy="1532739"/>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BA27658-8A9F-9021-DD31-2E67489120FC}"/>
                </a:ext>
              </a:extLst>
            </p:cNvPr>
            <p:cNvSpPr txBox="1"/>
            <p:nvPr/>
          </p:nvSpPr>
          <p:spPr>
            <a:xfrm>
              <a:off x="1461368" y="2478134"/>
              <a:ext cx="3586294" cy="570305"/>
            </a:xfrm>
            <a:prstGeom prst="rect">
              <a:avLst/>
            </a:prstGeom>
            <a:noFill/>
          </p:spPr>
          <p:txBody>
            <a:bodyPr wrap="square">
              <a:spAutoFit/>
            </a:bodyPr>
            <a:lstStyle/>
            <a:p>
              <a:pPr algn="ctr"/>
              <a:r>
                <a:rPr lang="ar-SA" dirty="0"/>
                <a:t>"</a:t>
              </a:r>
              <a:r>
                <a:rPr lang="ar-AE" dirty="0"/>
                <a:t>الدفع فيه خصوصية ولايجب على الموظف الاطلاع على البطاقه البنكيه المتعامل.</a:t>
              </a:r>
              <a:r>
                <a:rPr lang="ar-EG" altLang="en-US" dirty="0">
                  <a:solidFill>
                    <a:prstClr val="black"/>
                  </a:solidFill>
                  <a:latin typeface="Arial"/>
                </a:rPr>
                <a:t>"</a:t>
              </a:r>
              <a:endParaRPr kumimoji="0" lang="en-A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7" name="Group 6">
            <a:extLst>
              <a:ext uri="{FF2B5EF4-FFF2-40B4-BE49-F238E27FC236}">
                <a16:creationId xmlns:a16="http://schemas.microsoft.com/office/drawing/2014/main" id="{50821577-E6F0-9AF3-1CFC-BDD66B763BA1}"/>
              </a:ext>
            </a:extLst>
          </p:cNvPr>
          <p:cNvGrpSpPr/>
          <p:nvPr/>
        </p:nvGrpSpPr>
        <p:grpSpPr>
          <a:xfrm>
            <a:off x="6527800" y="2351600"/>
            <a:ext cx="4202832" cy="1737064"/>
            <a:chOff x="6527800" y="2351601"/>
            <a:chExt cx="4202832" cy="1737064"/>
          </a:xfrm>
        </p:grpSpPr>
        <p:sp>
          <p:nvSpPr>
            <p:cNvPr id="30" name="Rectangle: Rounded Corners 22">
              <a:extLst>
                <a:ext uri="{FF2B5EF4-FFF2-40B4-BE49-F238E27FC236}">
                  <a16:creationId xmlns:a16="http://schemas.microsoft.com/office/drawing/2014/main" id="{0BBF8070-A31B-DF8D-23E0-5EC04722EF25}"/>
                </a:ext>
              </a:extLst>
            </p:cNvPr>
            <p:cNvSpPr/>
            <p:nvPr/>
          </p:nvSpPr>
          <p:spPr>
            <a:xfrm>
              <a:off x="6527800" y="2351601"/>
              <a:ext cx="420283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0D525CB1-9228-EF58-3FE2-933432859AE3}"/>
                </a:ext>
              </a:extLst>
            </p:cNvPr>
            <p:cNvSpPr txBox="1"/>
            <p:nvPr/>
          </p:nvSpPr>
          <p:spPr>
            <a:xfrm>
              <a:off x="6527800" y="2896968"/>
              <a:ext cx="4202832" cy="646331"/>
            </a:xfrm>
            <a:prstGeom prst="rect">
              <a:avLst/>
            </a:prstGeom>
            <a:noFill/>
          </p:spPr>
          <p:txBody>
            <a:bodyPr wrap="square">
              <a:spAutoFit/>
            </a:bodyPr>
            <a:lstStyle/>
            <a:p>
              <a:pPr algn="ctr"/>
              <a:r>
                <a:rPr lang="ar-SA" dirty="0"/>
                <a:t>"</a:t>
              </a:r>
              <a:r>
                <a:rPr lang="ar-AE" dirty="0"/>
                <a:t>هناك حاجة لتحسين آلية متابعة الشكاوى والتأكد من حلها بشكل كامل وعدم تأخر الاستجابة للعملاء.</a:t>
              </a:r>
              <a:r>
                <a:rPr lang="ar-EG" altLang="en-US" dirty="0">
                  <a:solidFill>
                    <a:prstClr val="black"/>
                  </a:solidFill>
                  <a:latin typeface="Arial"/>
                </a:rPr>
                <a:t>"</a:t>
              </a:r>
              <a:endParaRPr kumimoji="0" lang="en-A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10" name="Group 9">
            <a:extLst>
              <a:ext uri="{FF2B5EF4-FFF2-40B4-BE49-F238E27FC236}">
                <a16:creationId xmlns:a16="http://schemas.microsoft.com/office/drawing/2014/main" id="{684244E2-ED0B-2252-58C4-D1274681EB6F}"/>
              </a:ext>
            </a:extLst>
          </p:cNvPr>
          <p:cNvGrpSpPr/>
          <p:nvPr/>
        </p:nvGrpSpPr>
        <p:grpSpPr>
          <a:xfrm>
            <a:off x="1480163" y="2351600"/>
            <a:ext cx="4202832" cy="1737065"/>
            <a:chOff x="1480163" y="2351600"/>
            <a:chExt cx="4202832" cy="1737065"/>
          </a:xfrm>
        </p:grpSpPr>
        <p:sp>
          <p:nvSpPr>
            <p:cNvPr id="32" name="Rectangle: Rounded Corners 31">
              <a:extLst>
                <a:ext uri="{FF2B5EF4-FFF2-40B4-BE49-F238E27FC236}">
                  <a16:creationId xmlns:a16="http://schemas.microsoft.com/office/drawing/2014/main" id="{178F8816-72D5-BC83-3C93-6CBB1A526686}"/>
                </a:ext>
              </a:extLst>
            </p:cNvPr>
            <p:cNvSpPr/>
            <p:nvPr/>
          </p:nvSpPr>
          <p:spPr>
            <a:xfrm>
              <a:off x="1480163" y="2351600"/>
              <a:ext cx="4202832" cy="1737065"/>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0DE45F5-4DC8-6004-A4E5-1FE121C9488D}"/>
                </a:ext>
              </a:extLst>
            </p:cNvPr>
            <p:cNvSpPr txBox="1"/>
            <p:nvPr/>
          </p:nvSpPr>
          <p:spPr>
            <a:xfrm>
              <a:off x="1480163" y="2896967"/>
              <a:ext cx="4202832" cy="646331"/>
            </a:xfrm>
            <a:prstGeom prst="rect">
              <a:avLst/>
            </a:prstGeom>
            <a:noFill/>
          </p:spPr>
          <p:txBody>
            <a:bodyPr wrap="square">
              <a:spAutoFit/>
            </a:bodyPr>
            <a:lstStyle/>
            <a:p>
              <a:pPr algn="ctr"/>
              <a:r>
                <a:rPr lang="ar-SA" dirty="0"/>
                <a:t>"</a:t>
              </a:r>
              <a:r>
                <a:rPr lang="ar-AE" dirty="0"/>
                <a:t>يُفضل تقليل وقت إنجاز المعاملات وتسريع تقديم الخدمة لتفادي الانتظار الطويل.</a:t>
              </a:r>
              <a:r>
                <a:rPr lang="ar-SA" dirty="0"/>
                <a:t>"</a:t>
              </a:r>
            </a:p>
          </p:txBody>
        </p:sp>
      </p:grpSp>
      <p:sp>
        <p:nvSpPr>
          <p:cNvPr id="13" name="Rectangle: Rounded Corners 12">
            <a:extLst>
              <a:ext uri="{FF2B5EF4-FFF2-40B4-BE49-F238E27FC236}">
                <a16:creationId xmlns:a16="http://schemas.microsoft.com/office/drawing/2014/main" id="{5F2FA231-AE6F-4A18-E6B3-6173A3927D95}"/>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lang="ar-AE" sz="2400" b="1">
                <a:solidFill>
                  <a:prstClr val="white"/>
                </a:solidFill>
                <a:latin typeface="Arial"/>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323323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A271E-C178-C75E-F3AE-1BDFE1771C0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0A394C-15A8-4446-9F99-6428D103B3AE}"/>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68E44AAC-C3AE-07A3-47CE-5C5265042F3A}"/>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08A461F8-12BE-797D-5A5E-E5C132086F0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3867A2E6-923D-590C-AD4A-38A4945442E7}"/>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lang="ar-AE" sz="4400" b="1">
                <a:solidFill>
                  <a:srgbClr val="B68A35"/>
                </a:solidFill>
                <a:latin typeface="Arial"/>
              </a:rPr>
              <a:t>مركز الاتصال</a:t>
            </a: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78C356FF-7622-09BC-B5D8-EC4A283AEC8C}"/>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F0BEF8F4-FAAF-9971-54D6-BD5766B1BD32}"/>
              </a:ext>
            </a:extLst>
          </p:cNvPr>
          <p:cNvSpPr txBox="1"/>
          <p:nvPr/>
        </p:nvSpPr>
        <p:spPr>
          <a:xfrm>
            <a:off x="7658099" y="3432313"/>
            <a:ext cx="406124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 </a:t>
            </a:r>
            <a:endParaRPr kumimoji="0" lang="en-US" sz="1400" b="0" i="0" u="none" strike="noStrike" kern="1200" cap="none" spc="0" normalizeH="0" baseline="0" noProof="0" dirty="0">
              <a:ln>
                <a:noFill/>
              </a:ln>
              <a:solidFill>
                <a:srgbClr val="414141"/>
              </a:solidFill>
              <a:effectLst/>
              <a:uLnTx/>
              <a:uFillTx/>
              <a:latin typeface="Arial"/>
              <a:ea typeface="+mn-ea"/>
              <a:cs typeface="+mn-cs"/>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التفاعل مع الموظفين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موظف مركز الاتصال</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15192660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655E-46E5-43BC-4C7E-549010D57C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A843387-F067-DD80-897B-AE8E8E506E1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47A7CF1-A4AD-F878-8AA7-1E8BD3E8A757}"/>
              </a:ext>
            </a:extLst>
          </p:cNvPr>
          <p:cNvSpPr txBox="1"/>
          <p:nvPr/>
        </p:nvSpPr>
        <p:spPr>
          <a:xfrm>
            <a:off x="2771775" y="244463"/>
            <a:ext cx="9224290"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a:t>
            </a:r>
            <a:r>
              <a:rPr lang="ar-EG" sz="2800" dirty="0">
                <a:solidFill>
                  <a:srgbClr val="B68A35"/>
                </a:solidFill>
              </a:rPr>
              <a:t>مركز الاتصال</a:t>
            </a: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90AA2B9E-4BFA-D627-F8CF-6B0C925AE80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4" name="Table 3">
            <a:extLst>
              <a:ext uri="{FF2B5EF4-FFF2-40B4-BE49-F238E27FC236}">
                <a16:creationId xmlns:a16="http://schemas.microsoft.com/office/drawing/2014/main" id="{03986384-1B9D-A9ED-6315-A4F318EF3222}"/>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2" name="Group 1">
            <a:extLst>
              <a:ext uri="{FF2B5EF4-FFF2-40B4-BE49-F238E27FC236}">
                <a16:creationId xmlns:a16="http://schemas.microsoft.com/office/drawing/2014/main" id="{343306CE-ED01-CC67-9E95-EBEB5CE9181C}"/>
              </a:ext>
            </a:extLst>
          </p:cNvPr>
          <p:cNvGrpSpPr/>
          <p:nvPr/>
        </p:nvGrpSpPr>
        <p:grpSpPr>
          <a:xfrm>
            <a:off x="1005840" y="4206240"/>
            <a:ext cx="7724896" cy="1808032"/>
            <a:chOff x="1031329" y="2156856"/>
            <a:chExt cx="5211715" cy="1368371"/>
          </a:xfrm>
        </p:grpSpPr>
        <p:grpSp>
          <p:nvGrpSpPr>
            <p:cNvPr id="5" name="Group 4">
              <a:extLst>
                <a:ext uri="{FF2B5EF4-FFF2-40B4-BE49-F238E27FC236}">
                  <a16:creationId xmlns:a16="http://schemas.microsoft.com/office/drawing/2014/main" id="{C0F513B3-9A1D-8924-D4B6-19B59BCA7A5D}"/>
                </a:ext>
              </a:extLst>
            </p:cNvPr>
            <p:cNvGrpSpPr/>
            <p:nvPr/>
          </p:nvGrpSpPr>
          <p:grpSpPr>
            <a:xfrm>
              <a:off x="1031329" y="2156856"/>
              <a:ext cx="4296771" cy="454743"/>
              <a:chOff x="1031329" y="2363398"/>
              <a:chExt cx="4296771" cy="454743"/>
            </a:xfrm>
          </p:grpSpPr>
          <p:pic>
            <p:nvPicPr>
              <p:cNvPr id="34" name="Graphic 33" descr="User">
                <a:extLst>
                  <a:ext uri="{FF2B5EF4-FFF2-40B4-BE49-F238E27FC236}">
                    <a16:creationId xmlns:a16="http://schemas.microsoft.com/office/drawing/2014/main" id="{772D996D-2690-9212-B3B1-3CDB05EA25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35" name="Graphic 34" descr="User">
                <a:extLst>
                  <a:ext uri="{FF2B5EF4-FFF2-40B4-BE49-F238E27FC236}">
                    <a16:creationId xmlns:a16="http://schemas.microsoft.com/office/drawing/2014/main" id="{E3932876-6564-C1CF-B64B-6F0CC0774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36" name="Graphic 35" descr="User">
                <a:extLst>
                  <a:ext uri="{FF2B5EF4-FFF2-40B4-BE49-F238E27FC236}">
                    <a16:creationId xmlns:a16="http://schemas.microsoft.com/office/drawing/2014/main" id="{4DA1D801-0754-64AA-280A-71CFED3478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38" name="Graphic 37" descr="User">
                <a:extLst>
                  <a:ext uri="{FF2B5EF4-FFF2-40B4-BE49-F238E27FC236}">
                    <a16:creationId xmlns:a16="http://schemas.microsoft.com/office/drawing/2014/main" id="{67C05C61-A069-D23E-C18E-A43B2BC239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39" name="Graphic 38" descr="User">
                <a:extLst>
                  <a:ext uri="{FF2B5EF4-FFF2-40B4-BE49-F238E27FC236}">
                    <a16:creationId xmlns:a16="http://schemas.microsoft.com/office/drawing/2014/main" id="{C18E0AC5-1F5D-1526-ACA7-BC04B7CC30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40" name="Graphic 39" descr="User">
                <a:extLst>
                  <a:ext uri="{FF2B5EF4-FFF2-40B4-BE49-F238E27FC236}">
                    <a16:creationId xmlns:a16="http://schemas.microsoft.com/office/drawing/2014/main" id="{5BC0B54B-ECE0-F84E-93E8-26A5D71CF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41" name="Graphic 40" descr="User">
                <a:extLst>
                  <a:ext uri="{FF2B5EF4-FFF2-40B4-BE49-F238E27FC236}">
                    <a16:creationId xmlns:a16="http://schemas.microsoft.com/office/drawing/2014/main" id="{8C9B91D8-7346-05FA-AD22-73612FD5ED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42" name="Graphic 41" descr="User">
                <a:extLst>
                  <a:ext uri="{FF2B5EF4-FFF2-40B4-BE49-F238E27FC236}">
                    <a16:creationId xmlns:a16="http://schemas.microsoft.com/office/drawing/2014/main" id="{5EBE01FF-7046-C133-DCAE-2FA3AE929C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43" name="Graphic 42" descr="User">
                <a:extLst>
                  <a:ext uri="{FF2B5EF4-FFF2-40B4-BE49-F238E27FC236}">
                    <a16:creationId xmlns:a16="http://schemas.microsoft.com/office/drawing/2014/main" id="{6AFAF8B3-C6E3-2334-AB16-EF98E1742A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8" name="Group 7">
              <a:extLst>
                <a:ext uri="{FF2B5EF4-FFF2-40B4-BE49-F238E27FC236}">
                  <a16:creationId xmlns:a16="http://schemas.microsoft.com/office/drawing/2014/main" id="{6EAC5B93-BFC5-CD59-35D0-4359C00B3B16}"/>
                </a:ext>
              </a:extLst>
            </p:cNvPr>
            <p:cNvGrpSpPr/>
            <p:nvPr/>
          </p:nvGrpSpPr>
          <p:grpSpPr>
            <a:xfrm>
              <a:off x="1070903" y="2670008"/>
              <a:ext cx="1322509" cy="855219"/>
              <a:chOff x="499248" y="2918342"/>
              <a:chExt cx="1548144" cy="855219"/>
            </a:xfrm>
          </p:grpSpPr>
          <p:sp>
            <p:nvSpPr>
              <p:cNvPr id="20" name="Rectangle 19">
                <a:extLst>
                  <a:ext uri="{FF2B5EF4-FFF2-40B4-BE49-F238E27FC236}">
                    <a16:creationId xmlns:a16="http://schemas.microsoft.com/office/drawing/2014/main" id="{14A8C774-8094-A907-84C6-C42EB8CA6BA9}"/>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5AF16272-4C54-E442-926A-57CEABD6819B}"/>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9%</a:t>
                </a:r>
              </a:p>
            </p:txBody>
          </p:sp>
        </p:grpSp>
        <p:grpSp>
          <p:nvGrpSpPr>
            <p:cNvPr id="11" name="Group 10">
              <a:extLst>
                <a:ext uri="{FF2B5EF4-FFF2-40B4-BE49-F238E27FC236}">
                  <a16:creationId xmlns:a16="http://schemas.microsoft.com/office/drawing/2014/main" id="{41DB541E-0D48-2B95-BF3C-ACED75F38ACC}"/>
                </a:ext>
              </a:extLst>
            </p:cNvPr>
            <p:cNvGrpSpPr/>
            <p:nvPr/>
          </p:nvGrpSpPr>
          <p:grpSpPr>
            <a:xfrm>
              <a:off x="2516586" y="2670008"/>
              <a:ext cx="1322509" cy="855219"/>
              <a:chOff x="499248" y="2918342"/>
              <a:chExt cx="1548144" cy="855219"/>
            </a:xfrm>
          </p:grpSpPr>
          <p:sp>
            <p:nvSpPr>
              <p:cNvPr id="18" name="Rectangle 17">
                <a:extLst>
                  <a:ext uri="{FF2B5EF4-FFF2-40B4-BE49-F238E27FC236}">
                    <a16:creationId xmlns:a16="http://schemas.microsoft.com/office/drawing/2014/main" id="{4E90FCB4-1717-51FC-0DCD-C40866A05982}"/>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EDA5EC64-9A8B-F276-7BE8-F728D606294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13%</a:t>
                </a:r>
              </a:p>
            </p:txBody>
          </p:sp>
        </p:grpSp>
        <p:grpSp>
          <p:nvGrpSpPr>
            <p:cNvPr id="12" name="Group 11">
              <a:extLst>
                <a:ext uri="{FF2B5EF4-FFF2-40B4-BE49-F238E27FC236}">
                  <a16:creationId xmlns:a16="http://schemas.microsoft.com/office/drawing/2014/main" id="{1811A175-C710-F076-64CF-4652E7BE08BF}"/>
                </a:ext>
              </a:extLst>
            </p:cNvPr>
            <p:cNvGrpSpPr/>
            <p:nvPr/>
          </p:nvGrpSpPr>
          <p:grpSpPr>
            <a:xfrm>
              <a:off x="3962269" y="2670008"/>
              <a:ext cx="1322509" cy="855219"/>
              <a:chOff x="499248" y="2918342"/>
              <a:chExt cx="1548144" cy="855219"/>
            </a:xfrm>
          </p:grpSpPr>
          <p:sp>
            <p:nvSpPr>
              <p:cNvPr id="16" name="Rectangle 15">
                <a:extLst>
                  <a:ext uri="{FF2B5EF4-FFF2-40B4-BE49-F238E27FC236}">
                    <a16:creationId xmlns:a16="http://schemas.microsoft.com/office/drawing/2014/main" id="{2B21A66F-4321-3B21-FAFD-93410D0C5E59}"/>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14AB62BD-3A86-0CF1-D117-222809C7264D}"/>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78%</a:t>
                </a:r>
              </a:p>
            </p:txBody>
          </p:sp>
        </p:grpSp>
        <p:grpSp>
          <p:nvGrpSpPr>
            <p:cNvPr id="13" name="Group 12">
              <a:extLst>
                <a:ext uri="{FF2B5EF4-FFF2-40B4-BE49-F238E27FC236}">
                  <a16:creationId xmlns:a16="http://schemas.microsoft.com/office/drawing/2014/main" id="{32E3F2A0-3E52-F157-2D24-A8BA9FB0C3E8}"/>
                </a:ext>
              </a:extLst>
            </p:cNvPr>
            <p:cNvGrpSpPr/>
            <p:nvPr/>
          </p:nvGrpSpPr>
          <p:grpSpPr>
            <a:xfrm>
              <a:off x="5407950" y="2670008"/>
              <a:ext cx="835094" cy="855219"/>
              <a:chOff x="499248" y="2918342"/>
              <a:chExt cx="1548144" cy="855219"/>
            </a:xfrm>
          </p:grpSpPr>
          <p:sp>
            <p:nvSpPr>
              <p:cNvPr id="14" name="Rectangle 13">
                <a:extLst>
                  <a:ext uri="{FF2B5EF4-FFF2-40B4-BE49-F238E27FC236}">
                    <a16:creationId xmlns:a16="http://schemas.microsoft.com/office/drawing/2014/main" id="{1FED9B40-B974-FB7E-CCFF-2B05CA3756A0}"/>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15" name="Rectangle 14">
                <a:extLst>
                  <a:ext uri="{FF2B5EF4-FFF2-40B4-BE49-F238E27FC236}">
                    <a16:creationId xmlns:a16="http://schemas.microsoft.com/office/drawing/2014/main" id="{79AADB7B-565F-2B69-3E81-F8FA5B9CF151}"/>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69</a:t>
                </a:r>
              </a:p>
            </p:txBody>
          </p:sp>
        </p:grpSp>
      </p:grpSp>
      <p:sp>
        <p:nvSpPr>
          <p:cNvPr id="44" name="TextBox 43">
            <a:extLst>
              <a:ext uri="{FF2B5EF4-FFF2-40B4-BE49-F238E27FC236}">
                <a16:creationId xmlns:a16="http://schemas.microsoft.com/office/drawing/2014/main" id="{D1E4C8A4-DC48-C210-1A8B-00D2294829FB}"/>
              </a:ext>
            </a:extLst>
          </p:cNvPr>
          <p:cNvSpPr txBox="1"/>
          <p:nvPr/>
        </p:nvSpPr>
        <p:spPr>
          <a:xfrm>
            <a:off x="10515600" y="658368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515</a:t>
            </a:r>
          </a:p>
        </p:txBody>
      </p:sp>
      <p:graphicFrame>
        <p:nvGraphicFramePr>
          <p:cNvPr id="45" name="Chart 44">
            <a:extLst>
              <a:ext uri="{FF2B5EF4-FFF2-40B4-BE49-F238E27FC236}">
                <a16:creationId xmlns:a16="http://schemas.microsoft.com/office/drawing/2014/main" id="{C7C5486A-7D67-AB7C-E624-AB2A029815B5}"/>
              </a:ext>
            </a:extLst>
          </p:cNvPr>
          <p:cNvGraphicFramePr/>
          <p:nvPr>
            <p:extLst>
              <p:ext uri="{D42A27DB-BD31-4B8C-83A1-F6EECF244321}">
                <p14:modId xmlns:p14="http://schemas.microsoft.com/office/powerpoint/2010/main" val="2550622759"/>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6" name="Chart 45">
            <a:extLst>
              <a:ext uri="{FF2B5EF4-FFF2-40B4-BE49-F238E27FC236}">
                <a16:creationId xmlns:a16="http://schemas.microsoft.com/office/drawing/2014/main" id="{403A7E00-AFC7-22E4-7541-D2F1E2B5F366}"/>
              </a:ext>
            </a:extLst>
          </p:cNvPr>
          <p:cNvGraphicFramePr/>
          <p:nvPr>
            <p:extLst>
              <p:ext uri="{D42A27DB-BD31-4B8C-83A1-F6EECF244321}">
                <p14:modId xmlns:p14="http://schemas.microsoft.com/office/powerpoint/2010/main" val="1435131243"/>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7"/>
          </a:graphicData>
        </a:graphic>
      </p:graphicFrame>
      <p:sp>
        <p:nvSpPr>
          <p:cNvPr id="47" name="TextBox 46">
            <a:extLst>
              <a:ext uri="{FF2B5EF4-FFF2-40B4-BE49-F238E27FC236}">
                <a16:creationId xmlns:a16="http://schemas.microsoft.com/office/drawing/2014/main" id="{36B2A093-CFE4-9AE0-E146-0E07D175557E}"/>
              </a:ext>
            </a:extLst>
          </p:cNvPr>
          <p:cNvSpPr txBox="1"/>
          <p:nvPr/>
        </p:nvSpPr>
        <p:spPr>
          <a:xfrm>
            <a:off x="1925053" y="731520"/>
            <a:ext cx="10071011" cy="307777"/>
          </a:xfrm>
          <a:prstGeom prst="rect">
            <a:avLst/>
          </a:prstGeom>
          <a:noFill/>
        </p:spPr>
        <p:txBody>
          <a:bodyPr wrap="square" rtlCol="0">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حقق مركز الاتصال التابع لوزارة الصحة ووقاية المجتمع نسبة رضا إجمالية بلغت </a:t>
            </a:r>
            <a:r>
              <a:rPr lang="ar-AE" sz="1400" b="1" dirty="0">
                <a:solidFill>
                  <a:srgbClr val="414141"/>
                </a:solidFill>
                <a:latin typeface="Arial" panose="020B0604020202020204" pitchFamily="34" charset="0"/>
                <a:cs typeface="Arial" panose="020B0604020202020204" pitchFamily="34" charset="0"/>
              </a:rPr>
              <a:t>92</a:t>
            </a: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 </a:t>
            </a: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خلال يناير 2026. كما سجل مؤشر صافي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نقاط </a:t>
            </a:r>
            <a:r>
              <a:rPr kumimoji="0" lang="ar-AE"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التوصية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قيمة بلغت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69</a:t>
            </a:r>
            <a:r>
              <a:rPr kumimoji="0" lang="ar-AE"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lang="ar-AE" sz="1400" dirty="0">
                <a:solidFill>
                  <a:srgbClr val="414141"/>
                </a:solidFill>
                <a:latin typeface="Arial" panose="020B0604020202020204" pitchFamily="34" charset="0"/>
                <a:cs typeface="Arial" panose="020B0604020202020204" pitchFamily="34" charset="0"/>
              </a:rPr>
              <a:t>نقطة</a:t>
            </a:r>
            <a:r>
              <a:rPr kumimoji="0" lang="ar-SA"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endParaRPr kumimoji="0" lang="en-US"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B15073FF-2459-6541-F1E7-5DE2D43577B0}"/>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49" name="Group 48">
            <a:extLst>
              <a:ext uri="{FF2B5EF4-FFF2-40B4-BE49-F238E27FC236}">
                <a16:creationId xmlns:a16="http://schemas.microsoft.com/office/drawing/2014/main" id="{2FD9BF6A-A9A3-7A39-844A-018653A3AE42}"/>
              </a:ext>
            </a:extLst>
          </p:cNvPr>
          <p:cNvGrpSpPr/>
          <p:nvPr/>
        </p:nvGrpSpPr>
        <p:grpSpPr>
          <a:xfrm>
            <a:off x="8183880" y="1334559"/>
            <a:ext cx="2722763" cy="432000"/>
            <a:chOff x="2207564" y="1378261"/>
            <a:chExt cx="2722763" cy="432000"/>
          </a:xfrm>
        </p:grpSpPr>
        <p:sp>
          <p:nvSpPr>
            <p:cNvPr id="50" name="Rectangle: Rounded Corners 49">
              <a:extLst>
                <a:ext uri="{FF2B5EF4-FFF2-40B4-BE49-F238E27FC236}">
                  <a16:creationId xmlns:a16="http://schemas.microsoft.com/office/drawing/2014/main" id="{FB6AF1B4-5C1D-4D68-6E3F-DEDD9D1C9097}"/>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78541909-94FD-8883-0C7D-446330707DD7}"/>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sp>
        <p:nvSpPr>
          <p:cNvPr id="52" name="Rectangle 51">
            <a:extLst>
              <a:ext uri="{FF2B5EF4-FFF2-40B4-BE49-F238E27FC236}">
                <a16:creationId xmlns:a16="http://schemas.microsoft.com/office/drawing/2014/main" id="{95F8665D-1AFC-33A4-93D3-7D2E9D8D7C07}"/>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FC217420-D43C-D14B-EEFD-A105E062C171}"/>
              </a:ext>
            </a:extLst>
          </p:cNvPr>
          <p:cNvGrpSpPr/>
          <p:nvPr/>
        </p:nvGrpSpPr>
        <p:grpSpPr>
          <a:xfrm>
            <a:off x="2423160" y="1325880"/>
            <a:ext cx="3383280" cy="432000"/>
            <a:chOff x="2555033" y="1325880"/>
            <a:chExt cx="3383280" cy="432000"/>
          </a:xfrm>
        </p:grpSpPr>
        <p:sp>
          <p:nvSpPr>
            <p:cNvPr id="54" name="Rectangle: Rounded Corners 53">
              <a:extLst>
                <a:ext uri="{FF2B5EF4-FFF2-40B4-BE49-F238E27FC236}">
                  <a16:creationId xmlns:a16="http://schemas.microsoft.com/office/drawing/2014/main" id="{E2B234F0-0F40-CC7C-35E6-8692293B9E3B}"/>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937E729A-FEEB-AE94-D2F0-55F7F2877C26}"/>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التفاعل مع الموظفين</a:t>
              </a:r>
            </a:p>
          </p:txBody>
        </p:sp>
      </p:grpSp>
      <p:sp>
        <p:nvSpPr>
          <p:cNvPr id="56" name="Rectangle 55">
            <a:extLst>
              <a:ext uri="{FF2B5EF4-FFF2-40B4-BE49-F238E27FC236}">
                <a16:creationId xmlns:a16="http://schemas.microsoft.com/office/drawing/2014/main" id="{567A53E5-5641-7745-3024-EE1960CA87A5}"/>
              </a:ext>
            </a:extLst>
          </p:cNvPr>
          <p:cNvSpPr/>
          <p:nvPr/>
        </p:nvSpPr>
        <p:spPr>
          <a:xfrm>
            <a:off x="777240" y="4079047"/>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A9E450C4-9C16-D484-E9DB-822934527F5D}"/>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18321FF9-0D64-EC43-5605-80E3C51925F9}"/>
              </a:ext>
            </a:extLst>
          </p:cNvPr>
          <p:cNvSpPr txBox="1"/>
          <p:nvPr/>
        </p:nvSpPr>
        <p:spPr>
          <a:xfrm>
            <a:off x="3063240" y="3666279"/>
            <a:ext cx="4172519" cy="276999"/>
          </a:xfrm>
          <a:prstGeom prst="rect">
            <a:avLst/>
          </a:prstGeom>
          <a:noFill/>
        </p:spPr>
        <p:txBody>
          <a:bodyPr wrap="square">
            <a:spAutoFit/>
          </a:bodyPr>
          <a:lstStyle/>
          <a:p>
            <a:pPr lvl="0">
              <a:defRPr/>
            </a:pPr>
            <a:r>
              <a:rPr lang="ar-AE" sz="1200" dirty="0">
                <a:solidFill>
                  <a:prstClr val="black"/>
                </a:solidFill>
              </a:rPr>
              <a:t>يرجى تقييم رضاك العام عن تفاعلك مع الموظفين باستخدام مقياس من 5 نقاط</a:t>
            </a:r>
            <a:r>
              <a:rPr lang="en-US" sz="1200" dirty="0">
                <a:solidFill>
                  <a:prstClr val="black"/>
                </a:solidFill>
              </a:rPr>
              <a:t>:</a:t>
            </a:r>
            <a:endParaRPr lang="en-GB" sz="1200" dirty="0">
              <a:solidFill>
                <a:prstClr val="black"/>
              </a:solidFill>
            </a:endParaRPr>
          </a:p>
        </p:txBody>
      </p:sp>
      <p:sp>
        <p:nvSpPr>
          <p:cNvPr id="59" name="TextBox 58">
            <a:extLst>
              <a:ext uri="{FF2B5EF4-FFF2-40B4-BE49-F238E27FC236}">
                <a16:creationId xmlns:a16="http://schemas.microsoft.com/office/drawing/2014/main" id="{8CD73CA6-978E-94E2-A9A9-673D1ECB1B36}"/>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60" name="TextBox 59">
            <a:extLst>
              <a:ext uri="{FF2B5EF4-FFF2-40B4-BE49-F238E27FC236}">
                <a16:creationId xmlns:a16="http://schemas.microsoft.com/office/drawing/2014/main" id="{B3D4878B-4494-FF55-EFB1-4CA28081A037}"/>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61" name="Chart 60">
            <a:extLst>
              <a:ext uri="{FF2B5EF4-FFF2-40B4-BE49-F238E27FC236}">
                <a16:creationId xmlns:a16="http://schemas.microsoft.com/office/drawing/2014/main" id="{FECC73E7-18FE-74E1-E868-09DDFCBB08D5}"/>
              </a:ext>
            </a:extLst>
          </p:cNvPr>
          <p:cNvGraphicFramePr/>
          <p:nvPr>
            <p:extLst>
              <p:ext uri="{D42A27DB-BD31-4B8C-83A1-F6EECF244321}">
                <p14:modId xmlns:p14="http://schemas.microsoft.com/office/powerpoint/2010/main" val="4111321573"/>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935615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194F-1AE8-BB3D-21F3-5E3905C0D35A}"/>
            </a:ext>
          </a:extLst>
        </p:cNvPr>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F1DF92B0-F967-4D92-DB4B-1471B48128E3}"/>
              </a:ext>
            </a:extLst>
          </p:cNvPr>
          <p:cNvGraphicFramePr>
            <a:graphicFrameLocks noGrp="1"/>
          </p:cNvGraphicFramePr>
          <p:nvPr>
            <p:extLst>
              <p:ext uri="{D42A27DB-BD31-4B8C-83A1-F6EECF244321}">
                <p14:modId xmlns:p14="http://schemas.microsoft.com/office/powerpoint/2010/main" val="1729164317"/>
              </p:ext>
            </p:extLst>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pic>
        <p:nvPicPr>
          <p:cNvPr id="14" name="Picture 13" descr="A gold eagle with a green circle and a red circle with white text&#10;&#10;AI-generated content may be incorrect.">
            <a:extLst>
              <a:ext uri="{FF2B5EF4-FFF2-40B4-BE49-F238E27FC236}">
                <a16:creationId xmlns:a16="http://schemas.microsoft.com/office/drawing/2014/main" id="{0E0DF06B-CAF1-B411-39B9-DAA543F1BD5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E985BFFA-CF29-FE92-4874-99EEFCE078F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a:extLst>
              <a:ext uri="{FF2B5EF4-FFF2-40B4-BE49-F238E27FC236}">
                <a16:creationId xmlns:a16="http://schemas.microsoft.com/office/drawing/2014/main" id="{F86ABA0D-EAA6-8CBB-A715-04CE078D8867}"/>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515</a:t>
            </a:r>
          </a:p>
        </p:txBody>
      </p:sp>
      <p:sp>
        <p:nvSpPr>
          <p:cNvPr id="6" name="TextBox 5">
            <a:extLst>
              <a:ext uri="{FF2B5EF4-FFF2-40B4-BE49-F238E27FC236}">
                <a16:creationId xmlns:a16="http://schemas.microsoft.com/office/drawing/2014/main" id="{41187F67-06A8-D9B7-A988-DB050D7E6C3A}"/>
              </a:ext>
            </a:extLst>
          </p:cNvPr>
          <p:cNvSpPr txBox="1"/>
          <p:nvPr/>
        </p:nvSpPr>
        <p:spPr>
          <a:xfrm>
            <a:off x="7696199" y="244463"/>
            <a:ext cx="4299865" cy="523220"/>
          </a:xfrm>
          <a:prstGeom prst="rect">
            <a:avLst/>
          </a:prstGeom>
          <a:noFill/>
        </p:spPr>
        <p:txBody>
          <a:bodyPr wrap="square" rtlCol="0">
            <a:spAutoFit/>
          </a:bodyPr>
          <a:lstStyle/>
          <a:p>
            <a:pPr lvl="0">
              <a:defRPr/>
            </a:pPr>
            <a:r>
              <a:rPr lang="ar-EG" sz="2800">
                <a:solidFill>
                  <a:srgbClr val="B68A35"/>
                </a:solidFill>
              </a:rPr>
              <a:t>معايير التقييم | </a:t>
            </a:r>
            <a:r>
              <a:rPr lang="ar-EG" sz="2800">
                <a:solidFill>
                  <a:srgbClr val="414141"/>
                </a:solidFill>
              </a:rPr>
              <a:t>التفاعل مع الموظفين</a:t>
            </a:r>
          </a:p>
        </p:txBody>
      </p:sp>
      <p:sp>
        <p:nvSpPr>
          <p:cNvPr id="7" name="TextBox 6">
            <a:extLst>
              <a:ext uri="{FF2B5EF4-FFF2-40B4-BE49-F238E27FC236}">
                <a16:creationId xmlns:a16="http://schemas.microsoft.com/office/drawing/2014/main" id="{775AAC5D-5A6C-BF54-0E39-B7EFF39D9F3F}"/>
              </a:ext>
            </a:extLst>
          </p:cNvPr>
          <p:cNvSpPr txBox="1"/>
          <p:nvPr/>
        </p:nvSpPr>
        <p:spPr>
          <a:xfrm>
            <a:off x="1869743" y="797178"/>
            <a:ext cx="10126323" cy="523220"/>
          </a:xfrm>
          <a:prstGeom prst="rect">
            <a:avLst/>
          </a:prstGeom>
          <a:noFill/>
        </p:spPr>
        <p:txBody>
          <a:bodyPr wrap="square" lIns="91440" tIns="45720" rIns="91440" bIns="45720" rtlCol="0" anchor="t">
            <a:spAutoFit/>
          </a:bodyPr>
          <a:lstStyle/>
          <a:p>
            <a:pPr>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يتعلق بمركز الاتصال، تمثلت أبرز فرص التحسين في </a:t>
            </a:r>
            <a:r>
              <a:rPr lang="ar-AE" sz="1400" dirty="0">
                <a:solidFill>
                  <a:srgbClr val="414141"/>
                </a:solidFill>
                <a:latin typeface="Arial"/>
              </a:rPr>
              <a:t>معيار</a:t>
            </a:r>
            <a:r>
              <a:rPr kumimoji="0" lang="ar-AE" sz="1400" i="0" u="none" strike="noStrike" kern="1200" cap="none" spc="0" normalizeH="0" baseline="0" noProof="0" dirty="0">
                <a:ln>
                  <a:noFill/>
                </a:ln>
                <a:solidFill>
                  <a:srgbClr val="414141"/>
                </a:solidFill>
                <a:effectLst/>
                <a:uLnTx/>
                <a:uFillTx/>
                <a:latin typeface="Arial"/>
                <a:ea typeface="+mn-ea"/>
                <a:cs typeface="+mn-cs"/>
              </a:rPr>
              <a:t> </a:t>
            </a:r>
            <a:r>
              <a:rPr lang="ar-EG" sz="1400" b="1" dirty="0">
                <a:solidFill>
                  <a:srgbClr val="414141"/>
                </a:solidFill>
              </a:rPr>
              <a:t>التفاعل مع الموظفين </a:t>
            </a:r>
            <a:r>
              <a:rPr kumimoji="0" lang="ar-AE" sz="1400" i="0" u="none" strike="noStrike" kern="1200" cap="none" spc="0" normalizeH="0" baseline="0" noProof="0" dirty="0">
                <a:ln>
                  <a:noFill/>
                </a:ln>
                <a:solidFill>
                  <a:srgbClr val="414141"/>
                </a:solidFill>
                <a:effectLst/>
                <a:uLnTx/>
                <a:uFillTx/>
                <a:latin typeface="Arial"/>
                <a:ea typeface="+mn-ea"/>
                <a:cs typeface="+mn-cs"/>
              </a:rPr>
              <a:t>في ضمان فعالية الإجراءات، حيث</a:t>
            </a:r>
            <a:r>
              <a:rPr kumimoji="0" lang="ar-AE" sz="1400" b="1" i="0" u="none" strike="noStrike" kern="1200" cap="none" spc="0" normalizeH="0" baseline="0" noProof="0" dirty="0">
                <a:ln>
                  <a:noFill/>
                </a:ln>
                <a:solidFill>
                  <a:srgbClr val="414141"/>
                </a:solidFill>
                <a:effectLst/>
                <a:uLnTx/>
                <a:uFillTx/>
                <a:latin typeface="Arial"/>
                <a:ea typeface="+mn-ea"/>
                <a:cs typeface="+mn-cs"/>
              </a:rPr>
              <a:t> يجب أن يتم تقديم المعلومات الكافية </a:t>
            </a:r>
            <a:r>
              <a:rPr kumimoji="0" lang="ar-AE" sz="1400" i="0" u="none" strike="noStrike" kern="1200" cap="none" spc="0" normalizeH="0" baseline="0" noProof="0" dirty="0">
                <a:ln>
                  <a:noFill/>
                </a:ln>
                <a:solidFill>
                  <a:srgbClr val="414141"/>
                </a:solidFill>
                <a:effectLst/>
                <a:uLnTx/>
                <a:uFillTx/>
                <a:latin typeface="Arial"/>
                <a:ea typeface="+mn-ea"/>
                <a:cs typeface="+mn-cs"/>
              </a:rPr>
              <a:t>بحيث </a:t>
            </a:r>
            <a:r>
              <a:rPr kumimoji="0" lang="ar-AE" sz="1400" b="1" i="0" u="none" strike="noStrike" kern="1200" cap="none" spc="0" normalizeH="0" baseline="0" noProof="0" dirty="0">
                <a:ln>
                  <a:noFill/>
                </a:ln>
                <a:solidFill>
                  <a:srgbClr val="414141"/>
                </a:solidFill>
                <a:effectLst/>
                <a:uLnTx/>
                <a:uFillTx/>
                <a:latin typeface="Arial"/>
                <a:ea typeface="+mn-ea"/>
                <a:cs typeface="+mn-cs"/>
              </a:rPr>
              <a:t>لا يُطلب من المتعامل تكرار تقديم نفس المعلومة أكثر من مرة</a:t>
            </a:r>
            <a:r>
              <a:rPr kumimoji="0" lang="ar-AE" sz="1400"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pic>
        <p:nvPicPr>
          <p:cNvPr id="8" name="Picture 2" descr="Phone Call ">
            <a:extLst>
              <a:ext uri="{FF2B5EF4-FFF2-40B4-BE49-F238E27FC236}">
                <a16:creationId xmlns:a16="http://schemas.microsoft.com/office/drawing/2014/main" id="{2D22FF90-67F8-6842-13CB-F2EBACDEE6E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470371" y="6128768"/>
            <a:ext cx="735133" cy="73513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C9833392-5DEF-E43B-3BBF-BB5E2C28EFC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9" name="TextBox 8">
            <a:extLst>
              <a:ext uri="{FF2B5EF4-FFF2-40B4-BE49-F238E27FC236}">
                <a16:creationId xmlns:a16="http://schemas.microsoft.com/office/drawing/2014/main" id="{6EA9D259-EB04-EEB1-5D9A-3A11E286B3EF}"/>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3" name="Rectangle: Rounded Corners 2">
            <a:extLst>
              <a:ext uri="{FF2B5EF4-FFF2-40B4-BE49-F238E27FC236}">
                <a16:creationId xmlns:a16="http://schemas.microsoft.com/office/drawing/2014/main" id="{8DEDE4B1-1B60-7354-7542-73FF4F4214F6}"/>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10" name="Chart 9">
            <a:extLst>
              <a:ext uri="{FF2B5EF4-FFF2-40B4-BE49-F238E27FC236}">
                <a16:creationId xmlns:a16="http://schemas.microsoft.com/office/drawing/2014/main" id="{517476AC-81F8-DADB-5CD7-CB867153461A}"/>
              </a:ext>
            </a:extLst>
          </p:cNvPr>
          <p:cNvGraphicFramePr/>
          <p:nvPr>
            <p:extLst>
              <p:ext uri="{D42A27DB-BD31-4B8C-83A1-F6EECF244321}">
                <p14:modId xmlns:p14="http://schemas.microsoft.com/office/powerpoint/2010/main" val="1213202046"/>
              </p:ext>
            </p:extLst>
          </p:nvPr>
        </p:nvGraphicFramePr>
        <p:xfrm>
          <a:off x="833957" y="1897397"/>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11" name="Group 10">
            <a:extLst>
              <a:ext uri="{FF2B5EF4-FFF2-40B4-BE49-F238E27FC236}">
                <a16:creationId xmlns:a16="http://schemas.microsoft.com/office/drawing/2014/main" id="{1ED9B5DC-0234-75E4-09D1-483DDE499D39}"/>
              </a:ext>
            </a:extLst>
          </p:cNvPr>
          <p:cNvGrpSpPr/>
          <p:nvPr/>
        </p:nvGrpSpPr>
        <p:grpSpPr>
          <a:xfrm>
            <a:off x="5842656" y="2362089"/>
            <a:ext cx="3761012" cy="367951"/>
            <a:chOff x="5842656" y="2522956"/>
            <a:chExt cx="3761012" cy="367951"/>
          </a:xfrm>
        </p:grpSpPr>
        <p:sp>
          <p:nvSpPr>
            <p:cNvPr id="12" name="Rectangle 1">
              <a:extLst>
                <a:ext uri="{FF2B5EF4-FFF2-40B4-BE49-F238E27FC236}">
                  <a16:creationId xmlns:a16="http://schemas.microsoft.com/office/drawing/2014/main" id="{D859B9E6-AA2D-A251-396F-E51B8C415786}"/>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الترحيب بي وتقديم المساعدة اللازمة</a:t>
              </a:r>
            </a:p>
          </p:txBody>
        </p:sp>
        <p:sp>
          <p:nvSpPr>
            <p:cNvPr id="13" name="Rectangle: Rounded Corners 12">
              <a:extLst>
                <a:ext uri="{FF2B5EF4-FFF2-40B4-BE49-F238E27FC236}">
                  <a16:creationId xmlns:a16="http://schemas.microsoft.com/office/drawing/2014/main" id="{EC292D1D-3EF6-CDC0-3087-5B0ACF728E61}"/>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grpSp>
        <p:nvGrpSpPr>
          <p:cNvPr id="15" name="Group 14">
            <a:extLst>
              <a:ext uri="{FF2B5EF4-FFF2-40B4-BE49-F238E27FC236}">
                <a16:creationId xmlns:a16="http://schemas.microsoft.com/office/drawing/2014/main" id="{6DE4B130-4924-4235-C3E7-ECCE0F10BF7C}"/>
              </a:ext>
            </a:extLst>
          </p:cNvPr>
          <p:cNvGrpSpPr/>
          <p:nvPr/>
        </p:nvGrpSpPr>
        <p:grpSpPr>
          <a:xfrm>
            <a:off x="5842656" y="3140453"/>
            <a:ext cx="3761013" cy="367951"/>
            <a:chOff x="5842656" y="3301320"/>
            <a:chExt cx="3761013" cy="367951"/>
          </a:xfrm>
        </p:grpSpPr>
        <p:sp>
          <p:nvSpPr>
            <p:cNvPr id="18" name="Rectangle 1">
              <a:extLst>
                <a:ext uri="{FF2B5EF4-FFF2-40B4-BE49-F238E27FC236}">
                  <a16:creationId xmlns:a16="http://schemas.microsoft.com/office/drawing/2014/main" id="{5FDEADAA-9C63-E099-EC37-DA3D910F2022}"/>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تقديم المعلومات الكافية</a:t>
              </a:r>
            </a:p>
          </p:txBody>
        </p:sp>
        <p:sp>
          <p:nvSpPr>
            <p:cNvPr id="19" name="Rectangle: Rounded Corners 18">
              <a:extLst>
                <a:ext uri="{FF2B5EF4-FFF2-40B4-BE49-F238E27FC236}">
                  <a16:creationId xmlns:a16="http://schemas.microsoft.com/office/drawing/2014/main" id="{7DA96B07-BCE7-FE9F-1818-FC9D1ACD7945}"/>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89%</a:t>
              </a:r>
            </a:p>
          </p:txBody>
        </p:sp>
      </p:grpSp>
      <p:grpSp>
        <p:nvGrpSpPr>
          <p:cNvPr id="20" name="Group 19">
            <a:extLst>
              <a:ext uri="{FF2B5EF4-FFF2-40B4-BE49-F238E27FC236}">
                <a16:creationId xmlns:a16="http://schemas.microsoft.com/office/drawing/2014/main" id="{CA66330A-4FEA-2F56-CBF6-CC2756C967B5}"/>
              </a:ext>
            </a:extLst>
          </p:cNvPr>
          <p:cNvGrpSpPr/>
          <p:nvPr/>
        </p:nvGrpSpPr>
        <p:grpSpPr>
          <a:xfrm>
            <a:off x="5842656" y="3887349"/>
            <a:ext cx="3761013" cy="430887"/>
            <a:chOff x="5842656" y="4048216"/>
            <a:chExt cx="3761013" cy="430887"/>
          </a:xfrm>
        </p:grpSpPr>
        <p:sp>
          <p:nvSpPr>
            <p:cNvPr id="21" name="Rectangle 1">
              <a:extLst>
                <a:ext uri="{FF2B5EF4-FFF2-40B4-BE49-F238E27FC236}">
                  <a16:creationId xmlns:a16="http://schemas.microsoft.com/office/drawing/2014/main" id="{1550EFF7-9FCF-BE58-E9AB-6300027A914E}"/>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كانت الإجراءات فعّالة ولم يُطلب مني تقديم نفس المعلومة أكثر من مرة</a:t>
              </a:r>
            </a:p>
          </p:txBody>
        </p:sp>
        <p:sp>
          <p:nvSpPr>
            <p:cNvPr id="22" name="Rectangle: Rounded Corners 21">
              <a:extLst>
                <a:ext uri="{FF2B5EF4-FFF2-40B4-BE49-F238E27FC236}">
                  <a16:creationId xmlns:a16="http://schemas.microsoft.com/office/drawing/2014/main" id="{6E1CCDF6-CDB9-A48E-DCD7-7BD2148F0AFC}"/>
                </a:ext>
              </a:extLst>
            </p:cNvPr>
            <p:cNvSpPr/>
            <p:nvPr/>
          </p:nvSpPr>
          <p:spPr>
            <a:xfrm>
              <a:off x="5842656" y="4079684"/>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83%</a:t>
              </a:r>
            </a:p>
          </p:txBody>
        </p:sp>
      </p:grpSp>
      <p:grpSp>
        <p:nvGrpSpPr>
          <p:cNvPr id="23" name="Group 22">
            <a:extLst>
              <a:ext uri="{FF2B5EF4-FFF2-40B4-BE49-F238E27FC236}">
                <a16:creationId xmlns:a16="http://schemas.microsoft.com/office/drawing/2014/main" id="{7DC428AF-C0BA-6472-7D9C-78C38C060333}"/>
              </a:ext>
            </a:extLst>
          </p:cNvPr>
          <p:cNvGrpSpPr/>
          <p:nvPr/>
        </p:nvGrpSpPr>
        <p:grpSpPr>
          <a:xfrm>
            <a:off x="5842656" y="4665713"/>
            <a:ext cx="3761013" cy="430887"/>
            <a:chOff x="5842656" y="4826580"/>
            <a:chExt cx="3761013" cy="430887"/>
          </a:xfrm>
        </p:grpSpPr>
        <p:sp>
          <p:nvSpPr>
            <p:cNvPr id="24" name="Rectangle 1">
              <a:extLst>
                <a:ext uri="{FF2B5EF4-FFF2-40B4-BE49-F238E27FC236}">
                  <a16:creationId xmlns:a16="http://schemas.microsoft.com/office/drawing/2014/main" id="{A1BBCAAC-5897-A0F9-CBF7-2524DBFF2074}"/>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تمت معاملتي بكل احترام وتقدير، مما عكس أسلوب تعامل يتسم باللباقة والرقي</a:t>
              </a:r>
            </a:p>
          </p:txBody>
        </p:sp>
        <p:sp>
          <p:nvSpPr>
            <p:cNvPr id="25" name="Rectangle: Rounded Corners 24">
              <a:extLst>
                <a:ext uri="{FF2B5EF4-FFF2-40B4-BE49-F238E27FC236}">
                  <a16:creationId xmlns:a16="http://schemas.microsoft.com/office/drawing/2014/main" id="{996CFD23-977E-8E69-D1D2-C42CD8BD2C5C}"/>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98%</a:t>
              </a:r>
            </a:p>
          </p:txBody>
        </p:sp>
      </p:grpSp>
      <p:grpSp>
        <p:nvGrpSpPr>
          <p:cNvPr id="26" name="Group 25">
            <a:extLst>
              <a:ext uri="{FF2B5EF4-FFF2-40B4-BE49-F238E27FC236}">
                <a16:creationId xmlns:a16="http://schemas.microsoft.com/office/drawing/2014/main" id="{32E9ED46-EA11-F9A1-9010-D5D2DA93406B}"/>
              </a:ext>
            </a:extLst>
          </p:cNvPr>
          <p:cNvGrpSpPr/>
          <p:nvPr/>
        </p:nvGrpSpPr>
        <p:grpSpPr>
          <a:xfrm>
            <a:off x="5842656" y="5444078"/>
            <a:ext cx="3761012" cy="430887"/>
            <a:chOff x="5842656" y="5604945"/>
            <a:chExt cx="3761012" cy="430887"/>
          </a:xfrm>
        </p:grpSpPr>
        <p:sp>
          <p:nvSpPr>
            <p:cNvPr id="27" name="Rectangle 1">
              <a:extLst>
                <a:ext uri="{FF2B5EF4-FFF2-40B4-BE49-F238E27FC236}">
                  <a16:creationId xmlns:a16="http://schemas.microsoft.com/office/drawing/2014/main" id="{6A0391AC-9BE0-10E0-8D5A-D2A1C0CEFD24}"/>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أظهر الموظف استماعا فعّالًا واهتمامًا، وأبدى فهمًا واضحًا لطلبي والتحديات التي واجهتها</a:t>
              </a:r>
            </a:p>
          </p:txBody>
        </p:sp>
        <p:sp>
          <p:nvSpPr>
            <p:cNvPr id="30" name="Rectangle: Rounded Corners 29">
              <a:extLst>
                <a:ext uri="{FF2B5EF4-FFF2-40B4-BE49-F238E27FC236}">
                  <a16:creationId xmlns:a16="http://schemas.microsoft.com/office/drawing/2014/main" id="{E6DA6316-AA41-A959-A53F-08A313781C1B}"/>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sp>
        <p:nvSpPr>
          <p:cNvPr id="31" name="TextBox 30">
            <a:extLst>
              <a:ext uri="{FF2B5EF4-FFF2-40B4-BE49-F238E27FC236}">
                <a16:creationId xmlns:a16="http://schemas.microsoft.com/office/drawing/2014/main" id="{B40851E1-E9EA-2529-E431-FBAA92470120}"/>
              </a:ext>
            </a:extLst>
          </p:cNvPr>
          <p:cNvSpPr txBox="1"/>
          <p:nvPr/>
        </p:nvSpPr>
        <p:spPr>
          <a:xfrm>
            <a:off x="9177867" y="1571742"/>
            <a:ext cx="2076329" cy="400110"/>
          </a:xfrm>
          <a:prstGeom prst="rect">
            <a:avLst/>
          </a:prstGeom>
          <a:noFill/>
        </p:spPr>
        <p:txBody>
          <a:bodyPr wrap="square">
            <a:spAutoFit/>
          </a:bodyPr>
          <a:lstStyle/>
          <a:p>
            <a:r>
              <a:rPr lang="ar-EG" sz="2000" b="1" dirty="0"/>
              <a:t>التفاعل مع الموظفين</a:t>
            </a:r>
          </a:p>
        </p:txBody>
      </p:sp>
      <p:grpSp>
        <p:nvGrpSpPr>
          <p:cNvPr id="33" name="Group 32">
            <a:extLst>
              <a:ext uri="{FF2B5EF4-FFF2-40B4-BE49-F238E27FC236}">
                <a16:creationId xmlns:a16="http://schemas.microsoft.com/office/drawing/2014/main" id="{A23EAB46-61F1-F2E6-668C-B4B3CAFA3E34}"/>
              </a:ext>
            </a:extLst>
          </p:cNvPr>
          <p:cNvGrpSpPr/>
          <p:nvPr/>
        </p:nvGrpSpPr>
        <p:grpSpPr>
          <a:xfrm>
            <a:off x="9227248" y="3269414"/>
            <a:ext cx="2516354" cy="1690576"/>
            <a:chOff x="9311918" y="3278271"/>
            <a:chExt cx="2516354" cy="1690576"/>
          </a:xfrm>
        </p:grpSpPr>
        <p:graphicFrame>
          <p:nvGraphicFramePr>
            <p:cNvPr id="34" name="Chart 33">
              <a:extLst>
                <a:ext uri="{FF2B5EF4-FFF2-40B4-BE49-F238E27FC236}">
                  <a16:creationId xmlns:a16="http://schemas.microsoft.com/office/drawing/2014/main" id="{22AE59BF-0554-9DF9-0E5B-BAED5264B75D}"/>
                </a:ext>
              </a:extLst>
            </p:cNvPr>
            <p:cNvGraphicFramePr/>
            <p:nvPr>
              <p:extLst>
                <p:ext uri="{D42A27DB-BD31-4B8C-83A1-F6EECF244321}">
                  <p14:modId xmlns:p14="http://schemas.microsoft.com/office/powerpoint/2010/main" val="1849804141"/>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1A8E4D29-240C-1AE3-28B2-C6A2B08CA25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Tree>
    <p:extLst>
      <p:ext uri="{BB962C8B-B14F-4D97-AF65-F5344CB8AC3E}">
        <p14:creationId xmlns:p14="http://schemas.microsoft.com/office/powerpoint/2010/main" val="2963866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0C96-D38B-4AC6-8B44-2A381B80E84D}"/>
            </a:ext>
          </a:extLst>
        </p:cNvPr>
        <p:cNvGrpSpPr/>
        <p:nvPr/>
      </p:nvGrpSpPr>
      <p:grpSpPr>
        <a:xfrm>
          <a:off x="0" y="0"/>
          <a:ext cx="0" cy="0"/>
          <a:chOff x="0" y="0"/>
          <a:chExt cx="0" cy="0"/>
        </a:xfrm>
      </p:grpSpPr>
      <p:pic>
        <p:nvPicPr>
          <p:cNvPr id="14" name="Picture 13" descr="A gold eagle with a green circle and a red circle with white text&#10;&#10;AI-generated content may be incorrect.">
            <a:extLst>
              <a:ext uri="{FF2B5EF4-FFF2-40B4-BE49-F238E27FC236}">
                <a16:creationId xmlns:a16="http://schemas.microsoft.com/office/drawing/2014/main" id="{C3360805-1163-7D9C-2D0B-F96B7EEF66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60AAD48-B98B-0106-5DC7-8FFED713CAB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a:extLst>
              <a:ext uri="{FF2B5EF4-FFF2-40B4-BE49-F238E27FC236}">
                <a16:creationId xmlns:a16="http://schemas.microsoft.com/office/drawing/2014/main" id="{47F2C1B4-A8F1-689A-7ED6-D3557CED2BBA}"/>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515</a:t>
            </a:r>
          </a:p>
        </p:txBody>
      </p:sp>
      <p:pic>
        <p:nvPicPr>
          <p:cNvPr id="8" name="Picture 2" descr="Phone Call ">
            <a:extLst>
              <a:ext uri="{FF2B5EF4-FFF2-40B4-BE49-F238E27FC236}">
                <a16:creationId xmlns:a16="http://schemas.microsoft.com/office/drawing/2014/main" id="{C97E2341-9897-DC1F-AE5F-D608828FBC2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470371" y="6128768"/>
            <a:ext cx="735133" cy="7351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F8A296-D4A2-6F37-8B26-C5CF227ED32F}"/>
              </a:ext>
            </a:extLst>
          </p:cNvPr>
          <p:cNvSpPr txBox="1"/>
          <p:nvPr/>
        </p:nvSpPr>
        <p:spPr>
          <a:xfrm>
            <a:off x="7451678" y="244463"/>
            <a:ext cx="4544386"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أداء الموظفي</a:t>
            </a:r>
            <a:r>
              <a:rPr kumimoji="0" lang="ar-AE" sz="2800" b="0" i="0" u="none" strike="noStrike" kern="1200" cap="none" spc="0" normalizeH="0" baseline="0" noProof="0" dirty="0">
                <a:ln>
                  <a:noFill/>
                </a:ln>
                <a:solidFill>
                  <a:srgbClr val="414141"/>
                </a:solidFill>
                <a:effectLst/>
                <a:uLnTx/>
                <a:uFillTx/>
                <a:latin typeface="Arial"/>
                <a:ea typeface="+mn-ea"/>
                <a:cs typeface="+mn-cs"/>
              </a:rPr>
              <a:t>ن</a:t>
            </a:r>
            <a:endParaRPr kumimoji="0" lang="ar-EG" sz="2800" b="0" i="0" u="none" strike="noStrike" kern="1200" cap="none" spc="0" normalizeH="0" baseline="0" noProof="0" dirty="0">
              <a:ln>
                <a:noFill/>
              </a:ln>
              <a:solidFill>
                <a:srgbClr val="414141"/>
              </a:solidFill>
              <a:effectLst/>
              <a:uLnTx/>
              <a:uFillTx/>
              <a:latin typeface="Arial"/>
              <a:ea typeface="+mn-ea"/>
              <a:cs typeface="+mn-cs"/>
            </a:endParaRPr>
          </a:p>
        </p:txBody>
      </p:sp>
      <p:sp>
        <p:nvSpPr>
          <p:cNvPr id="3" name="TextBox 2">
            <a:extLst>
              <a:ext uri="{FF2B5EF4-FFF2-40B4-BE49-F238E27FC236}">
                <a16:creationId xmlns:a16="http://schemas.microsoft.com/office/drawing/2014/main" id="{B5E1032C-3F57-AB28-07EC-10F728776BA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أبدى الموظفون مرونة في التعامل مع المتعاملين، إلا أن أبرز فرص التحسين تمثلت في </a:t>
            </a:r>
            <a:r>
              <a:rPr kumimoji="0" lang="ar-AE" sz="1400" b="1" i="0" u="none" strike="noStrike" kern="1200" cap="none" spc="0" normalizeH="0" baseline="0" noProof="0" dirty="0">
                <a:ln>
                  <a:noFill/>
                </a:ln>
                <a:solidFill>
                  <a:srgbClr val="414141"/>
                </a:solidFill>
                <a:effectLst/>
                <a:uLnTx/>
                <a:uFillTx/>
                <a:latin typeface="Arial"/>
                <a:ea typeface="+mn-ea"/>
                <a:cs typeface="+mn-cs"/>
              </a:rPr>
              <a:t>رفع كفاءة التعامل </a:t>
            </a:r>
            <a:r>
              <a:rPr kumimoji="0" lang="ar-AE" sz="1400" b="0" i="0" u="none" strike="noStrike" kern="1200" cap="none" spc="0" normalizeH="0" baseline="0" noProof="0" dirty="0">
                <a:ln>
                  <a:noFill/>
                </a:ln>
                <a:solidFill>
                  <a:srgbClr val="414141"/>
                </a:solidFill>
                <a:effectLst/>
                <a:uLnTx/>
                <a:uFillTx/>
                <a:latin typeface="Arial"/>
                <a:ea typeface="+mn-ea"/>
                <a:cs typeface="+mn-cs"/>
              </a:rPr>
              <a:t>مع الطلبات بمستوى عالٍ من الاحترافية</a:t>
            </a:r>
            <a:r>
              <a:rPr kumimoji="0" lang="en-US" sz="1400" b="0" i="0" u="none" strike="noStrike" kern="1200" cap="none" spc="0" normalizeH="0" baseline="0" noProof="0" dirty="0">
                <a:ln>
                  <a:noFill/>
                </a:ln>
                <a:solidFill>
                  <a:srgbClr val="414141"/>
                </a:solidFill>
                <a:effectLst/>
                <a:uLnTx/>
                <a:uFillTx/>
                <a:latin typeface="Arial"/>
                <a:ea typeface="+mn-ea"/>
                <a:cs typeface="+mn-cs"/>
              </a:rPr>
              <a:t> </a:t>
            </a:r>
            <a:r>
              <a:rPr lang="ar-AE" sz="1400" dirty="0">
                <a:solidFill>
                  <a:srgbClr val="414141"/>
                </a:solidFill>
                <a:latin typeface="Arial"/>
              </a:rPr>
              <a:t>حيث يجب على </a:t>
            </a:r>
            <a:r>
              <a:rPr lang="ar-AE" sz="1400" b="1" dirty="0">
                <a:solidFill>
                  <a:prstClr val="black"/>
                </a:solidFill>
              </a:rPr>
              <a:t>الموظف بذل جهد إضافي للمساعدة.</a:t>
            </a:r>
            <a:endParaRPr kumimoji="0" lang="ar-AE" sz="1400" b="0"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9E18751A-0C90-F879-D8EF-99E2A293D329}"/>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9" name="TextBox 8">
            <a:extLst>
              <a:ext uri="{FF2B5EF4-FFF2-40B4-BE49-F238E27FC236}">
                <a16:creationId xmlns:a16="http://schemas.microsoft.com/office/drawing/2014/main" id="{C437DB29-3044-48A8-1FC0-6BC5980120E4}"/>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7" name="Rectangle: Rounded Corners 6">
            <a:extLst>
              <a:ext uri="{FF2B5EF4-FFF2-40B4-BE49-F238E27FC236}">
                <a16:creationId xmlns:a16="http://schemas.microsoft.com/office/drawing/2014/main" id="{71C46018-87E6-AD51-2980-28405F4EDD5A}"/>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A51CB2E7-BA48-D974-C73B-1CA5553D606C}"/>
              </a:ext>
            </a:extLst>
          </p:cNvPr>
          <p:cNvSpPr txBox="1"/>
          <p:nvPr/>
        </p:nvSpPr>
        <p:spPr>
          <a:xfrm>
            <a:off x="9321345" y="1571742"/>
            <a:ext cx="1932851" cy="400110"/>
          </a:xfrm>
          <a:prstGeom prst="rect">
            <a:avLst/>
          </a:prstGeom>
          <a:noFill/>
        </p:spPr>
        <p:txBody>
          <a:bodyPr wrap="square">
            <a:spAutoFit/>
          </a:bodyPr>
          <a:lstStyle/>
          <a:p>
            <a:r>
              <a:rPr lang="ar-EG" sz="2000" b="1" dirty="0"/>
              <a:t>أداء الموظفين</a:t>
            </a:r>
          </a:p>
        </p:txBody>
      </p:sp>
      <p:graphicFrame>
        <p:nvGraphicFramePr>
          <p:cNvPr id="11" name="Table 10">
            <a:extLst>
              <a:ext uri="{FF2B5EF4-FFF2-40B4-BE49-F238E27FC236}">
                <a16:creationId xmlns:a16="http://schemas.microsoft.com/office/drawing/2014/main" id="{374003E4-B882-CA10-5FD8-298D43649C6A}"/>
              </a:ext>
            </a:extLst>
          </p:cNvPr>
          <p:cNvGraphicFramePr>
            <a:graphicFrameLocks noGrp="1"/>
          </p:cNvGraphicFramePr>
          <p:nvPr/>
        </p:nvGraphicFramePr>
        <p:xfrm>
          <a:off x="749299" y="1869877"/>
          <a:ext cx="8877117" cy="3749039"/>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714103">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647087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185199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pSp>
        <p:nvGrpSpPr>
          <p:cNvPr id="13" name="Group 12">
            <a:extLst>
              <a:ext uri="{FF2B5EF4-FFF2-40B4-BE49-F238E27FC236}">
                <a16:creationId xmlns:a16="http://schemas.microsoft.com/office/drawing/2014/main" id="{3FAB7C49-B8D0-6C0A-9040-170E15EE103E}"/>
              </a:ext>
            </a:extLst>
          </p:cNvPr>
          <p:cNvGrpSpPr/>
          <p:nvPr/>
        </p:nvGrpSpPr>
        <p:grpSpPr>
          <a:xfrm>
            <a:off x="5842656" y="2036333"/>
            <a:ext cx="3761012" cy="367951"/>
            <a:chOff x="5842656" y="2522956"/>
            <a:chExt cx="3761012" cy="367951"/>
          </a:xfrm>
        </p:grpSpPr>
        <p:sp>
          <p:nvSpPr>
            <p:cNvPr id="15" name="Rectangle 1">
              <a:extLst>
                <a:ext uri="{FF2B5EF4-FFF2-40B4-BE49-F238E27FC236}">
                  <a16:creationId xmlns:a16="http://schemas.microsoft.com/office/drawing/2014/main" id="{BD469804-5CBB-E8A4-8AE6-5C164E274361}"/>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استخدام لغة واضحة وسهلة الفهم</a:t>
              </a:r>
            </a:p>
          </p:txBody>
        </p:sp>
        <p:sp>
          <p:nvSpPr>
            <p:cNvPr id="18" name="Rectangle: Rounded Corners 17">
              <a:extLst>
                <a:ext uri="{FF2B5EF4-FFF2-40B4-BE49-F238E27FC236}">
                  <a16:creationId xmlns:a16="http://schemas.microsoft.com/office/drawing/2014/main" id="{CE47067C-A58C-6A0B-4878-903886122BA3}"/>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98%</a:t>
              </a:r>
            </a:p>
          </p:txBody>
        </p:sp>
      </p:grpSp>
      <p:grpSp>
        <p:nvGrpSpPr>
          <p:cNvPr id="19" name="Group 18">
            <a:extLst>
              <a:ext uri="{FF2B5EF4-FFF2-40B4-BE49-F238E27FC236}">
                <a16:creationId xmlns:a16="http://schemas.microsoft.com/office/drawing/2014/main" id="{3458FA66-2E5F-D6C8-EB13-41EF2A91B03C}"/>
              </a:ext>
            </a:extLst>
          </p:cNvPr>
          <p:cNvGrpSpPr/>
          <p:nvPr/>
        </p:nvGrpSpPr>
        <p:grpSpPr>
          <a:xfrm>
            <a:off x="5842656" y="2795447"/>
            <a:ext cx="3761013" cy="367951"/>
            <a:chOff x="5842656" y="3301320"/>
            <a:chExt cx="3761013" cy="367951"/>
          </a:xfrm>
        </p:grpSpPr>
        <p:sp>
          <p:nvSpPr>
            <p:cNvPr id="20" name="Rectangle 1">
              <a:extLst>
                <a:ext uri="{FF2B5EF4-FFF2-40B4-BE49-F238E27FC236}">
                  <a16:creationId xmlns:a16="http://schemas.microsoft.com/office/drawing/2014/main" id="{85CF8147-4892-403B-E3CF-149A37645C9D}"/>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العدالة في المعاملة</a:t>
              </a:r>
            </a:p>
          </p:txBody>
        </p:sp>
        <p:sp>
          <p:nvSpPr>
            <p:cNvPr id="21" name="Rectangle: Rounded Corners 20">
              <a:extLst>
                <a:ext uri="{FF2B5EF4-FFF2-40B4-BE49-F238E27FC236}">
                  <a16:creationId xmlns:a16="http://schemas.microsoft.com/office/drawing/2014/main" id="{B9EB3E73-26F2-1E8A-6F62-1A1AF119565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96%</a:t>
              </a:r>
            </a:p>
          </p:txBody>
        </p:sp>
      </p:grpSp>
      <p:grpSp>
        <p:nvGrpSpPr>
          <p:cNvPr id="22" name="Group 21">
            <a:extLst>
              <a:ext uri="{FF2B5EF4-FFF2-40B4-BE49-F238E27FC236}">
                <a16:creationId xmlns:a16="http://schemas.microsoft.com/office/drawing/2014/main" id="{677B18CB-0AE2-F27B-D0FC-6311E0C20E6E}"/>
              </a:ext>
            </a:extLst>
          </p:cNvPr>
          <p:cNvGrpSpPr/>
          <p:nvPr/>
        </p:nvGrpSpPr>
        <p:grpSpPr>
          <a:xfrm>
            <a:off x="5842656" y="3544936"/>
            <a:ext cx="3761013" cy="367951"/>
            <a:chOff x="5842656" y="4079684"/>
            <a:chExt cx="3761013" cy="367951"/>
          </a:xfrm>
        </p:grpSpPr>
        <p:sp>
          <p:nvSpPr>
            <p:cNvPr id="23" name="Rectangle 1">
              <a:extLst>
                <a:ext uri="{FF2B5EF4-FFF2-40B4-BE49-F238E27FC236}">
                  <a16:creationId xmlns:a16="http://schemas.microsoft.com/office/drawing/2014/main" id="{1DF3E32D-FCE6-4972-CA3D-7082750DFE68}"/>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بذل الموظف جهد إضافي للمساعدة</a:t>
              </a:r>
            </a:p>
          </p:txBody>
        </p:sp>
        <p:sp>
          <p:nvSpPr>
            <p:cNvPr id="24" name="Rectangle: Rounded Corners 23">
              <a:extLst>
                <a:ext uri="{FF2B5EF4-FFF2-40B4-BE49-F238E27FC236}">
                  <a16:creationId xmlns:a16="http://schemas.microsoft.com/office/drawing/2014/main" id="{A2488040-A503-7DE6-A444-CCB9FC1AA12B}"/>
                </a:ext>
              </a:extLst>
            </p:cNvPr>
            <p:cNvSpPr/>
            <p:nvPr/>
          </p:nvSpPr>
          <p:spPr>
            <a:xfrm>
              <a:off x="5842656" y="4079684"/>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87%</a:t>
              </a:r>
            </a:p>
          </p:txBody>
        </p:sp>
      </p:grpSp>
      <p:grpSp>
        <p:nvGrpSpPr>
          <p:cNvPr id="25" name="Group 24">
            <a:extLst>
              <a:ext uri="{FF2B5EF4-FFF2-40B4-BE49-F238E27FC236}">
                <a16:creationId xmlns:a16="http://schemas.microsoft.com/office/drawing/2014/main" id="{C221FE84-32FC-4967-40E9-38694422CD2B}"/>
              </a:ext>
            </a:extLst>
          </p:cNvPr>
          <p:cNvGrpSpPr/>
          <p:nvPr/>
        </p:nvGrpSpPr>
        <p:grpSpPr>
          <a:xfrm>
            <a:off x="5842656" y="4294425"/>
            <a:ext cx="3761013" cy="367951"/>
            <a:chOff x="5842656" y="4858048"/>
            <a:chExt cx="3761013" cy="367951"/>
          </a:xfrm>
        </p:grpSpPr>
        <p:sp>
          <p:nvSpPr>
            <p:cNvPr id="26" name="Rectangle 1">
              <a:extLst>
                <a:ext uri="{FF2B5EF4-FFF2-40B4-BE49-F238E27FC236}">
                  <a16:creationId xmlns:a16="http://schemas.microsoft.com/office/drawing/2014/main" id="{014CC163-DCAA-E1E0-6C29-D996CD14F0F4}"/>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المرونة في التعامل</a:t>
              </a:r>
            </a:p>
          </p:txBody>
        </p:sp>
        <p:sp>
          <p:nvSpPr>
            <p:cNvPr id="27" name="Rectangle: Rounded Corners 26">
              <a:extLst>
                <a:ext uri="{FF2B5EF4-FFF2-40B4-BE49-F238E27FC236}">
                  <a16:creationId xmlns:a16="http://schemas.microsoft.com/office/drawing/2014/main" id="{CA5A3B4A-B480-BFA7-7C7D-365A6325E0B1}"/>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95%</a:t>
              </a:r>
            </a:p>
          </p:txBody>
        </p:sp>
      </p:grpSp>
      <p:grpSp>
        <p:nvGrpSpPr>
          <p:cNvPr id="30" name="Group 29">
            <a:extLst>
              <a:ext uri="{FF2B5EF4-FFF2-40B4-BE49-F238E27FC236}">
                <a16:creationId xmlns:a16="http://schemas.microsoft.com/office/drawing/2014/main" id="{155F33E5-8F94-DF81-DF1C-368BBDEE2604}"/>
              </a:ext>
            </a:extLst>
          </p:cNvPr>
          <p:cNvGrpSpPr/>
          <p:nvPr/>
        </p:nvGrpSpPr>
        <p:grpSpPr>
          <a:xfrm>
            <a:off x="5842656" y="5043915"/>
            <a:ext cx="3761012" cy="367951"/>
            <a:chOff x="5842656" y="5636413"/>
            <a:chExt cx="3761012" cy="367951"/>
          </a:xfrm>
        </p:grpSpPr>
        <p:sp>
          <p:nvSpPr>
            <p:cNvPr id="31" name="Rectangle 1">
              <a:extLst>
                <a:ext uri="{FF2B5EF4-FFF2-40B4-BE49-F238E27FC236}">
                  <a16:creationId xmlns:a16="http://schemas.microsoft.com/office/drawing/2014/main" id="{C42A727D-00BA-1113-1D67-FF9B4FCC9D00}"/>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المعرفة والموثوقية في تعاملهم</a:t>
              </a:r>
            </a:p>
          </p:txBody>
        </p:sp>
        <p:sp>
          <p:nvSpPr>
            <p:cNvPr id="33" name="Rectangle: Rounded Corners 32">
              <a:extLst>
                <a:ext uri="{FF2B5EF4-FFF2-40B4-BE49-F238E27FC236}">
                  <a16:creationId xmlns:a16="http://schemas.microsoft.com/office/drawing/2014/main" id="{E241DA65-8F00-1831-4FA4-E3D94FF81607}"/>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34" name="Group 33">
            <a:extLst>
              <a:ext uri="{FF2B5EF4-FFF2-40B4-BE49-F238E27FC236}">
                <a16:creationId xmlns:a16="http://schemas.microsoft.com/office/drawing/2014/main" id="{5AA6E8AC-EAF2-5F14-6E66-788365FE87C0}"/>
              </a:ext>
            </a:extLst>
          </p:cNvPr>
          <p:cNvGrpSpPr/>
          <p:nvPr/>
        </p:nvGrpSpPr>
        <p:grpSpPr>
          <a:xfrm>
            <a:off x="5842656" y="5755597"/>
            <a:ext cx="3761012" cy="430887"/>
            <a:chOff x="5842656" y="5604945"/>
            <a:chExt cx="3761012" cy="430887"/>
          </a:xfrm>
        </p:grpSpPr>
        <p:sp>
          <p:nvSpPr>
            <p:cNvPr id="35" name="Rectangle 1">
              <a:extLst>
                <a:ext uri="{FF2B5EF4-FFF2-40B4-BE49-F238E27FC236}">
                  <a16:creationId xmlns:a16="http://schemas.microsoft.com/office/drawing/2014/main" id="{169E807A-37AC-70E0-5F76-24904F7887D1}"/>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عمل الموظفون معا كفريق واحد لإسعادي</a:t>
              </a:r>
              <a:r>
                <a:rPr lang="ar-AE" altLang="en-US" sz="1100" b="1" dirty="0">
                  <a:solidFill>
                    <a:prstClr val="black"/>
                  </a:solidFill>
                  <a:latin typeface="Arial"/>
                </a:rPr>
                <a:t> </a:t>
              </a:r>
              <a:r>
                <a:rPr lang="ar-SA" altLang="en-US" sz="1100" b="1" dirty="0">
                  <a:solidFill>
                    <a:prstClr val="black"/>
                  </a:solidFill>
                  <a:latin typeface="Arial"/>
                </a:rPr>
                <a:t>(في حال تم التعامل مع أكثر من موظف)</a:t>
              </a:r>
            </a:p>
          </p:txBody>
        </p:sp>
        <p:sp>
          <p:nvSpPr>
            <p:cNvPr id="36" name="Rectangle: Rounded Corners 35">
              <a:extLst>
                <a:ext uri="{FF2B5EF4-FFF2-40B4-BE49-F238E27FC236}">
                  <a16:creationId xmlns:a16="http://schemas.microsoft.com/office/drawing/2014/main" id="{3AEDF8A6-F3A1-6DAF-2F69-962968889CC5}"/>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90%</a:t>
              </a:r>
            </a:p>
          </p:txBody>
        </p:sp>
      </p:grpSp>
      <p:grpSp>
        <p:nvGrpSpPr>
          <p:cNvPr id="43" name="Group 42">
            <a:extLst>
              <a:ext uri="{FF2B5EF4-FFF2-40B4-BE49-F238E27FC236}">
                <a16:creationId xmlns:a16="http://schemas.microsoft.com/office/drawing/2014/main" id="{C6F1A771-444A-B3E8-37B1-DE039226B959}"/>
              </a:ext>
            </a:extLst>
          </p:cNvPr>
          <p:cNvGrpSpPr/>
          <p:nvPr/>
        </p:nvGrpSpPr>
        <p:grpSpPr>
          <a:xfrm>
            <a:off x="9227248" y="3269414"/>
            <a:ext cx="2516354" cy="1690576"/>
            <a:chOff x="9311918" y="3278271"/>
            <a:chExt cx="2516354" cy="1690576"/>
          </a:xfrm>
        </p:grpSpPr>
        <p:graphicFrame>
          <p:nvGraphicFramePr>
            <p:cNvPr id="44" name="Chart 43">
              <a:extLst>
                <a:ext uri="{FF2B5EF4-FFF2-40B4-BE49-F238E27FC236}">
                  <a16:creationId xmlns:a16="http://schemas.microsoft.com/office/drawing/2014/main" id="{8C78B813-7DB5-FEBA-D8D4-22713F441E96}"/>
                </a:ext>
              </a:extLst>
            </p:cNvPr>
            <p:cNvGraphicFramePr/>
            <p:nvPr>
              <p:extLst>
                <p:ext uri="{D42A27DB-BD31-4B8C-83A1-F6EECF244321}">
                  <p14:modId xmlns:p14="http://schemas.microsoft.com/office/powerpoint/2010/main" val="3038025478"/>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45" name="TextBox 44">
              <a:extLst>
                <a:ext uri="{FF2B5EF4-FFF2-40B4-BE49-F238E27FC236}">
                  <a16:creationId xmlns:a16="http://schemas.microsoft.com/office/drawing/2014/main" id="{C771BAE1-7E29-4AB7-E0FC-CEFD75C6549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graphicFrame>
        <p:nvGraphicFramePr>
          <p:cNvPr id="16" name="Chart 15">
            <a:extLst>
              <a:ext uri="{FF2B5EF4-FFF2-40B4-BE49-F238E27FC236}">
                <a16:creationId xmlns:a16="http://schemas.microsoft.com/office/drawing/2014/main" id="{6A2C081A-244D-7A06-DEE7-8C5D67DFDC58}"/>
              </a:ext>
            </a:extLst>
          </p:cNvPr>
          <p:cNvGraphicFramePr/>
          <p:nvPr>
            <p:extLst>
              <p:ext uri="{D42A27DB-BD31-4B8C-83A1-F6EECF244321}">
                <p14:modId xmlns:p14="http://schemas.microsoft.com/office/powerpoint/2010/main" val="588423058"/>
              </p:ext>
            </p:extLst>
          </p:nvPr>
        </p:nvGraphicFramePr>
        <p:xfrm>
          <a:off x="833957" y="1595836"/>
          <a:ext cx="4775527" cy="475998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338048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FF42-E37F-9EBB-FAA0-84A853DD553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BF164F5-8212-4993-6D87-BBCF4B6CC0D3}"/>
              </a:ext>
            </a:extLst>
          </p:cNvPr>
          <p:cNvSpPr>
            <a:spLocks noGrp="1"/>
          </p:cNvSpPr>
          <p:nvPr>
            <p:ph type="body" sz="quarter" idx="11"/>
          </p:nvPr>
        </p:nvSpPr>
        <p:spPr/>
        <p:txBody>
          <a:bodyPr/>
          <a:lstStyle/>
          <a:p>
            <a:fld id="{CEB9653E-F2B9-42DD-9F83-20048B6AB3C6}" type="slidenum">
              <a:rPr lang="en-US" smtClean="0"/>
              <a:t>46</a:t>
            </a:fld>
            <a:endParaRPr lang="en-US"/>
          </a:p>
        </p:txBody>
      </p:sp>
      <p:sp>
        <p:nvSpPr>
          <p:cNvPr id="3" name="Rectangle 2">
            <a:extLst>
              <a:ext uri="{FF2B5EF4-FFF2-40B4-BE49-F238E27FC236}">
                <a16:creationId xmlns:a16="http://schemas.microsoft.com/office/drawing/2014/main" id="{7B18A9F7-CA1C-3DCD-E59D-614E03F23F4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5CB3E8AB-03EE-1C59-F4A4-458C27E8EFF9}"/>
              </a:ext>
            </a:extLst>
          </p:cNvPr>
          <p:cNvSpPr txBox="1"/>
          <p:nvPr/>
        </p:nvSpPr>
        <p:spPr>
          <a:xfrm>
            <a:off x="5337545" y="244463"/>
            <a:ext cx="665852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ملاحظات المتعاملين على مركز الاتصال</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7116D9E2-4EB4-DBC4-BA7A-65EEF6AB73F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FB6719F4-811A-73B8-E0AB-64CC3FC40B09}"/>
              </a:ext>
            </a:extLst>
          </p:cNvPr>
          <p:cNvSpPr txBox="1"/>
          <p:nvPr/>
        </p:nvSpPr>
        <p:spPr>
          <a:xfrm>
            <a:off x="1614649" y="797178"/>
            <a:ext cx="10381416" cy="584775"/>
          </a:xfrm>
          <a:prstGeom prst="rect">
            <a:avLst/>
          </a:prstGeom>
          <a:noFill/>
        </p:spPr>
        <p:txBody>
          <a:bodyPr wrap="square" rtlCol="0">
            <a:spAutoFit/>
          </a:bodyPr>
          <a:lstStyle/>
          <a:p>
            <a:pPr lvl="0">
              <a:defRPr/>
            </a:pPr>
            <a:r>
              <a:rPr kumimoji="0" lang="ar-AE" sz="1600" i="0" u="none" strike="noStrike" kern="1200" cap="none" spc="0" normalizeH="0" baseline="0" noProof="0">
                <a:ln>
                  <a:noFill/>
                </a:ln>
                <a:solidFill>
                  <a:srgbClr val="414141"/>
                </a:solidFill>
                <a:effectLst/>
                <a:uLnTx/>
                <a:uFillTx/>
                <a:latin typeface="Arial"/>
                <a:ea typeface="+mn-ea"/>
                <a:cs typeface="+mn-cs"/>
              </a:rPr>
              <a:t>تم رصد بعض التعليقات المتعلقة بمركز اتصال وزارة الصحة ووقاية المجتمع، والتي تناولت </a:t>
            </a:r>
            <a:r>
              <a:rPr lang="ar-EG" sz="1600" b="1">
                <a:solidFill>
                  <a:srgbClr val="414141"/>
                </a:solidFill>
                <a:latin typeface="Arial"/>
              </a:rPr>
              <a:t>م</a:t>
            </a:r>
            <a:r>
              <a:rPr kumimoji="0" lang="ar-AE" sz="1600" b="1" i="0" u="none" strike="noStrike" kern="1200" cap="none" spc="0" normalizeH="0" baseline="0" noProof="0">
                <a:ln>
                  <a:noFill/>
                </a:ln>
                <a:solidFill>
                  <a:srgbClr val="414141"/>
                </a:solidFill>
                <a:effectLst/>
                <a:uLnTx/>
                <a:uFillTx/>
                <a:latin typeface="Arial"/>
                <a:ea typeface="+mn-ea"/>
                <a:cs typeface="+mn-cs"/>
              </a:rPr>
              <a:t>ستوى معرفة الموظف بالخدمة، </a:t>
            </a:r>
            <a:r>
              <a:rPr kumimoji="0" lang="ar-AE" sz="1600" i="0" u="none" strike="noStrike" kern="1200" cap="none" spc="0" normalizeH="0" baseline="0" noProof="0">
                <a:ln>
                  <a:noFill/>
                </a:ln>
                <a:solidFill>
                  <a:srgbClr val="414141"/>
                </a:solidFill>
                <a:effectLst/>
                <a:uLnTx/>
                <a:uFillTx/>
                <a:latin typeface="Arial"/>
                <a:ea typeface="+mn-ea"/>
                <a:cs typeface="+mn-cs"/>
              </a:rPr>
              <a:t>بالإضافة</a:t>
            </a:r>
            <a:r>
              <a:rPr kumimoji="0" lang="ar-AE" sz="1600" b="1" i="0" u="none" strike="noStrike" kern="1200" cap="none" spc="0" normalizeH="0" baseline="0" noProof="0">
                <a:ln>
                  <a:noFill/>
                </a:ln>
                <a:solidFill>
                  <a:srgbClr val="414141"/>
                </a:solidFill>
                <a:effectLst/>
                <a:uLnTx/>
                <a:uFillTx/>
                <a:latin typeface="Arial"/>
                <a:ea typeface="+mn-ea"/>
                <a:cs typeface="+mn-cs"/>
              </a:rPr>
              <a:t> إلى كفاءته في تقديم المعلومات الصحيحة ومساعدة المتعاملين.</a:t>
            </a:r>
            <a:endParaRPr kumimoji="0" lang="ar-SA" sz="1600" b="1" i="0" u="none" strike="noStrike" kern="1200" cap="none" spc="0" normalizeH="0" baseline="0" noProof="0">
              <a:ln>
                <a:noFill/>
              </a:ln>
              <a:solidFill>
                <a:srgbClr val="B68A35"/>
              </a:solidFill>
              <a:effectLst/>
              <a:uLnTx/>
              <a:uFillTx/>
              <a:latin typeface="Arial"/>
              <a:ea typeface="+mn-ea"/>
              <a:cs typeface="+mn-cs"/>
            </a:endParaRPr>
          </a:p>
        </p:txBody>
      </p:sp>
      <p:sp>
        <p:nvSpPr>
          <p:cNvPr id="51" name="Rectangle: Rounded Corners 50">
            <a:extLst>
              <a:ext uri="{FF2B5EF4-FFF2-40B4-BE49-F238E27FC236}">
                <a16:creationId xmlns:a16="http://schemas.microsoft.com/office/drawing/2014/main" id="{DD3F8448-D9B1-B674-55C5-A5D3E46FECB4}"/>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lang="ar-AE" sz="2400" b="1">
                <a:solidFill>
                  <a:prstClr val="white"/>
                </a:solidFill>
                <a:latin typeface="Arial"/>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2B22D8F8-FE78-1799-75CE-23409668CA28}"/>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5" name="Rectangle: Rounded Corners 22">
            <a:extLst>
              <a:ext uri="{FF2B5EF4-FFF2-40B4-BE49-F238E27FC236}">
                <a16:creationId xmlns:a16="http://schemas.microsoft.com/office/drawing/2014/main" id="{C700D502-7317-2561-33CA-FE09B12F5E5C}"/>
              </a:ext>
            </a:extLst>
          </p:cNvPr>
          <p:cNvSpPr/>
          <p:nvPr/>
        </p:nvSpPr>
        <p:spPr>
          <a:xfrm>
            <a:off x="1404698" y="2390606"/>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6" name="Rectangle: Rounded Corners 22">
            <a:extLst>
              <a:ext uri="{FF2B5EF4-FFF2-40B4-BE49-F238E27FC236}">
                <a16:creationId xmlns:a16="http://schemas.microsoft.com/office/drawing/2014/main" id="{7021DE8C-F52B-198D-FAA3-F676BB1D18B3}"/>
              </a:ext>
            </a:extLst>
          </p:cNvPr>
          <p:cNvSpPr/>
          <p:nvPr/>
        </p:nvSpPr>
        <p:spPr>
          <a:xfrm>
            <a:off x="1404698" y="4386887"/>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7" name="Rectangle: Rounded Corners 22">
            <a:extLst>
              <a:ext uri="{FF2B5EF4-FFF2-40B4-BE49-F238E27FC236}">
                <a16:creationId xmlns:a16="http://schemas.microsoft.com/office/drawing/2014/main" id="{F90FBE6C-51E0-20C1-B800-963320E98ED7}"/>
              </a:ext>
            </a:extLst>
          </p:cNvPr>
          <p:cNvSpPr/>
          <p:nvPr/>
        </p:nvSpPr>
        <p:spPr>
          <a:xfrm>
            <a:off x="6311902" y="4395082"/>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22284AD7-327D-8BFF-BF9B-5A1672449073}"/>
              </a:ext>
            </a:extLst>
          </p:cNvPr>
          <p:cNvSpPr/>
          <p:nvPr/>
        </p:nvSpPr>
        <p:spPr>
          <a:xfrm>
            <a:off x="6311902" y="2390606"/>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08187185-3CD0-19F3-1DA7-C2232C291958}"/>
              </a:ext>
            </a:extLst>
          </p:cNvPr>
          <p:cNvSpPr txBox="1"/>
          <p:nvPr/>
        </p:nvSpPr>
        <p:spPr>
          <a:xfrm>
            <a:off x="1404697" y="2935973"/>
            <a:ext cx="4475402" cy="646331"/>
          </a:xfrm>
          <a:prstGeom prst="rect">
            <a:avLst/>
          </a:prstGeom>
          <a:noFill/>
        </p:spPr>
        <p:txBody>
          <a:bodyPr wrap="square" rtlCol="0">
            <a:spAutoFit/>
          </a:bodyPr>
          <a:lstStyle/>
          <a:p>
            <a:pPr algn="ctr"/>
            <a:r>
              <a:rPr lang="ar-EG" dirty="0">
                <a:solidFill>
                  <a:prstClr val="black"/>
                </a:solidFill>
              </a:rPr>
              <a:t>"لم يتم حل شكوتي الى الان والموظفون يتأخرون في الرد على الاتصال و مرات لا يردون."</a:t>
            </a:r>
          </a:p>
        </p:txBody>
      </p:sp>
      <p:sp>
        <p:nvSpPr>
          <p:cNvPr id="21" name="TextBox 20">
            <a:extLst>
              <a:ext uri="{FF2B5EF4-FFF2-40B4-BE49-F238E27FC236}">
                <a16:creationId xmlns:a16="http://schemas.microsoft.com/office/drawing/2014/main" id="{CCC1D2B5-228C-CBEC-4FA3-233FBEE608B3}"/>
              </a:ext>
            </a:extLst>
          </p:cNvPr>
          <p:cNvSpPr txBox="1"/>
          <p:nvPr/>
        </p:nvSpPr>
        <p:spPr>
          <a:xfrm>
            <a:off x="6311902" y="4940449"/>
            <a:ext cx="4475402" cy="646331"/>
          </a:xfrm>
          <a:prstGeom prst="rect">
            <a:avLst/>
          </a:prstGeom>
          <a:noFill/>
        </p:spPr>
        <p:txBody>
          <a:bodyPr wrap="square" rtlCol="0">
            <a:spAutoFit/>
          </a:bodyPr>
          <a:lstStyle/>
          <a:p>
            <a:pPr algn="ctr"/>
            <a:r>
              <a:rPr lang="ar-EG" dirty="0">
                <a:solidFill>
                  <a:prstClr val="black"/>
                </a:solidFill>
              </a:rPr>
              <a:t>"عند الاتصال على مركز الاتصال يجب ان يكون لدى الموظفين المعلومات الكافية وموثوقة."</a:t>
            </a:r>
          </a:p>
        </p:txBody>
      </p:sp>
      <p:sp>
        <p:nvSpPr>
          <p:cNvPr id="22" name="TextBox 21">
            <a:extLst>
              <a:ext uri="{FF2B5EF4-FFF2-40B4-BE49-F238E27FC236}">
                <a16:creationId xmlns:a16="http://schemas.microsoft.com/office/drawing/2014/main" id="{A1CA1887-0F20-7D36-2072-0C7B76E31BCA}"/>
              </a:ext>
            </a:extLst>
          </p:cNvPr>
          <p:cNvSpPr txBox="1"/>
          <p:nvPr/>
        </p:nvSpPr>
        <p:spPr>
          <a:xfrm>
            <a:off x="1404697" y="4793754"/>
            <a:ext cx="4475402" cy="923330"/>
          </a:xfrm>
          <a:prstGeom prst="rect">
            <a:avLst/>
          </a:prstGeom>
          <a:noFill/>
        </p:spPr>
        <p:txBody>
          <a:bodyPr wrap="square" rtlCol="0">
            <a:spAutoFit/>
          </a:bodyPr>
          <a:lstStyle/>
          <a:p>
            <a:pPr lvl="0" algn="ctr">
              <a:defRPr/>
            </a:pPr>
            <a:r>
              <a:rPr lang="ar-EG" dirty="0">
                <a:solidFill>
                  <a:prstClr val="black"/>
                </a:solidFill>
              </a:rPr>
              <a:t>"زيادة التواصل بين الموظفين واطلاعهم اك</a:t>
            </a:r>
            <a:r>
              <a:rPr lang="ar-AE" dirty="0">
                <a:solidFill>
                  <a:prstClr val="black"/>
                </a:solidFill>
              </a:rPr>
              <a:t>ثر</a:t>
            </a:r>
            <a:r>
              <a:rPr lang="ar-EG" dirty="0">
                <a:solidFill>
                  <a:prstClr val="black"/>
                </a:solidFill>
              </a:rPr>
              <a:t> بمحتويات الخدمة</a:t>
            </a:r>
            <a:r>
              <a:rPr lang="ar-AE" dirty="0">
                <a:solidFill>
                  <a:prstClr val="black"/>
                </a:solidFill>
              </a:rPr>
              <a:t> عند الاستفسار حتى لا يتم تحويل الاتصال </a:t>
            </a:r>
            <a:r>
              <a:rPr lang="ar-EG" dirty="0">
                <a:solidFill>
                  <a:prstClr val="black"/>
                </a:solidFill>
              </a:rPr>
              <a:t>من جهة الي جهة اخرى ويكون عندهم فكرة عن الجهة الصحيحة."</a:t>
            </a:r>
          </a:p>
        </p:txBody>
      </p:sp>
      <p:sp>
        <p:nvSpPr>
          <p:cNvPr id="25" name="TextBox 24">
            <a:extLst>
              <a:ext uri="{FF2B5EF4-FFF2-40B4-BE49-F238E27FC236}">
                <a16:creationId xmlns:a16="http://schemas.microsoft.com/office/drawing/2014/main" id="{B75B011B-6483-2DE8-9BB8-99F111DACAD8}"/>
              </a:ext>
            </a:extLst>
          </p:cNvPr>
          <p:cNvSpPr txBox="1"/>
          <p:nvPr/>
        </p:nvSpPr>
        <p:spPr>
          <a:xfrm>
            <a:off x="6311902" y="2935973"/>
            <a:ext cx="4475402" cy="646331"/>
          </a:xfrm>
          <a:prstGeom prst="rect">
            <a:avLst/>
          </a:prstGeom>
          <a:noFill/>
        </p:spPr>
        <p:txBody>
          <a:bodyPr wrap="square" rtlCol="0">
            <a:spAutoFit/>
          </a:bodyPr>
          <a:lstStyle/>
          <a:p>
            <a:pPr lvl="0" algn="ctr">
              <a:defRPr/>
            </a:pPr>
            <a:r>
              <a:rPr lang="ar-EG" dirty="0">
                <a:solidFill>
                  <a:prstClr val="black"/>
                </a:solidFill>
              </a:rPr>
              <a:t>"</a:t>
            </a:r>
            <a:r>
              <a:rPr lang="ar-AE" dirty="0"/>
              <a:t>بالنسبة لموظفي مركز الاتصال يجب اعطاء المتعاملين معلومات صحيحة لاكمال الخدمة بسرعة</a:t>
            </a:r>
            <a:r>
              <a:rPr lang="ar-EG" dirty="0">
                <a:solidFill>
                  <a:prstClr val="black"/>
                </a:solidFill>
              </a:rPr>
              <a:t>."</a:t>
            </a:r>
          </a:p>
        </p:txBody>
      </p:sp>
    </p:spTree>
    <p:extLst>
      <p:ext uri="{BB962C8B-B14F-4D97-AF65-F5344CB8AC3E}">
        <p14:creationId xmlns:p14="http://schemas.microsoft.com/office/powerpoint/2010/main" val="182900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EFF7E-B04C-0F64-A4F3-65F02611EC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98D997-1A84-2CEA-A0C9-9A791185DAC9}"/>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6CB39932-6678-9236-1745-E6BD58EFA8EC}"/>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0C5A2FF6-D312-A48D-66A3-97DC96A1F61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19FAFF6B-188E-0829-267A-A9D60CF1ECD1}"/>
              </a:ext>
            </a:extLst>
          </p:cNvPr>
          <p:cNvSpPr/>
          <p:nvPr/>
        </p:nvSpPr>
        <p:spPr>
          <a:xfrm>
            <a:off x="2211572" y="2351782"/>
            <a:ext cx="9503873" cy="2123658"/>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البريد الإلكتروني</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6" name="Rectangle 5">
            <a:extLst>
              <a:ext uri="{FF2B5EF4-FFF2-40B4-BE49-F238E27FC236}">
                <a16:creationId xmlns:a16="http://schemas.microsoft.com/office/drawing/2014/main" id="{6EB0BED8-FC37-BF83-BC68-8EE88DF948DC}"/>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12484CBC-BDBD-DA61-1420-C9B54FDF334E}"/>
              </a:ext>
            </a:extLst>
          </p:cNvPr>
          <p:cNvSpPr txBox="1"/>
          <p:nvPr/>
        </p:nvSpPr>
        <p:spPr>
          <a:xfrm>
            <a:off x="7658099" y="3432313"/>
            <a:ext cx="406124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lang="ar-AE" sz="1400" dirty="0">
                <a:solidFill>
                  <a:srgbClr val="414141"/>
                </a:solidFill>
                <a:latin typeface="Arial"/>
              </a:rPr>
              <a:t>الرضا العام ومؤشر صافي نقاط التوصية</a:t>
            </a:r>
          </a:p>
          <a:p>
            <a:pPr marL="285750" indent="-285750" algn="r" rtl="1">
              <a:buFont typeface="Arial" panose="020B0604020202020204" pitchFamily="34" charset="0"/>
              <a:buChar char="•"/>
            </a:pPr>
            <a:r>
              <a:rPr lang="ar-EG" sz="1400" dirty="0">
                <a:solidFill>
                  <a:srgbClr val="414141"/>
                </a:solidFill>
                <a:latin typeface="Arial"/>
              </a:rPr>
              <a:t>التقييم العام للبريد الإلكتروني</a:t>
            </a:r>
          </a:p>
          <a:p>
            <a:pPr marL="285750" indent="-285750" algn="r" rtl="1">
              <a:buFont typeface="Arial" panose="020B0604020202020204" pitchFamily="34" charset="0"/>
              <a:buChar char="•"/>
            </a:pPr>
            <a:r>
              <a:rPr lang="ar-EG" sz="1400" dirty="0">
                <a:solidFill>
                  <a:srgbClr val="414141"/>
                </a:solidFill>
                <a:latin typeface="Arial"/>
              </a:rPr>
              <a:t>معايير التقييم </a:t>
            </a:r>
          </a:p>
        </p:txBody>
      </p:sp>
    </p:spTree>
    <p:extLst>
      <p:ext uri="{BB962C8B-B14F-4D97-AF65-F5344CB8AC3E}">
        <p14:creationId xmlns:p14="http://schemas.microsoft.com/office/powerpoint/2010/main" val="4192399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0AFC-0395-8D42-2118-DC61E8B8669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471682-1A34-76E5-BF44-C5CA91BB582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A2A0D5C-4958-622B-1678-15D157506A3F}"/>
              </a:ext>
            </a:extLst>
          </p:cNvPr>
          <p:cNvSpPr txBox="1"/>
          <p:nvPr/>
        </p:nvSpPr>
        <p:spPr>
          <a:xfrm>
            <a:off x="1892595" y="244463"/>
            <a:ext cx="10103470"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البريد الإلكتروني</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A4D1EE18-0C4A-0E90-65E8-23B3752FF8A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5" name="Table 4">
            <a:extLst>
              <a:ext uri="{FF2B5EF4-FFF2-40B4-BE49-F238E27FC236}">
                <a16:creationId xmlns:a16="http://schemas.microsoft.com/office/drawing/2014/main" id="{2800FB37-972E-D9AD-A4CF-8CCEE1C24173}"/>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4" name="Group 3">
            <a:extLst>
              <a:ext uri="{FF2B5EF4-FFF2-40B4-BE49-F238E27FC236}">
                <a16:creationId xmlns:a16="http://schemas.microsoft.com/office/drawing/2014/main" id="{DBDE8900-8AF3-8719-D832-690C62B0B856}"/>
              </a:ext>
            </a:extLst>
          </p:cNvPr>
          <p:cNvGrpSpPr/>
          <p:nvPr/>
        </p:nvGrpSpPr>
        <p:grpSpPr>
          <a:xfrm>
            <a:off x="1005840" y="4206240"/>
            <a:ext cx="7724896" cy="1808032"/>
            <a:chOff x="1031329" y="2156856"/>
            <a:chExt cx="5211715" cy="1368371"/>
          </a:xfrm>
        </p:grpSpPr>
        <p:grpSp>
          <p:nvGrpSpPr>
            <p:cNvPr id="8" name="Group 7">
              <a:extLst>
                <a:ext uri="{FF2B5EF4-FFF2-40B4-BE49-F238E27FC236}">
                  <a16:creationId xmlns:a16="http://schemas.microsoft.com/office/drawing/2014/main" id="{A3F0EE60-6860-29B2-0E57-33ED31921F5C}"/>
                </a:ext>
              </a:extLst>
            </p:cNvPr>
            <p:cNvGrpSpPr/>
            <p:nvPr/>
          </p:nvGrpSpPr>
          <p:grpSpPr>
            <a:xfrm>
              <a:off x="1031329" y="2156856"/>
              <a:ext cx="4296771" cy="454743"/>
              <a:chOff x="1031329" y="2363398"/>
              <a:chExt cx="4296771" cy="454743"/>
            </a:xfrm>
          </p:grpSpPr>
          <p:pic>
            <p:nvPicPr>
              <p:cNvPr id="35" name="Graphic 34" descr="User">
                <a:extLst>
                  <a:ext uri="{FF2B5EF4-FFF2-40B4-BE49-F238E27FC236}">
                    <a16:creationId xmlns:a16="http://schemas.microsoft.com/office/drawing/2014/main" id="{4BEB5386-B3FD-C219-0823-0DC6739D31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329" y="2363398"/>
                <a:ext cx="382843" cy="454743"/>
              </a:xfrm>
              <a:prstGeom prst="rect">
                <a:avLst/>
              </a:prstGeom>
            </p:spPr>
          </p:pic>
          <p:pic>
            <p:nvPicPr>
              <p:cNvPr id="36" name="Graphic 35" descr="User">
                <a:extLst>
                  <a:ext uri="{FF2B5EF4-FFF2-40B4-BE49-F238E27FC236}">
                    <a16:creationId xmlns:a16="http://schemas.microsoft.com/office/drawing/2014/main" id="{B2CE01DE-A4B5-A699-F809-EE0403688A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09811" y="2363398"/>
                <a:ext cx="382843" cy="454743"/>
              </a:xfrm>
              <a:prstGeom prst="rect">
                <a:avLst/>
              </a:prstGeom>
            </p:spPr>
          </p:pic>
          <p:pic>
            <p:nvPicPr>
              <p:cNvPr id="37" name="Graphic 36" descr="User">
                <a:extLst>
                  <a:ext uri="{FF2B5EF4-FFF2-40B4-BE49-F238E27FC236}">
                    <a16:creationId xmlns:a16="http://schemas.microsoft.com/office/drawing/2014/main" id="{75131719-BE2A-09B4-4C65-981E14FC2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9052" y="2363398"/>
                <a:ext cx="382843" cy="454743"/>
              </a:xfrm>
              <a:prstGeom prst="rect">
                <a:avLst/>
              </a:prstGeom>
            </p:spPr>
          </p:pic>
          <p:pic>
            <p:nvPicPr>
              <p:cNvPr id="38" name="Graphic 37" descr="User">
                <a:extLst>
                  <a:ext uri="{FF2B5EF4-FFF2-40B4-BE49-F238E27FC236}">
                    <a16:creationId xmlns:a16="http://schemas.microsoft.com/office/drawing/2014/main" id="{DC6B9807-99FB-A27C-AD6B-392DAFE61D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88293" y="2363398"/>
                <a:ext cx="382843" cy="454743"/>
              </a:xfrm>
              <a:prstGeom prst="rect">
                <a:avLst/>
              </a:prstGeom>
            </p:spPr>
          </p:pic>
          <p:pic>
            <p:nvPicPr>
              <p:cNvPr id="39" name="Graphic 38" descr="User">
                <a:extLst>
                  <a:ext uri="{FF2B5EF4-FFF2-40B4-BE49-F238E27FC236}">
                    <a16:creationId xmlns:a16="http://schemas.microsoft.com/office/drawing/2014/main" id="{025A1299-9242-1AB7-205B-8946B69731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77534" y="2363398"/>
                <a:ext cx="382843" cy="454743"/>
              </a:xfrm>
              <a:prstGeom prst="rect">
                <a:avLst/>
              </a:prstGeom>
            </p:spPr>
          </p:pic>
          <p:pic>
            <p:nvPicPr>
              <p:cNvPr id="40" name="Graphic 39" descr="User">
                <a:extLst>
                  <a:ext uri="{FF2B5EF4-FFF2-40B4-BE49-F238E27FC236}">
                    <a16:creationId xmlns:a16="http://schemas.microsoft.com/office/drawing/2014/main" id="{10620897-050A-0718-5D01-A77DB7860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66775" y="2363398"/>
                <a:ext cx="382843" cy="454743"/>
              </a:xfrm>
              <a:prstGeom prst="rect">
                <a:avLst/>
              </a:prstGeom>
            </p:spPr>
          </p:pic>
          <p:pic>
            <p:nvPicPr>
              <p:cNvPr id="41" name="Graphic 40" descr="User">
                <a:extLst>
                  <a:ext uri="{FF2B5EF4-FFF2-40B4-BE49-F238E27FC236}">
                    <a16:creationId xmlns:a16="http://schemas.microsoft.com/office/drawing/2014/main" id="{DF6CC3BB-2956-CB8E-EB28-7FFD22B74B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56016" y="2363398"/>
                <a:ext cx="382843" cy="454743"/>
              </a:xfrm>
              <a:prstGeom prst="rect">
                <a:avLst/>
              </a:prstGeom>
            </p:spPr>
          </p:pic>
          <p:pic>
            <p:nvPicPr>
              <p:cNvPr id="42" name="Graphic 41" descr="User">
                <a:extLst>
                  <a:ext uri="{FF2B5EF4-FFF2-40B4-BE49-F238E27FC236}">
                    <a16:creationId xmlns:a16="http://schemas.microsoft.com/office/drawing/2014/main" id="{6C33D1A5-0348-4BC9-8843-41F1B46FA0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45257" y="2363398"/>
                <a:ext cx="382843" cy="454743"/>
              </a:xfrm>
              <a:prstGeom prst="rect">
                <a:avLst/>
              </a:prstGeom>
            </p:spPr>
          </p:pic>
          <p:pic>
            <p:nvPicPr>
              <p:cNvPr id="43" name="Graphic 42" descr="User">
                <a:extLst>
                  <a:ext uri="{FF2B5EF4-FFF2-40B4-BE49-F238E27FC236}">
                    <a16:creationId xmlns:a16="http://schemas.microsoft.com/office/drawing/2014/main" id="{4C6F0820-D175-257E-1DA3-F4709BA1BC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0570" y="2363398"/>
                <a:ext cx="382843" cy="454743"/>
              </a:xfrm>
              <a:prstGeom prst="rect">
                <a:avLst/>
              </a:prstGeom>
            </p:spPr>
          </p:pic>
        </p:grpSp>
        <p:grpSp>
          <p:nvGrpSpPr>
            <p:cNvPr id="10" name="Group 9">
              <a:extLst>
                <a:ext uri="{FF2B5EF4-FFF2-40B4-BE49-F238E27FC236}">
                  <a16:creationId xmlns:a16="http://schemas.microsoft.com/office/drawing/2014/main" id="{F31724AA-803A-826D-94F5-3759D72A052C}"/>
                </a:ext>
              </a:extLst>
            </p:cNvPr>
            <p:cNvGrpSpPr/>
            <p:nvPr/>
          </p:nvGrpSpPr>
          <p:grpSpPr>
            <a:xfrm>
              <a:off x="1070903" y="2670008"/>
              <a:ext cx="1322509" cy="855219"/>
              <a:chOff x="499248" y="2918342"/>
              <a:chExt cx="1548144" cy="855219"/>
            </a:xfrm>
          </p:grpSpPr>
          <p:sp>
            <p:nvSpPr>
              <p:cNvPr id="33" name="Rectangle 32">
                <a:extLst>
                  <a:ext uri="{FF2B5EF4-FFF2-40B4-BE49-F238E27FC236}">
                    <a16:creationId xmlns:a16="http://schemas.microsoft.com/office/drawing/2014/main" id="{17C9C553-7F8D-8C3F-0A69-C8911AB7B050}"/>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30509ADF-F1A5-0AFB-5A53-5BA0F56AF6A4}"/>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14%</a:t>
                </a:r>
              </a:p>
            </p:txBody>
          </p:sp>
        </p:grpSp>
        <p:grpSp>
          <p:nvGrpSpPr>
            <p:cNvPr id="11" name="Group 10">
              <a:extLst>
                <a:ext uri="{FF2B5EF4-FFF2-40B4-BE49-F238E27FC236}">
                  <a16:creationId xmlns:a16="http://schemas.microsoft.com/office/drawing/2014/main" id="{23DF6146-CD4A-A147-4F27-6D16421E4519}"/>
                </a:ext>
              </a:extLst>
            </p:cNvPr>
            <p:cNvGrpSpPr/>
            <p:nvPr/>
          </p:nvGrpSpPr>
          <p:grpSpPr>
            <a:xfrm>
              <a:off x="2516586" y="2670008"/>
              <a:ext cx="1322509" cy="855219"/>
              <a:chOff x="499248" y="2918342"/>
              <a:chExt cx="1548144" cy="855219"/>
            </a:xfrm>
          </p:grpSpPr>
          <p:sp>
            <p:nvSpPr>
              <p:cNvPr id="31" name="Rectangle 30">
                <a:extLst>
                  <a:ext uri="{FF2B5EF4-FFF2-40B4-BE49-F238E27FC236}">
                    <a16:creationId xmlns:a16="http://schemas.microsoft.com/office/drawing/2014/main" id="{DACA9B36-BD9F-393E-A701-9E83A2385724}"/>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F78EF0F3-2879-C285-8E15-E01EB336B69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14</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12" name="Group 11">
              <a:extLst>
                <a:ext uri="{FF2B5EF4-FFF2-40B4-BE49-F238E27FC236}">
                  <a16:creationId xmlns:a16="http://schemas.microsoft.com/office/drawing/2014/main" id="{A0DD3DFD-3F15-D526-BA3A-F0A200253E9D}"/>
                </a:ext>
              </a:extLst>
            </p:cNvPr>
            <p:cNvGrpSpPr/>
            <p:nvPr/>
          </p:nvGrpSpPr>
          <p:grpSpPr>
            <a:xfrm>
              <a:off x="3962269" y="2670008"/>
              <a:ext cx="1322509" cy="855219"/>
              <a:chOff x="499248" y="2918342"/>
              <a:chExt cx="1548144" cy="855219"/>
            </a:xfrm>
          </p:grpSpPr>
          <p:sp>
            <p:nvSpPr>
              <p:cNvPr id="29" name="Rectangle 28">
                <a:extLst>
                  <a:ext uri="{FF2B5EF4-FFF2-40B4-BE49-F238E27FC236}">
                    <a16:creationId xmlns:a16="http://schemas.microsoft.com/office/drawing/2014/main" id="{73601E87-29D4-E79B-53A1-644B2EC2B5C0}"/>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3492B204-A957-D3C6-6277-55D57B1F8719}"/>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72%</a:t>
                </a:r>
              </a:p>
            </p:txBody>
          </p:sp>
        </p:grpSp>
        <p:grpSp>
          <p:nvGrpSpPr>
            <p:cNvPr id="13" name="Group 12">
              <a:extLst>
                <a:ext uri="{FF2B5EF4-FFF2-40B4-BE49-F238E27FC236}">
                  <a16:creationId xmlns:a16="http://schemas.microsoft.com/office/drawing/2014/main" id="{89152290-4081-C3EC-E0E6-521C4A435A16}"/>
                </a:ext>
              </a:extLst>
            </p:cNvPr>
            <p:cNvGrpSpPr/>
            <p:nvPr/>
          </p:nvGrpSpPr>
          <p:grpSpPr>
            <a:xfrm>
              <a:off x="5407950" y="2670008"/>
              <a:ext cx="835094" cy="855219"/>
              <a:chOff x="499248" y="2918342"/>
              <a:chExt cx="1548144" cy="855219"/>
            </a:xfrm>
          </p:grpSpPr>
          <p:sp>
            <p:nvSpPr>
              <p:cNvPr id="27" name="Rectangle 26">
                <a:extLst>
                  <a:ext uri="{FF2B5EF4-FFF2-40B4-BE49-F238E27FC236}">
                    <a16:creationId xmlns:a16="http://schemas.microsoft.com/office/drawing/2014/main" id="{23D36960-9723-1C77-8566-0C04D401A02D}"/>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28" name="Rectangle 27">
                <a:extLst>
                  <a:ext uri="{FF2B5EF4-FFF2-40B4-BE49-F238E27FC236}">
                    <a16:creationId xmlns:a16="http://schemas.microsoft.com/office/drawing/2014/main" id="{2A9BD93F-CC57-E1A1-CC48-FC64D0D78524}"/>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58</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sp>
        <p:nvSpPr>
          <p:cNvPr id="44" name="TextBox 43">
            <a:extLst>
              <a:ext uri="{FF2B5EF4-FFF2-40B4-BE49-F238E27FC236}">
                <a16:creationId xmlns:a16="http://schemas.microsoft.com/office/drawing/2014/main" id="{5136F3FC-B826-0174-D57B-90EB28E38A37}"/>
              </a:ext>
            </a:extLst>
          </p:cNvPr>
          <p:cNvSpPr txBox="1"/>
          <p:nvPr/>
        </p:nvSpPr>
        <p:spPr>
          <a:xfrm>
            <a:off x="1803991" y="731520"/>
            <a:ext cx="10192073"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حقق البريد الإلكتروني التابع لوزارة الصحة ووقاية المجتمع نسبة رضا إجمالية بلغت </a:t>
            </a: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87% </a:t>
            </a: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خلال يناير 2026. كما سجل مؤشر صافي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نقاط </a:t>
            </a:r>
            <a:r>
              <a:rPr kumimoji="0" lang="ar-AE"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التوصية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قيمة بلغت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58</a:t>
            </a:r>
            <a:r>
              <a:rPr kumimoji="0" lang="ar-AE"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ar-AE" sz="140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نقطة</a:t>
            </a:r>
            <a:r>
              <a:rPr kumimoji="0" lang="ar-SA"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endParaRPr kumimoji="0" lang="en-US"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graphicFrame>
        <p:nvGraphicFramePr>
          <p:cNvPr id="45" name="Chart 44">
            <a:extLst>
              <a:ext uri="{FF2B5EF4-FFF2-40B4-BE49-F238E27FC236}">
                <a16:creationId xmlns:a16="http://schemas.microsoft.com/office/drawing/2014/main" id="{242E63EF-0967-24DB-8733-812A50428DD1}"/>
              </a:ext>
            </a:extLst>
          </p:cNvPr>
          <p:cNvGraphicFramePr/>
          <p:nvPr>
            <p:extLst>
              <p:ext uri="{D42A27DB-BD31-4B8C-83A1-F6EECF244321}">
                <p14:modId xmlns:p14="http://schemas.microsoft.com/office/powerpoint/2010/main" val="3938849772"/>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6" name="Chart 45">
            <a:extLst>
              <a:ext uri="{FF2B5EF4-FFF2-40B4-BE49-F238E27FC236}">
                <a16:creationId xmlns:a16="http://schemas.microsoft.com/office/drawing/2014/main" id="{95108D00-866B-EAB8-8730-A1D0F5CD4A0A}"/>
              </a:ext>
            </a:extLst>
          </p:cNvPr>
          <p:cNvGraphicFramePr/>
          <p:nvPr>
            <p:extLst>
              <p:ext uri="{D42A27DB-BD31-4B8C-83A1-F6EECF244321}">
                <p14:modId xmlns:p14="http://schemas.microsoft.com/office/powerpoint/2010/main" val="2761472614"/>
              </p:ext>
            </p:extLst>
          </p:nvPr>
        </p:nvGraphicFramePr>
        <p:xfrm>
          <a:off x="2788920" y="1716775"/>
          <a:ext cx="2488367" cy="1485539"/>
        </p:xfrm>
        <a:graphic>
          <a:graphicData uri="http://schemas.openxmlformats.org/drawingml/2006/chart">
            <c:chart xmlns:c="http://schemas.openxmlformats.org/drawingml/2006/chart" xmlns:r="http://schemas.openxmlformats.org/officeDocument/2006/relationships" r:id="rId8"/>
          </a:graphicData>
        </a:graphic>
      </p:graphicFrame>
      <p:sp>
        <p:nvSpPr>
          <p:cNvPr id="47" name="TextBox 46">
            <a:extLst>
              <a:ext uri="{FF2B5EF4-FFF2-40B4-BE49-F238E27FC236}">
                <a16:creationId xmlns:a16="http://schemas.microsoft.com/office/drawing/2014/main" id="{6DFC1A01-EB6F-5B61-E7F1-A9D4E8AE8968}"/>
              </a:ext>
            </a:extLst>
          </p:cNvPr>
          <p:cNvSpPr txBox="1"/>
          <p:nvPr/>
        </p:nvSpPr>
        <p:spPr>
          <a:xfrm>
            <a:off x="10515600" y="658368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281</a:t>
            </a:r>
            <a:endParaRPr kumimoji="0" lang="ar-EG" sz="1100" b="1" i="0" u="none" strike="noStrike" kern="1200" cap="none" spc="0" normalizeH="0" baseline="0" noProof="0" dirty="0">
              <a:ln>
                <a:noFill/>
              </a:ln>
              <a:solidFill>
                <a:srgbClr val="414141"/>
              </a:solidFill>
              <a:effectLst/>
              <a:uLnTx/>
              <a:uFillTx/>
              <a:latin typeface="Arial"/>
              <a:ea typeface="+mn-ea"/>
              <a:cs typeface="+mn-cs"/>
            </a:endParaRPr>
          </a:p>
        </p:txBody>
      </p:sp>
      <p:sp>
        <p:nvSpPr>
          <p:cNvPr id="48" name="Rectangle 47">
            <a:extLst>
              <a:ext uri="{FF2B5EF4-FFF2-40B4-BE49-F238E27FC236}">
                <a16:creationId xmlns:a16="http://schemas.microsoft.com/office/drawing/2014/main" id="{01261CDC-0B73-7932-9B66-8BFC1BA71F87}"/>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49" name="Group 48">
            <a:extLst>
              <a:ext uri="{FF2B5EF4-FFF2-40B4-BE49-F238E27FC236}">
                <a16:creationId xmlns:a16="http://schemas.microsoft.com/office/drawing/2014/main" id="{CE33C29D-FA5C-125B-0CF3-2F99349CFBCE}"/>
              </a:ext>
            </a:extLst>
          </p:cNvPr>
          <p:cNvGrpSpPr/>
          <p:nvPr/>
        </p:nvGrpSpPr>
        <p:grpSpPr>
          <a:xfrm>
            <a:off x="8183880" y="1334559"/>
            <a:ext cx="2722763" cy="432000"/>
            <a:chOff x="2207564" y="1378261"/>
            <a:chExt cx="2722763" cy="432000"/>
          </a:xfrm>
        </p:grpSpPr>
        <p:sp>
          <p:nvSpPr>
            <p:cNvPr id="50" name="Rectangle: Rounded Corners 49">
              <a:extLst>
                <a:ext uri="{FF2B5EF4-FFF2-40B4-BE49-F238E27FC236}">
                  <a16:creationId xmlns:a16="http://schemas.microsoft.com/office/drawing/2014/main" id="{19FC0086-C8AD-7FC3-2046-669C0CD28775}"/>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C97D54EB-ACF7-CE1D-9AA9-4E10A98C60D0}"/>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sp>
        <p:nvSpPr>
          <p:cNvPr id="52" name="Rectangle 51">
            <a:extLst>
              <a:ext uri="{FF2B5EF4-FFF2-40B4-BE49-F238E27FC236}">
                <a16:creationId xmlns:a16="http://schemas.microsoft.com/office/drawing/2014/main" id="{CF5B84CA-E5D0-EA90-7DF3-75BFFE5DCA02}"/>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D21E33D3-16A4-0126-B689-54C342B65535}"/>
              </a:ext>
            </a:extLst>
          </p:cNvPr>
          <p:cNvGrpSpPr/>
          <p:nvPr/>
        </p:nvGrpSpPr>
        <p:grpSpPr>
          <a:xfrm>
            <a:off x="2423160" y="1325880"/>
            <a:ext cx="3383280" cy="432000"/>
            <a:chOff x="2555033" y="1325880"/>
            <a:chExt cx="3383280" cy="432000"/>
          </a:xfrm>
        </p:grpSpPr>
        <p:sp>
          <p:nvSpPr>
            <p:cNvPr id="54" name="Rectangle: Rounded Corners 53">
              <a:extLst>
                <a:ext uri="{FF2B5EF4-FFF2-40B4-BE49-F238E27FC236}">
                  <a16:creationId xmlns:a16="http://schemas.microsoft.com/office/drawing/2014/main" id="{C6129803-1701-F2D6-B633-13D3D4A2331D}"/>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0A15CF3E-FAA7-8A0B-AC83-37BB5257DEA2}"/>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الرد على الاستفسار </a:t>
              </a:r>
            </a:p>
          </p:txBody>
        </p:sp>
      </p:grpSp>
      <p:sp>
        <p:nvSpPr>
          <p:cNvPr id="56" name="Rectangle 55">
            <a:extLst>
              <a:ext uri="{FF2B5EF4-FFF2-40B4-BE49-F238E27FC236}">
                <a16:creationId xmlns:a16="http://schemas.microsoft.com/office/drawing/2014/main" id="{5F4904C7-D29E-DACA-2C07-5456CDAA1D55}"/>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B9EDB284-2982-8149-8AE7-450AE2103C41}"/>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9E8EFB2E-95B3-8EB5-187D-AE4F3F83E0AB}"/>
              </a:ext>
            </a:extLst>
          </p:cNvPr>
          <p:cNvSpPr txBox="1"/>
          <p:nvPr/>
        </p:nvSpPr>
        <p:spPr>
          <a:xfrm>
            <a:off x="2863970" y="3666279"/>
            <a:ext cx="4371789" cy="276999"/>
          </a:xfrm>
          <a:prstGeom prst="rect">
            <a:avLst/>
          </a:prstGeom>
          <a:noFill/>
        </p:spPr>
        <p:txBody>
          <a:bodyPr wrap="square">
            <a:spAutoFit/>
          </a:bodyPr>
          <a:lstStyle/>
          <a:p>
            <a:pPr lvl="0">
              <a:defRPr/>
            </a:pPr>
            <a:r>
              <a:rPr lang="ar-AE" sz="1200" dirty="0">
                <a:solidFill>
                  <a:prstClr val="black"/>
                </a:solidFill>
              </a:rPr>
              <a:t>يرجى تقييم رضاك العام عن الرد الذي تلقيته عن الاستفسار باستخدام مقياس من 5 نقاط</a:t>
            </a:r>
          </a:p>
        </p:txBody>
      </p:sp>
      <p:sp>
        <p:nvSpPr>
          <p:cNvPr id="59" name="TextBox 58">
            <a:extLst>
              <a:ext uri="{FF2B5EF4-FFF2-40B4-BE49-F238E27FC236}">
                <a16:creationId xmlns:a16="http://schemas.microsoft.com/office/drawing/2014/main" id="{36BD2682-D99B-89D6-4EB0-8DC2C8D4BEA9}"/>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60" name="TextBox 59">
            <a:extLst>
              <a:ext uri="{FF2B5EF4-FFF2-40B4-BE49-F238E27FC236}">
                <a16:creationId xmlns:a16="http://schemas.microsoft.com/office/drawing/2014/main" id="{E10EA150-3D06-98AC-C212-CF927930E006}"/>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61" name="Chart 60">
            <a:extLst>
              <a:ext uri="{FF2B5EF4-FFF2-40B4-BE49-F238E27FC236}">
                <a16:creationId xmlns:a16="http://schemas.microsoft.com/office/drawing/2014/main" id="{621A55A9-648E-A57A-C5CF-5CA950E0D4B4}"/>
              </a:ext>
            </a:extLst>
          </p:cNvPr>
          <p:cNvGraphicFramePr/>
          <p:nvPr>
            <p:extLst>
              <p:ext uri="{D42A27DB-BD31-4B8C-83A1-F6EECF244321}">
                <p14:modId xmlns:p14="http://schemas.microsoft.com/office/powerpoint/2010/main" val="691436173"/>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286229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C93E3-4946-E9A1-5EEC-08498DDD3AA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A2C993E-AC39-549A-D406-5497AD3786F6}"/>
              </a:ext>
            </a:extLst>
          </p:cNvPr>
          <p:cNvSpPr>
            <a:spLocks noGrp="1"/>
          </p:cNvSpPr>
          <p:nvPr>
            <p:ph type="body" sz="quarter" idx="11"/>
          </p:nvPr>
        </p:nvSpPr>
        <p:spPr/>
        <p:txBody>
          <a:bodyPr/>
          <a:lstStyle/>
          <a:p>
            <a:fld id="{CEB9653E-F2B9-42DD-9F83-20048B6AB3C6}" type="slidenum">
              <a:rPr lang="en-US" smtClean="0"/>
              <a:t>49</a:t>
            </a:fld>
            <a:endParaRPr lang="en-US"/>
          </a:p>
        </p:txBody>
      </p:sp>
      <p:sp>
        <p:nvSpPr>
          <p:cNvPr id="3" name="Rectangle 2">
            <a:extLst>
              <a:ext uri="{FF2B5EF4-FFF2-40B4-BE49-F238E27FC236}">
                <a16:creationId xmlns:a16="http://schemas.microsoft.com/office/drawing/2014/main" id="{330957FA-F34C-2B97-A312-657DBD9740E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 name="TextBox 1">
            <a:extLst>
              <a:ext uri="{FF2B5EF4-FFF2-40B4-BE49-F238E27FC236}">
                <a16:creationId xmlns:a16="http://schemas.microsoft.com/office/drawing/2014/main" id="{C86FCB45-9D17-DD6C-1AC4-865AEBC6B846}"/>
              </a:ext>
            </a:extLst>
          </p:cNvPr>
          <p:cNvSpPr txBox="1"/>
          <p:nvPr/>
        </p:nvSpPr>
        <p:spPr>
          <a:xfrm>
            <a:off x="6925339" y="244463"/>
            <a:ext cx="507072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AE" sz="2800" b="0" i="0" u="none" strike="noStrike" kern="1200" cap="none" spc="0" normalizeH="0" baseline="0" noProof="0">
                <a:ln>
                  <a:noFill/>
                </a:ln>
                <a:solidFill>
                  <a:srgbClr val="414141"/>
                </a:solidFill>
                <a:effectLst/>
                <a:uLnTx/>
                <a:uFillTx/>
                <a:latin typeface="Arial"/>
                <a:ea typeface="+mn-ea"/>
                <a:cs typeface="+mn-cs"/>
              </a:rPr>
              <a:t>استلام البريد الإلكتروني</a:t>
            </a:r>
            <a:endParaRPr kumimoji="0" lang="ar-EG" sz="2800" b="0" i="0" u="none" strike="noStrike" kern="1200" cap="none" spc="0" normalizeH="0" baseline="0" noProof="0">
              <a:ln>
                <a:noFill/>
              </a:ln>
              <a:solidFill>
                <a:srgbClr val="414141"/>
              </a:solidFill>
              <a:effectLst/>
              <a:uLnTx/>
              <a:uFillTx/>
              <a:latin typeface="Arial"/>
              <a:ea typeface="+mn-ea"/>
              <a:cs typeface="+mn-cs"/>
            </a:endParaRPr>
          </a:p>
        </p:txBody>
      </p:sp>
      <p:pic>
        <p:nvPicPr>
          <p:cNvPr id="29" name="Picture 28" descr="A gold eagle with a green circle and a red circle with white text&#10;&#10;AI-generated content may be incorrect.">
            <a:extLst>
              <a:ext uri="{FF2B5EF4-FFF2-40B4-BE49-F238E27FC236}">
                <a16:creationId xmlns:a16="http://schemas.microsoft.com/office/drawing/2014/main" id="{5A11C3B1-0EAF-997D-E112-6BE34D0D0CE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9" name="TextBox 18">
            <a:extLst>
              <a:ext uri="{FF2B5EF4-FFF2-40B4-BE49-F238E27FC236}">
                <a16:creationId xmlns:a16="http://schemas.microsoft.com/office/drawing/2014/main" id="{F5EBF277-EB31-5DF9-F63B-C5859CA1051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يتعلق </a:t>
            </a:r>
            <a:r>
              <a:rPr kumimoji="0" lang="ar-AE" sz="1400" b="1" i="0" u="none" strike="noStrike" kern="1200" cap="none" spc="0" normalizeH="0" baseline="0" noProof="0" dirty="0">
                <a:ln>
                  <a:noFill/>
                </a:ln>
                <a:solidFill>
                  <a:srgbClr val="414141"/>
                </a:solidFill>
                <a:effectLst/>
                <a:uLnTx/>
                <a:uFillTx/>
                <a:latin typeface="Arial"/>
                <a:ea typeface="+mn-ea"/>
                <a:cs typeface="+mn-cs"/>
              </a:rPr>
              <a:t>بالرد التلقائي</a:t>
            </a:r>
            <a:r>
              <a:rPr kumimoji="0" lang="ar-AE" sz="1400" i="0" u="none" strike="noStrike" kern="1200" cap="none" spc="0" normalizeH="0" baseline="0" noProof="0" dirty="0">
                <a:ln>
                  <a:noFill/>
                </a:ln>
                <a:solidFill>
                  <a:srgbClr val="414141"/>
                </a:solidFill>
                <a:effectLst/>
                <a:uLnTx/>
                <a:uFillTx/>
                <a:latin typeface="Arial"/>
                <a:ea typeface="+mn-ea"/>
                <a:cs typeface="+mn-cs"/>
              </a:rPr>
              <a:t>، أفاد </a:t>
            </a:r>
            <a:r>
              <a:rPr kumimoji="0" lang="en-US" sz="1400" b="1" i="0" u="none" strike="noStrike" kern="1200" cap="none" spc="0" normalizeH="0" baseline="0" noProof="0" dirty="0">
                <a:ln>
                  <a:noFill/>
                </a:ln>
                <a:solidFill>
                  <a:srgbClr val="414141"/>
                </a:solidFill>
                <a:effectLst/>
                <a:uLnTx/>
                <a:uFillTx/>
                <a:latin typeface="Arial"/>
                <a:ea typeface="+mn-ea"/>
                <a:cs typeface="+mn-cs"/>
              </a:rPr>
              <a:t>8</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من المتعاملين بأنهم لم يتلقوا إشعارًا يحتوي على رقم مرجعي للاستفسار أو الشكوى وأوضح </a:t>
            </a:r>
            <a:r>
              <a:rPr kumimoji="0" lang="en-US" sz="1400" b="1" i="0" u="none" strike="noStrike" kern="1200" cap="none" spc="0" normalizeH="0" baseline="0" noProof="0" dirty="0">
                <a:ln>
                  <a:noFill/>
                </a:ln>
                <a:solidFill>
                  <a:srgbClr val="414141"/>
                </a:solidFill>
                <a:effectLst/>
                <a:uLnTx/>
                <a:uFillTx/>
                <a:latin typeface="Arial"/>
                <a:ea typeface="+mn-ea"/>
                <a:cs typeface="+mn-cs"/>
              </a:rPr>
              <a:t>10</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منهم أنه لم يتم إبلاغهم بالمدة المتوقعة للرد على الاستفسار. وبالنسبة </a:t>
            </a:r>
            <a:r>
              <a:rPr kumimoji="0" lang="ar-AE" sz="1400" b="1" i="0" u="none" strike="noStrike" kern="1200" cap="none" spc="0" normalizeH="0" baseline="0" noProof="0" dirty="0">
                <a:ln>
                  <a:noFill/>
                </a:ln>
                <a:solidFill>
                  <a:srgbClr val="414141"/>
                </a:solidFill>
                <a:effectLst/>
                <a:uLnTx/>
                <a:uFillTx/>
                <a:latin typeface="Arial"/>
                <a:ea typeface="+mn-ea"/>
                <a:cs typeface="+mn-cs"/>
              </a:rPr>
              <a:t>للرد على الإستفسار أو الشكوى</a:t>
            </a:r>
            <a:r>
              <a:rPr kumimoji="0" lang="ar-AE" sz="1400" i="0" u="none" strike="noStrike" kern="1200" cap="none" spc="0" normalizeH="0" baseline="0" noProof="0" dirty="0">
                <a:ln>
                  <a:noFill/>
                </a:ln>
                <a:solidFill>
                  <a:srgbClr val="414141"/>
                </a:solidFill>
                <a:effectLst/>
                <a:uLnTx/>
                <a:uFillTx/>
                <a:latin typeface="Arial"/>
                <a:ea typeface="+mn-ea"/>
                <a:cs typeface="+mn-cs"/>
              </a:rPr>
              <a:t>، أفاد </a:t>
            </a:r>
            <a:r>
              <a:rPr lang="en-US" sz="1400" b="1" dirty="0">
                <a:solidFill>
                  <a:srgbClr val="414141"/>
                </a:solidFill>
                <a:latin typeface="Arial"/>
              </a:rPr>
              <a:t>9</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أن الاستفسار </a:t>
            </a:r>
            <a:r>
              <a:rPr kumimoji="0" lang="ar-EG" sz="1400" i="0" u="none" strike="noStrike" kern="1200" cap="none" spc="0" normalizeH="0" baseline="0" noProof="0" dirty="0">
                <a:ln>
                  <a:noFill/>
                </a:ln>
                <a:solidFill>
                  <a:srgbClr val="414141"/>
                </a:solidFill>
                <a:effectLst/>
                <a:uLnTx/>
                <a:uFillTx/>
                <a:latin typeface="Arial"/>
                <a:ea typeface="+mn-ea"/>
                <a:cs typeface="+mn-cs"/>
              </a:rPr>
              <a:t>لم ي</a:t>
            </a:r>
            <a:r>
              <a:rPr kumimoji="0" lang="ar-AE" sz="1400" i="0" u="none" strike="noStrike" kern="1200" cap="none" spc="0" normalizeH="0" baseline="0" noProof="0" dirty="0">
                <a:ln>
                  <a:noFill/>
                </a:ln>
                <a:solidFill>
                  <a:srgbClr val="414141"/>
                </a:solidFill>
                <a:effectLst/>
                <a:uLnTx/>
                <a:uFillTx/>
                <a:latin typeface="Arial"/>
                <a:ea typeface="+mn-ea"/>
                <a:cs typeface="+mn-cs"/>
              </a:rPr>
              <a:t>تم الرد عليه.</a:t>
            </a:r>
          </a:p>
        </p:txBody>
      </p:sp>
      <p:sp>
        <p:nvSpPr>
          <p:cNvPr id="5" name="Rectangle: Rounded Corners 4">
            <a:extLst>
              <a:ext uri="{FF2B5EF4-FFF2-40B4-BE49-F238E27FC236}">
                <a16:creationId xmlns:a16="http://schemas.microsoft.com/office/drawing/2014/main" id="{9C7A418F-914F-487D-B38E-F87B6F99AE92}"/>
              </a:ext>
            </a:extLst>
          </p:cNvPr>
          <p:cNvSpPr/>
          <p:nvPr/>
        </p:nvSpPr>
        <p:spPr>
          <a:xfrm>
            <a:off x="218661" y="1727076"/>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aphicFrame>
        <p:nvGraphicFramePr>
          <p:cNvPr id="6" name="Table 5">
            <a:extLst>
              <a:ext uri="{FF2B5EF4-FFF2-40B4-BE49-F238E27FC236}">
                <a16:creationId xmlns:a16="http://schemas.microsoft.com/office/drawing/2014/main" id="{AE18B121-4E73-8E54-1B79-A395E979F892}"/>
              </a:ext>
            </a:extLst>
          </p:cNvPr>
          <p:cNvGraphicFramePr>
            <a:graphicFrameLocks noGrp="1"/>
          </p:cNvGraphicFramePr>
          <p:nvPr/>
        </p:nvGraphicFramePr>
        <p:xfrm>
          <a:off x="6096000" y="2167007"/>
          <a:ext cx="5681152" cy="4056803"/>
        </p:xfrm>
        <a:graphic>
          <a:graphicData uri="http://schemas.openxmlformats.org/drawingml/2006/table">
            <a:tbl>
              <a:tblPr firstRow="1" bandRow="1">
                <a:tableStyleId>{5C22544A-7EE6-4342-B048-85BDC9FD1C3A}</a:tableStyleId>
              </a:tblPr>
              <a:tblGrid>
                <a:gridCol w="5681152">
                  <a:extLst>
                    <a:ext uri="{9D8B030D-6E8A-4147-A177-3AD203B41FA5}">
                      <a16:colId xmlns:a16="http://schemas.microsoft.com/office/drawing/2014/main" val="1740067275"/>
                    </a:ext>
                  </a:extLst>
                </a:gridCol>
              </a:tblGrid>
              <a:tr h="2163129">
                <a:tc>
                  <a:txBody>
                    <a:bodyPr/>
                    <a:lstStyle/>
                    <a:p>
                      <a:endParaRPr lang="en-GB"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5792771"/>
                  </a:ext>
                </a:extLst>
              </a:tr>
              <a:tr h="1893674">
                <a:tc>
                  <a:txBody>
                    <a:bodyPr/>
                    <a:lstStyle/>
                    <a:p>
                      <a:endParaRPr lang="en-GB"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939518354"/>
                  </a:ext>
                </a:extLst>
              </a:tr>
            </a:tbl>
          </a:graphicData>
        </a:graphic>
      </p:graphicFrame>
      <p:graphicFrame>
        <p:nvGraphicFramePr>
          <p:cNvPr id="8" name="Object 4">
            <a:extLst>
              <a:ext uri="{FF2B5EF4-FFF2-40B4-BE49-F238E27FC236}">
                <a16:creationId xmlns:a16="http://schemas.microsoft.com/office/drawing/2014/main" id="{0D213C4F-CA20-EA6B-8ED5-C7FC2C150229}"/>
              </a:ext>
            </a:extLst>
          </p:cNvPr>
          <p:cNvGraphicFramePr>
            <a:graphicFrameLocks noChangeAspect="1"/>
          </p:cNvGraphicFramePr>
          <p:nvPr>
            <p:extLst>
              <p:ext uri="{D42A27DB-BD31-4B8C-83A1-F6EECF244321}">
                <p14:modId xmlns:p14="http://schemas.microsoft.com/office/powerpoint/2010/main" val="3104403856"/>
              </p:ext>
            </p:extLst>
          </p:nvPr>
        </p:nvGraphicFramePr>
        <p:xfrm>
          <a:off x="7375193" y="3061164"/>
          <a:ext cx="3840892" cy="114730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BE879F71-2003-6977-CA7D-831694DD45D7}"/>
              </a:ext>
            </a:extLst>
          </p:cNvPr>
          <p:cNvSpPr txBox="1"/>
          <p:nvPr/>
        </p:nvSpPr>
        <p:spPr>
          <a:xfrm>
            <a:off x="6563436" y="2564199"/>
            <a:ext cx="48438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هل تلقيت اشعار برقم مرجعي للاستفسار / الشكوى؟ </a:t>
            </a:r>
          </a:p>
        </p:txBody>
      </p:sp>
      <p:graphicFrame>
        <p:nvGraphicFramePr>
          <p:cNvPr id="12" name="Object 4">
            <a:extLst>
              <a:ext uri="{FF2B5EF4-FFF2-40B4-BE49-F238E27FC236}">
                <a16:creationId xmlns:a16="http://schemas.microsoft.com/office/drawing/2014/main" id="{D7C2985D-C3F0-5DDB-5578-68C75FAB209F}"/>
              </a:ext>
            </a:extLst>
          </p:cNvPr>
          <p:cNvGraphicFramePr>
            <a:graphicFrameLocks noChangeAspect="1"/>
          </p:cNvGraphicFramePr>
          <p:nvPr>
            <p:extLst>
              <p:ext uri="{D42A27DB-BD31-4B8C-83A1-F6EECF244321}">
                <p14:modId xmlns:p14="http://schemas.microsoft.com/office/powerpoint/2010/main" val="586477623"/>
              </p:ext>
            </p:extLst>
          </p:nvPr>
        </p:nvGraphicFramePr>
        <p:xfrm>
          <a:off x="7375193" y="5076028"/>
          <a:ext cx="3840892" cy="11473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4F610AA9-A8B9-C3E2-C913-C76A29D9B27C}"/>
              </a:ext>
            </a:extLst>
          </p:cNvPr>
          <p:cNvSpPr txBox="1"/>
          <p:nvPr/>
        </p:nvSpPr>
        <p:spPr>
          <a:xfrm>
            <a:off x="6550954" y="4648400"/>
            <a:ext cx="486886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هل تم ذكر الوقت المتوقع للحل او الرد على استفساركم؟ </a:t>
            </a:r>
          </a:p>
        </p:txBody>
      </p:sp>
      <p:sp>
        <p:nvSpPr>
          <p:cNvPr id="14" name="TextBox 13">
            <a:extLst>
              <a:ext uri="{FF2B5EF4-FFF2-40B4-BE49-F238E27FC236}">
                <a16:creationId xmlns:a16="http://schemas.microsoft.com/office/drawing/2014/main" id="{6EFB5009-45A2-040F-3D49-4BB6CDB0B121}"/>
              </a:ext>
            </a:extLst>
          </p:cNvPr>
          <p:cNvSpPr txBox="1"/>
          <p:nvPr/>
        </p:nvSpPr>
        <p:spPr>
          <a:xfrm>
            <a:off x="845902" y="3414140"/>
            <a:ext cx="48438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تم استلام الرد على استفسارك أو شكواك؟</a:t>
            </a:r>
          </a:p>
        </p:txBody>
      </p:sp>
      <p:graphicFrame>
        <p:nvGraphicFramePr>
          <p:cNvPr id="15" name="Object 4">
            <a:extLst>
              <a:ext uri="{FF2B5EF4-FFF2-40B4-BE49-F238E27FC236}">
                <a16:creationId xmlns:a16="http://schemas.microsoft.com/office/drawing/2014/main" id="{94921EF2-E990-C087-4CD8-81A57AB97036}"/>
              </a:ext>
            </a:extLst>
          </p:cNvPr>
          <p:cNvGraphicFramePr>
            <a:graphicFrameLocks noChangeAspect="1"/>
          </p:cNvGraphicFramePr>
          <p:nvPr>
            <p:extLst>
              <p:ext uri="{D42A27DB-BD31-4B8C-83A1-F6EECF244321}">
                <p14:modId xmlns:p14="http://schemas.microsoft.com/office/powerpoint/2010/main" val="3683441611"/>
              </p:ext>
            </p:extLst>
          </p:nvPr>
        </p:nvGraphicFramePr>
        <p:xfrm>
          <a:off x="1427307" y="3905157"/>
          <a:ext cx="3840892" cy="1147305"/>
        </p:xfrm>
        <a:graphic>
          <a:graphicData uri="http://schemas.openxmlformats.org/drawingml/2006/chart">
            <c:chart xmlns:c="http://schemas.openxmlformats.org/drawingml/2006/chart" xmlns:r="http://schemas.openxmlformats.org/officeDocument/2006/relationships" r:id="rId6"/>
          </a:graphicData>
        </a:graphic>
      </p:graphicFrame>
      <p:sp>
        <p:nvSpPr>
          <p:cNvPr id="16" name="Rectangle: Rounded Corners 15">
            <a:extLst>
              <a:ext uri="{FF2B5EF4-FFF2-40B4-BE49-F238E27FC236}">
                <a16:creationId xmlns:a16="http://schemas.microsoft.com/office/drawing/2014/main" id="{9E1B3A39-4FB8-2530-B77E-30E674A8B1D6}"/>
              </a:ext>
            </a:extLst>
          </p:cNvPr>
          <p:cNvSpPr/>
          <p:nvPr/>
        </p:nvSpPr>
        <p:spPr>
          <a:xfrm>
            <a:off x="7852726" y="1959219"/>
            <a:ext cx="2265318"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dirty="0">
                <a:ln>
                  <a:noFill/>
                </a:ln>
                <a:solidFill>
                  <a:prstClr val="white"/>
                </a:solidFill>
                <a:effectLst/>
                <a:uLnTx/>
                <a:uFillTx/>
                <a:latin typeface="Arial"/>
                <a:ea typeface="+mn-ea"/>
                <a:cs typeface="+mn-cs"/>
              </a:rPr>
              <a:t> الرد التلقائي</a:t>
            </a:r>
            <a:endParaRPr kumimoji="0" lang="en-AE" sz="2400" b="1" i="0" u="none" strike="noStrike" kern="1200" cap="none" spc="0" normalizeH="0" baseline="0" noProof="0" dirty="0">
              <a:ln>
                <a:noFill/>
              </a:ln>
              <a:solidFill>
                <a:prstClr val="white"/>
              </a:solidFill>
              <a:effectLst/>
              <a:uLnTx/>
              <a:uFillTx/>
              <a:latin typeface="Arial"/>
              <a:ea typeface="+mn-ea"/>
              <a:cs typeface="+mn-cs"/>
            </a:endParaRPr>
          </a:p>
        </p:txBody>
      </p:sp>
      <p:sp>
        <p:nvSpPr>
          <p:cNvPr id="17" name="Rectangle: Rounded Corners 16">
            <a:extLst>
              <a:ext uri="{FF2B5EF4-FFF2-40B4-BE49-F238E27FC236}">
                <a16:creationId xmlns:a16="http://schemas.microsoft.com/office/drawing/2014/main" id="{F0C09598-B231-9546-C90D-713AD993DA83}"/>
              </a:ext>
            </a:extLst>
          </p:cNvPr>
          <p:cNvSpPr/>
          <p:nvPr/>
        </p:nvSpPr>
        <p:spPr>
          <a:xfrm>
            <a:off x="2135192" y="1959219"/>
            <a:ext cx="2265318"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dirty="0">
                <a:ln>
                  <a:noFill/>
                </a:ln>
                <a:solidFill>
                  <a:prstClr val="white"/>
                </a:solidFill>
                <a:effectLst/>
                <a:uLnTx/>
                <a:uFillTx/>
                <a:latin typeface="Arial"/>
                <a:ea typeface="+mn-ea"/>
                <a:cs typeface="+mn-cs"/>
              </a:rPr>
              <a:t>الرد على الاستفسار</a:t>
            </a:r>
            <a:endParaRPr kumimoji="0" lang="en-AE" sz="2400" b="1"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971042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86038-0744-C4C5-92F0-B1CE115D3A2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1D2F0DD-E612-C7FC-1671-379802D0CAB6}"/>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0" name="Table 19">
            <a:extLst>
              <a:ext uri="{FF2B5EF4-FFF2-40B4-BE49-F238E27FC236}">
                <a16:creationId xmlns:a16="http://schemas.microsoft.com/office/drawing/2014/main" id="{0DDE443D-74A9-2F11-B5DD-0020DD38F040}"/>
              </a:ext>
            </a:extLst>
          </p:cNvPr>
          <p:cNvGraphicFramePr>
            <a:graphicFrameLocks noGrp="1"/>
          </p:cNvGraphicFramePr>
          <p:nvPr/>
        </p:nvGraphicFramePr>
        <p:xfrm>
          <a:off x="749299" y="2545069"/>
          <a:ext cx="8877117" cy="3263427"/>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8" name="TextBox 17">
            <a:extLst>
              <a:ext uri="{FF2B5EF4-FFF2-40B4-BE49-F238E27FC236}">
                <a16:creationId xmlns:a16="http://schemas.microsoft.com/office/drawing/2014/main" id="{E91F0703-4C07-F59F-D87D-B13F57D1C2FC}"/>
              </a:ext>
            </a:extLst>
          </p:cNvPr>
          <p:cNvSpPr txBox="1"/>
          <p:nvPr/>
        </p:nvSpPr>
        <p:spPr>
          <a:xfrm>
            <a:off x="8355505" y="1571742"/>
            <a:ext cx="2898691" cy="400110"/>
          </a:xfrm>
          <a:prstGeom prst="rect">
            <a:avLst/>
          </a:prstGeom>
          <a:noFill/>
        </p:spPr>
        <p:txBody>
          <a:bodyPr wrap="square">
            <a:spAutoFit/>
          </a:bodyPr>
          <a:lstStyle/>
          <a:p>
            <a:r>
              <a:rPr lang="ar-EG" sz="2000" b="1" dirty="0"/>
              <a:t>الرد على الاستفسار</a:t>
            </a:r>
            <a:endParaRPr lang="ar-EG" sz="2000" dirty="0"/>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388C450-7A1A-F71F-2246-D4DEC144F2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850F71DF-D27D-151B-A45D-24B322BEF27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04EBB90D-941A-9721-F4C6-F400CE271635}"/>
              </a:ext>
            </a:extLst>
          </p:cNvPr>
          <p:cNvGrpSpPr/>
          <p:nvPr/>
        </p:nvGrpSpPr>
        <p:grpSpPr>
          <a:xfrm>
            <a:off x="5842656" y="2796282"/>
            <a:ext cx="3761012" cy="430887"/>
            <a:chOff x="5842656" y="2491488"/>
            <a:chExt cx="3761012" cy="430887"/>
          </a:xfrm>
        </p:grpSpPr>
        <p:sp>
          <p:nvSpPr>
            <p:cNvPr id="37" name="Rectangle 1">
              <a:extLst>
                <a:ext uri="{FF2B5EF4-FFF2-40B4-BE49-F238E27FC236}">
                  <a16:creationId xmlns:a16="http://schemas.microsoft.com/office/drawing/2014/main" id="{D423A0FC-9CF7-AECC-D62B-3354011F3259}"/>
                </a:ext>
              </a:extLst>
            </p:cNvPr>
            <p:cNvSpPr>
              <a:spLocks noChangeArrowheads="1"/>
            </p:cNvSpPr>
            <p:nvPr/>
          </p:nvSpPr>
          <p:spPr bwMode="auto">
            <a:xfrm>
              <a:off x="6704977" y="2491488"/>
              <a:ext cx="289869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defRPr/>
              </a:pPr>
              <a:r>
                <a:rPr lang="ar-EG" sz="1100" b="1" dirty="0">
                  <a:solidFill>
                    <a:prstClr val="black"/>
                  </a:solidFill>
                </a:rPr>
                <a:t>تم استخدام تحية مناسبة في البريد الإلكتروني (مثل السيد/السيدة + اسمك)</a:t>
              </a:r>
            </a:p>
          </p:txBody>
        </p:sp>
        <p:sp>
          <p:nvSpPr>
            <p:cNvPr id="39" name="Rectangle: Rounded Corners 38">
              <a:extLst>
                <a:ext uri="{FF2B5EF4-FFF2-40B4-BE49-F238E27FC236}">
                  <a16:creationId xmlns:a16="http://schemas.microsoft.com/office/drawing/2014/main" id="{AFF18952-501C-DFA5-E477-1BF30B12A26B}"/>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93</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8EA05E9F-1F6A-6840-6A91-20D9AC69716F}"/>
              </a:ext>
            </a:extLst>
          </p:cNvPr>
          <p:cNvGrpSpPr/>
          <p:nvPr/>
        </p:nvGrpSpPr>
        <p:grpSpPr>
          <a:xfrm>
            <a:off x="5842656" y="3606114"/>
            <a:ext cx="3761013" cy="367951"/>
            <a:chOff x="5842656" y="3301320"/>
            <a:chExt cx="3761013" cy="367951"/>
          </a:xfrm>
        </p:grpSpPr>
        <p:sp>
          <p:nvSpPr>
            <p:cNvPr id="48" name="Rectangle 1">
              <a:extLst>
                <a:ext uri="{FF2B5EF4-FFF2-40B4-BE49-F238E27FC236}">
                  <a16:creationId xmlns:a16="http://schemas.microsoft.com/office/drawing/2014/main" id="{7F3A0428-9B5D-9145-8305-01190CC7B9B9}"/>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تمت الإجابة على جميع استفساراتك</a:t>
              </a:r>
            </a:p>
          </p:txBody>
        </p:sp>
        <p:sp>
          <p:nvSpPr>
            <p:cNvPr id="49" name="Rectangle: Rounded Corners 48">
              <a:extLst>
                <a:ext uri="{FF2B5EF4-FFF2-40B4-BE49-F238E27FC236}">
                  <a16:creationId xmlns:a16="http://schemas.microsoft.com/office/drawing/2014/main" id="{C4B1021B-1686-FFC9-4328-03EF1CF900CA}"/>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86%</a:t>
              </a:r>
            </a:p>
          </p:txBody>
        </p:sp>
      </p:grpSp>
      <p:grpSp>
        <p:nvGrpSpPr>
          <p:cNvPr id="71" name="Group 70">
            <a:extLst>
              <a:ext uri="{FF2B5EF4-FFF2-40B4-BE49-F238E27FC236}">
                <a16:creationId xmlns:a16="http://schemas.microsoft.com/office/drawing/2014/main" id="{D27BC38E-10C0-13AE-93A4-C8C960560ABA}"/>
              </a:ext>
            </a:extLst>
          </p:cNvPr>
          <p:cNvGrpSpPr/>
          <p:nvPr/>
        </p:nvGrpSpPr>
        <p:grpSpPr>
          <a:xfrm>
            <a:off x="5842656" y="4353010"/>
            <a:ext cx="3761013" cy="430887"/>
            <a:chOff x="5842656" y="4048216"/>
            <a:chExt cx="3761013" cy="430887"/>
          </a:xfrm>
        </p:grpSpPr>
        <p:sp>
          <p:nvSpPr>
            <p:cNvPr id="51" name="Rectangle 1">
              <a:extLst>
                <a:ext uri="{FF2B5EF4-FFF2-40B4-BE49-F238E27FC236}">
                  <a16:creationId xmlns:a16="http://schemas.microsoft.com/office/drawing/2014/main" id="{1CE716D4-9AFE-D5AA-A002-E1DF266175C8}"/>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استخدم البريد الإلكتروني لغة واضحة وبسيطة وكان خاليًا من الأخطاء الإملائية والنحوية</a:t>
              </a:r>
            </a:p>
          </p:txBody>
        </p:sp>
        <p:sp>
          <p:nvSpPr>
            <p:cNvPr id="52" name="Rectangle: Rounded Corners 51">
              <a:extLst>
                <a:ext uri="{FF2B5EF4-FFF2-40B4-BE49-F238E27FC236}">
                  <a16:creationId xmlns:a16="http://schemas.microsoft.com/office/drawing/2014/main" id="{9B21F14C-A78F-EF32-5C38-B7BCA5F315F3}"/>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grpSp>
        <p:nvGrpSpPr>
          <p:cNvPr id="72" name="Group 71">
            <a:extLst>
              <a:ext uri="{FF2B5EF4-FFF2-40B4-BE49-F238E27FC236}">
                <a16:creationId xmlns:a16="http://schemas.microsoft.com/office/drawing/2014/main" id="{EBA0F343-D5F0-DDF9-8F96-7B7257CD90C1}"/>
              </a:ext>
            </a:extLst>
          </p:cNvPr>
          <p:cNvGrpSpPr/>
          <p:nvPr/>
        </p:nvGrpSpPr>
        <p:grpSpPr>
          <a:xfrm>
            <a:off x="5842656" y="5162842"/>
            <a:ext cx="3761013" cy="367951"/>
            <a:chOff x="5842656" y="4858048"/>
            <a:chExt cx="3761013" cy="367951"/>
          </a:xfrm>
        </p:grpSpPr>
        <p:sp>
          <p:nvSpPr>
            <p:cNvPr id="54" name="Rectangle 1">
              <a:extLst>
                <a:ext uri="{FF2B5EF4-FFF2-40B4-BE49-F238E27FC236}">
                  <a16:creationId xmlns:a16="http://schemas.microsoft.com/office/drawing/2014/main" id="{42AE1582-5F11-A88C-C314-89C4841DD03B}"/>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EG" sz="1100" b="1" dirty="0">
                  <a:solidFill>
                    <a:prstClr val="black"/>
                  </a:solidFill>
                </a:rPr>
                <a:t>تضمن الرد رسالة شكر</a:t>
              </a:r>
            </a:p>
          </p:txBody>
        </p:sp>
        <p:sp>
          <p:nvSpPr>
            <p:cNvPr id="55" name="Rectangle: Rounded Corners 54">
              <a:extLst>
                <a:ext uri="{FF2B5EF4-FFF2-40B4-BE49-F238E27FC236}">
                  <a16:creationId xmlns:a16="http://schemas.microsoft.com/office/drawing/2014/main" id="{93D53EFF-7F35-85ED-C2A1-758C9856EEB4}"/>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96%</a:t>
              </a:r>
            </a:p>
          </p:txBody>
        </p:sp>
      </p:grpSp>
      <p:sp>
        <p:nvSpPr>
          <p:cNvPr id="4" name="TextBox 3">
            <a:extLst>
              <a:ext uri="{FF2B5EF4-FFF2-40B4-BE49-F238E27FC236}">
                <a16:creationId xmlns:a16="http://schemas.microsoft.com/office/drawing/2014/main" id="{EEB61A7A-9CF3-2284-FE41-24A9AACCAD45}"/>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2724862D-7ACA-8D04-54BC-33B16197D35D}"/>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6" name="Group 5">
            <a:extLst>
              <a:ext uri="{FF2B5EF4-FFF2-40B4-BE49-F238E27FC236}">
                <a16:creationId xmlns:a16="http://schemas.microsoft.com/office/drawing/2014/main" id="{3917F76F-2772-6C52-76E3-C7F4F6C802CB}"/>
              </a:ext>
            </a:extLst>
          </p:cNvPr>
          <p:cNvGrpSpPr/>
          <p:nvPr/>
        </p:nvGrpSpPr>
        <p:grpSpPr>
          <a:xfrm>
            <a:off x="9227248" y="3260942"/>
            <a:ext cx="2516354" cy="1690576"/>
            <a:chOff x="9311918" y="3278271"/>
            <a:chExt cx="2516354" cy="1690576"/>
          </a:xfrm>
        </p:grpSpPr>
        <p:graphicFrame>
          <p:nvGraphicFramePr>
            <p:cNvPr id="10" name="Chart 9">
              <a:extLst>
                <a:ext uri="{FF2B5EF4-FFF2-40B4-BE49-F238E27FC236}">
                  <a16:creationId xmlns:a16="http://schemas.microsoft.com/office/drawing/2014/main" id="{E5D9A141-E981-7877-1400-1B05706B387B}"/>
                </a:ext>
              </a:extLst>
            </p:cNvPr>
            <p:cNvGraphicFramePr/>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2A081061-4D73-EF8F-4F9A-0D9F1CF2CF64}"/>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
        <p:nvSpPr>
          <p:cNvPr id="12" name="TextBox 11">
            <a:extLst>
              <a:ext uri="{FF2B5EF4-FFF2-40B4-BE49-F238E27FC236}">
                <a16:creationId xmlns:a16="http://schemas.microsoft.com/office/drawing/2014/main" id="{D7CAF2AA-0CB1-2E20-4165-21C65F73ADB2}"/>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281</a:t>
            </a:r>
            <a:endParaRPr lang="ar-EG" sz="1100" b="1" dirty="0">
              <a:solidFill>
                <a:srgbClr val="414141"/>
              </a:solidFill>
            </a:endParaRPr>
          </a:p>
        </p:txBody>
      </p:sp>
      <p:pic>
        <p:nvPicPr>
          <p:cNvPr id="13" name="Picture 12" descr="Email ">
            <a:extLst>
              <a:ext uri="{FF2B5EF4-FFF2-40B4-BE49-F238E27FC236}">
                <a16:creationId xmlns:a16="http://schemas.microsoft.com/office/drawing/2014/main" id="{7CF98A99-2299-FBB9-726B-585B6A3AA79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1454069" y="6252974"/>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553D08F-B8E9-7166-484C-65CB2BE897AD}"/>
              </a:ext>
            </a:extLst>
          </p:cNvPr>
          <p:cNvSpPr txBox="1"/>
          <p:nvPr/>
        </p:nvSpPr>
        <p:spPr>
          <a:xfrm>
            <a:off x="1703254" y="797178"/>
            <a:ext cx="10292812" cy="307777"/>
          </a:xfrm>
          <a:prstGeom prst="rect">
            <a:avLst/>
          </a:prstGeom>
          <a:noFill/>
        </p:spPr>
        <p:txBody>
          <a:bodyPr wrap="square" lIns="91440" tIns="45720" rIns="91440" bIns="45720" rtlCol="0" anchor="t">
            <a:spAutoFit/>
          </a:bodyPr>
          <a:lstStyle/>
          <a:p>
            <a:pPr lvl="0">
              <a:defRPr/>
            </a:pPr>
            <a:r>
              <a:rPr lang="ar-AE" sz="1400" dirty="0">
                <a:solidFill>
                  <a:srgbClr val="414141"/>
                </a:solidFill>
              </a:rPr>
              <a:t>فيما يخص </a:t>
            </a:r>
            <a:r>
              <a:rPr lang="ar-AE" sz="1400" b="1" dirty="0">
                <a:solidFill>
                  <a:srgbClr val="414141"/>
                </a:solidFill>
              </a:rPr>
              <a:t>الرد على الاستفسار</a:t>
            </a:r>
            <a:r>
              <a:rPr lang="ar-AE" sz="1400" dirty="0">
                <a:solidFill>
                  <a:srgbClr val="414141"/>
                </a:solidFill>
              </a:rPr>
              <a:t>، تبيّنت أبرز فرص التحسين في وجود فجوة بين توقعات المتعاملين وتجربتهم الفعلية، خصوصًا فيما يتعلق في </a:t>
            </a:r>
            <a:r>
              <a:rPr lang="ar-AE" sz="1400" b="1" dirty="0">
                <a:solidFill>
                  <a:srgbClr val="414141"/>
                </a:solidFill>
              </a:rPr>
              <a:t>الرد على جميع الاستفسارات.</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19" name="TextBox 18">
            <a:extLst>
              <a:ext uri="{FF2B5EF4-FFF2-40B4-BE49-F238E27FC236}">
                <a16:creationId xmlns:a16="http://schemas.microsoft.com/office/drawing/2014/main" id="{E5FD79C3-0F88-5097-4B2D-15DF49EE2467}"/>
              </a:ext>
            </a:extLst>
          </p:cNvPr>
          <p:cNvSpPr txBox="1"/>
          <p:nvPr/>
        </p:nvSpPr>
        <p:spPr>
          <a:xfrm>
            <a:off x="7623543" y="244463"/>
            <a:ext cx="4372521"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الرد على الاستفسار</a:t>
            </a:r>
          </a:p>
        </p:txBody>
      </p:sp>
      <p:graphicFrame>
        <p:nvGraphicFramePr>
          <p:cNvPr id="3" name="Chart 2">
            <a:extLst>
              <a:ext uri="{FF2B5EF4-FFF2-40B4-BE49-F238E27FC236}">
                <a16:creationId xmlns:a16="http://schemas.microsoft.com/office/drawing/2014/main" id="{F18959FE-46FB-0930-D103-4A8E599F3D3F}"/>
              </a:ext>
            </a:extLst>
          </p:cNvPr>
          <p:cNvGraphicFramePr/>
          <p:nvPr>
            <p:extLst>
              <p:ext uri="{D42A27DB-BD31-4B8C-83A1-F6EECF244321}">
                <p14:modId xmlns:p14="http://schemas.microsoft.com/office/powerpoint/2010/main" val="3036880229"/>
              </p:ext>
            </p:extLst>
          </p:nvPr>
        </p:nvGraphicFramePr>
        <p:xfrm>
          <a:off x="908215" y="2484228"/>
          <a:ext cx="4775527" cy="336276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956362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FBD2-46A7-8D06-6D65-8806AF7EA6B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37A8388-39C2-278C-3C97-DBF04EAAEBAC}"/>
              </a:ext>
            </a:extLst>
          </p:cNvPr>
          <p:cNvSpPr>
            <a:spLocks noGrp="1"/>
          </p:cNvSpPr>
          <p:nvPr>
            <p:ph type="body" sz="quarter" idx="11"/>
          </p:nvPr>
        </p:nvSpPr>
        <p:spPr/>
        <p:txBody>
          <a:bodyPr/>
          <a:lstStyle/>
          <a:p>
            <a:fld id="{CEB9653E-F2B9-42DD-9F83-20048B6AB3C6}" type="slidenum">
              <a:rPr lang="en-US" smtClean="0"/>
              <a:t>51</a:t>
            </a:fld>
            <a:endParaRPr lang="en-US"/>
          </a:p>
        </p:txBody>
      </p:sp>
      <p:sp>
        <p:nvSpPr>
          <p:cNvPr id="3" name="Rectangle 2">
            <a:extLst>
              <a:ext uri="{FF2B5EF4-FFF2-40B4-BE49-F238E27FC236}">
                <a16:creationId xmlns:a16="http://schemas.microsoft.com/office/drawing/2014/main" id="{77F82DE5-7037-779B-E415-505592C6FFC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3E33B232-E9DD-E82F-DB82-DCCCE6D88202}"/>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البريد الإلكتروني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C92C5CF8-33E3-4965-EAED-A8C96A10853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DC1348AB-B958-8F7D-F599-05A618E75312}"/>
              </a:ext>
            </a:extLst>
          </p:cNvPr>
          <p:cNvSpPr txBox="1"/>
          <p:nvPr/>
        </p:nvSpPr>
        <p:spPr>
          <a:xfrm>
            <a:off x="1614649" y="797178"/>
            <a:ext cx="10381416" cy="584775"/>
          </a:xfrm>
          <a:prstGeom prst="rect">
            <a:avLst/>
          </a:prstGeom>
          <a:noFill/>
        </p:spPr>
        <p:txBody>
          <a:bodyPr wrap="square" rtlCol="0">
            <a:spAutoFit/>
          </a:bodyPr>
          <a:lstStyle/>
          <a:p>
            <a:pPr>
              <a:defRPr/>
            </a:pPr>
            <a:r>
              <a:rPr lang="ar-AE" sz="1600" dirty="0">
                <a:solidFill>
                  <a:srgbClr val="414141"/>
                </a:solidFill>
              </a:rPr>
              <a:t>جاءت أغلب التعليقات البريد الإلكتروني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 </a:t>
            </a:r>
            <a:r>
              <a:rPr lang="ar-SA" sz="1600" b="1" dirty="0">
                <a:solidFill>
                  <a:srgbClr val="414141"/>
                </a:solidFill>
              </a:rPr>
              <a:t>ضعف التواصل والمتابعة</a:t>
            </a:r>
            <a:r>
              <a:rPr lang="ar-AE" sz="1600" b="1" dirty="0">
                <a:solidFill>
                  <a:srgbClr val="414141"/>
                </a:solidFill>
              </a:rPr>
              <a:t>، </a:t>
            </a:r>
            <a:r>
              <a:rPr lang="ar-SA" sz="1600" b="1" dirty="0">
                <a:solidFill>
                  <a:srgbClr val="414141"/>
                </a:solidFill>
              </a:rPr>
              <a:t>تأخير أو قصور في تقديم الخدمة</a:t>
            </a:r>
            <a:r>
              <a:rPr lang="ar-AE" sz="1600" b="1" dirty="0">
                <a:solidFill>
                  <a:srgbClr val="414141"/>
                </a:solidFill>
              </a:rPr>
              <a:t>، و</a:t>
            </a:r>
            <a:r>
              <a:rPr lang="ar-SA" sz="1600" b="1" dirty="0">
                <a:solidFill>
                  <a:srgbClr val="414141"/>
                </a:solidFill>
              </a:rPr>
              <a:t>نقص في المعلومات</a:t>
            </a:r>
            <a:r>
              <a:rPr lang="ar-AE" sz="1600" b="1" dirty="0">
                <a:solidFill>
                  <a:srgbClr val="414141"/>
                </a:solidFill>
              </a:rPr>
              <a:t>. </a:t>
            </a:r>
            <a:endParaRPr lang="ar-SA" sz="1600" b="1" dirty="0">
              <a:solidFill>
                <a:srgbClr val="414141"/>
              </a:solidFill>
            </a:endParaRPr>
          </a:p>
        </p:txBody>
      </p:sp>
      <p:sp>
        <p:nvSpPr>
          <p:cNvPr id="51" name="Rectangle: Rounded Corners 50">
            <a:extLst>
              <a:ext uri="{FF2B5EF4-FFF2-40B4-BE49-F238E27FC236}">
                <a16:creationId xmlns:a16="http://schemas.microsoft.com/office/drawing/2014/main" id="{61357DE9-C043-852F-DC82-0A13DFB8CF1B}"/>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6C88E2F5-E94E-6C70-2079-C947D04224C3}"/>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4" name="Rectangle: Rounded Corners 22">
            <a:extLst>
              <a:ext uri="{FF2B5EF4-FFF2-40B4-BE49-F238E27FC236}">
                <a16:creationId xmlns:a16="http://schemas.microsoft.com/office/drawing/2014/main" id="{8AA4F799-CD3E-6B7C-860D-12812E816640}"/>
              </a:ext>
            </a:extLst>
          </p:cNvPr>
          <p:cNvSpPr/>
          <p:nvPr/>
        </p:nvSpPr>
        <p:spPr>
          <a:xfrm>
            <a:off x="1498602" y="2261401"/>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27A89B1A-1236-AEB7-3A5B-E59EC8B70B5E}"/>
              </a:ext>
            </a:extLst>
          </p:cNvPr>
          <p:cNvSpPr/>
          <p:nvPr/>
        </p:nvSpPr>
        <p:spPr>
          <a:xfrm>
            <a:off x="1474949" y="4257682"/>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Rectangle: Rounded Corners 22">
            <a:extLst>
              <a:ext uri="{FF2B5EF4-FFF2-40B4-BE49-F238E27FC236}">
                <a16:creationId xmlns:a16="http://schemas.microsoft.com/office/drawing/2014/main" id="{657056E0-E876-16AD-9F16-3AF609DB853B}"/>
              </a:ext>
            </a:extLst>
          </p:cNvPr>
          <p:cNvSpPr/>
          <p:nvPr/>
        </p:nvSpPr>
        <p:spPr>
          <a:xfrm>
            <a:off x="6218733" y="4261563"/>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C58AA552-D0A4-BE64-9B94-ECBDF7FD1CF8}"/>
              </a:ext>
            </a:extLst>
          </p:cNvPr>
          <p:cNvSpPr/>
          <p:nvPr/>
        </p:nvSpPr>
        <p:spPr>
          <a:xfrm>
            <a:off x="6218732" y="2261401"/>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673F27A-0AD0-6C7A-406C-7746BED6E2ED}"/>
              </a:ext>
            </a:extLst>
          </p:cNvPr>
          <p:cNvSpPr txBox="1"/>
          <p:nvPr/>
        </p:nvSpPr>
        <p:spPr>
          <a:xfrm>
            <a:off x="1498602" y="2668268"/>
            <a:ext cx="4474667" cy="923330"/>
          </a:xfrm>
          <a:prstGeom prst="rect">
            <a:avLst/>
          </a:prstGeom>
          <a:noFill/>
        </p:spPr>
        <p:txBody>
          <a:bodyPr wrap="square" rtlCol="0">
            <a:spAutoFit/>
          </a:bodyPr>
          <a:lstStyle/>
          <a:p>
            <a:pPr algn="ctr"/>
            <a:r>
              <a:rPr lang="ar-EG" dirty="0">
                <a:solidFill>
                  <a:prstClr val="black"/>
                </a:solidFill>
              </a:rPr>
              <a:t>"لم يصلني </a:t>
            </a:r>
            <a:r>
              <a:rPr lang="ar-AE" dirty="0">
                <a:solidFill>
                  <a:prstClr val="black"/>
                </a:solidFill>
              </a:rPr>
              <a:t>بريد الكتروني</a:t>
            </a:r>
            <a:r>
              <a:rPr lang="ar-EG" dirty="0">
                <a:solidFill>
                  <a:prstClr val="black"/>
                </a:solidFill>
              </a:rPr>
              <a:t> و مجرد التقديم وصلني </a:t>
            </a:r>
            <a:r>
              <a:rPr lang="ar-AE" dirty="0">
                <a:solidFill>
                  <a:prstClr val="black"/>
                </a:solidFill>
              </a:rPr>
              <a:t>رسالة</a:t>
            </a:r>
            <a:r>
              <a:rPr lang="ar-EG" dirty="0">
                <a:solidFill>
                  <a:prstClr val="black"/>
                </a:solidFill>
              </a:rPr>
              <a:t> تم الرفض بدون اي تفاصيل و</a:t>
            </a:r>
            <a:r>
              <a:rPr lang="ar-AE" dirty="0">
                <a:solidFill>
                  <a:prstClr val="black"/>
                </a:solidFill>
              </a:rPr>
              <a:t> راجعنا اكثر من مرة في</a:t>
            </a:r>
            <a:r>
              <a:rPr lang="ar-EG" dirty="0">
                <a:solidFill>
                  <a:prstClr val="black"/>
                </a:solidFill>
              </a:rPr>
              <a:t> عيادات و مستشفيات و كل مرة يطلبون شي</a:t>
            </a:r>
            <a:r>
              <a:rPr lang="ar-AE" dirty="0">
                <a:solidFill>
                  <a:prstClr val="black"/>
                </a:solidFill>
              </a:rPr>
              <a:t>ء</a:t>
            </a:r>
            <a:r>
              <a:rPr lang="ar-EG" dirty="0">
                <a:solidFill>
                  <a:prstClr val="black"/>
                </a:solidFill>
              </a:rPr>
              <a:t> بدون فائدة."</a:t>
            </a:r>
          </a:p>
        </p:txBody>
      </p:sp>
      <p:sp>
        <p:nvSpPr>
          <p:cNvPr id="25" name="TextBox 24">
            <a:extLst>
              <a:ext uri="{FF2B5EF4-FFF2-40B4-BE49-F238E27FC236}">
                <a16:creationId xmlns:a16="http://schemas.microsoft.com/office/drawing/2014/main" id="{2EEFD16B-2416-624C-086C-7695F0CF20A2}"/>
              </a:ext>
            </a:extLst>
          </p:cNvPr>
          <p:cNvSpPr txBox="1"/>
          <p:nvPr/>
        </p:nvSpPr>
        <p:spPr>
          <a:xfrm>
            <a:off x="6218732" y="4806930"/>
            <a:ext cx="4474667" cy="646331"/>
          </a:xfrm>
          <a:prstGeom prst="rect">
            <a:avLst/>
          </a:prstGeom>
          <a:noFill/>
        </p:spPr>
        <p:txBody>
          <a:bodyPr wrap="square" rtlCol="0">
            <a:spAutoFit/>
          </a:bodyPr>
          <a:lstStyle/>
          <a:p>
            <a:pPr algn="ctr"/>
            <a:r>
              <a:rPr lang="ar-EG" dirty="0">
                <a:solidFill>
                  <a:prstClr val="black"/>
                </a:solidFill>
              </a:rPr>
              <a:t>"تأخير بالرد ولا احد يتواصل معك و</a:t>
            </a:r>
            <a:r>
              <a:rPr lang="ar-AE" dirty="0">
                <a:solidFill>
                  <a:prstClr val="black"/>
                </a:solidFill>
              </a:rPr>
              <a:t> بخصوص </a:t>
            </a:r>
            <a:r>
              <a:rPr lang="ar-EG" dirty="0">
                <a:solidFill>
                  <a:prstClr val="black"/>
                </a:solidFill>
              </a:rPr>
              <a:t>المرفقات لا تستطيع ان تقدم مرفقاتك و</a:t>
            </a:r>
            <a:r>
              <a:rPr lang="ar-AE" dirty="0">
                <a:solidFill>
                  <a:prstClr val="black"/>
                </a:solidFill>
              </a:rPr>
              <a:t>يجب</a:t>
            </a:r>
            <a:r>
              <a:rPr lang="ar-EG" dirty="0">
                <a:solidFill>
                  <a:prstClr val="black"/>
                </a:solidFill>
              </a:rPr>
              <a:t> عن طريق برنامج تم."</a:t>
            </a:r>
          </a:p>
        </p:txBody>
      </p:sp>
      <p:sp>
        <p:nvSpPr>
          <p:cNvPr id="26" name="TextBox 25">
            <a:extLst>
              <a:ext uri="{FF2B5EF4-FFF2-40B4-BE49-F238E27FC236}">
                <a16:creationId xmlns:a16="http://schemas.microsoft.com/office/drawing/2014/main" id="{EB81C186-5399-DB1C-9EC7-063F0741F859}"/>
              </a:ext>
            </a:extLst>
          </p:cNvPr>
          <p:cNvSpPr txBox="1"/>
          <p:nvPr/>
        </p:nvSpPr>
        <p:spPr>
          <a:xfrm>
            <a:off x="1474949" y="4526050"/>
            <a:ext cx="4474667" cy="1200329"/>
          </a:xfrm>
          <a:prstGeom prst="rect">
            <a:avLst/>
          </a:prstGeom>
          <a:noFill/>
        </p:spPr>
        <p:txBody>
          <a:bodyPr wrap="square" rtlCol="0">
            <a:spAutoFit/>
          </a:bodyPr>
          <a:lstStyle/>
          <a:p>
            <a:pPr lvl="0" algn="ctr">
              <a:defRPr/>
            </a:pPr>
            <a:r>
              <a:rPr lang="ar-EG" dirty="0">
                <a:solidFill>
                  <a:prstClr val="black"/>
                </a:solidFill>
              </a:rPr>
              <a:t>"</a:t>
            </a:r>
            <a:r>
              <a:rPr lang="ar-AE" dirty="0">
                <a:solidFill>
                  <a:prstClr val="black"/>
                </a:solidFill>
              </a:rPr>
              <a:t>عندما ارسل بريد الكتروني</a:t>
            </a:r>
            <a:r>
              <a:rPr lang="ar-EG" dirty="0">
                <a:solidFill>
                  <a:prstClr val="black"/>
                </a:solidFill>
              </a:rPr>
              <a:t> لشكو</a:t>
            </a:r>
            <a:r>
              <a:rPr lang="ar-AE" dirty="0">
                <a:solidFill>
                  <a:prstClr val="black"/>
                </a:solidFill>
              </a:rPr>
              <a:t>ى</a:t>
            </a:r>
            <a:r>
              <a:rPr lang="ar-EG" dirty="0">
                <a:solidFill>
                  <a:prstClr val="black"/>
                </a:solidFill>
              </a:rPr>
              <a:t> معينة طريقة الرد علي ال</a:t>
            </a:r>
            <a:r>
              <a:rPr lang="ar-AE" dirty="0">
                <a:solidFill>
                  <a:prstClr val="black"/>
                </a:solidFill>
              </a:rPr>
              <a:t>بريد الالكتروني</a:t>
            </a:r>
            <a:r>
              <a:rPr lang="ar-EG" dirty="0">
                <a:solidFill>
                  <a:prstClr val="black"/>
                </a:solidFill>
              </a:rPr>
              <a:t> </a:t>
            </a:r>
            <a:r>
              <a:rPr lang="ar-AE" dirty="0">
                <a:solidFill>
                  <a:prstClr val="black"/>
                </a:solidFill>
              </a:rPr>
              <a:t>خطأ</a:t>
            </a:r>
            <a:r>
              <a:rPr lang="ar-EG" dirty="0">
                <a:solidFill>
                  <a:prstClr val="black"/>
                </a:solidFill>
              </a:rPr>
              <a:t> احيانا </a:t>
            </a:r>
            <a:r>
              <a:rPr lang="ar-AE" dirty="0">
                <a:solidFill>
                  <a:prstClr val="black"/>
                </a:solidFill>
              </a:rPr>
              <a:t>لان يكون لدينا</a:t>
            </a:r>
            <a:r>
              <a:rPr lang="ar-EG" dirty="0">
                <a:solidFill>
                  <a:prstClr val="black"/>
                </a:solidFill>
              </a:rPr>
              <a:t> اكثر من شكو</a:t>
            </a:r>
            <a:r>
              <a:rPr lang="ar-AE" dirty="0">
                <a:solidFill>
                  <a:prstClr val="black"/>
                </a:solidFill>
              </a:rPr>
              <a:t>ى فلا استطيع</a:t>
            </a:r>
            <a:r>
              <a:rPr lang="ar-EG" dirty="0">
                <a:solidFill>
                  <a:prstClr val="black"/>
                </a:solidFill>
              </a:rPr>
              <a:t> حفظ ارقام الشكاوي انا </a:t>
            </a:r>
            <a:r>
              <a:rPr lang="ar-AE" dirty="0">
                <a:solidFill>
                  <a:prstClr val="black"/>
                </a:solidFill>
              </a:rPr>
              <a:t>لدي</a:t>
            </a:r>
            <a:r>
              <a:rPr lang="ar-EG" dirty="0">
                <a:solidFill>
                  <a:prstClr val="black"/>
                </a:solidFill>
              </a:rPr>
              <a:t> 65 منشاة الرجاء تحد</a:t>
            </a:r>
            <a:r>
              <a:rPr lang="ar-AE" dirty="0">
                <a:solidFill>
                  <a:prstClr val="black"/>
                </a:solidFill>
              </a:rPr>
              <a:t>يد رقم الشكوى</a:t>
            </a:r>
            <a:r>
              <a:rPr lang="ar-EG" dirty="0">
                <a:solidFill>
                  <a:prstClr val="black"/>
                </a:solidFill>
              </a:rPr>
              <a:t>."</a:t>
            </a:r>
          </a:p>
        </p:txBody>
      </p:sp>
      <p:sp>
        <p:nvSpPr>
          <p:cNvPr id="30" name="TextBox 29">
            <a:extLst>
              <a:ext uri="{FF2B5EF4-FFF2-40B4-BE49-F238E27FC236}">
                <a16:creationId xmlns:a16="http://schemas.microsoft.com/office/drawing/2014/main" id="{8334DF50-EF9F-0C2C-79E2-B087645614AA}"/>
              </a:ext>
            </a:extLst>
          </p:cNvPr>
          <p:cNvSpPr txBox="1"/>
          <p:nvPr/>
        </p:nvSpPr>
        <p:spPr>
          <a:xfrm>
            <a:off x="6218732" y="2668268"/>
            <a:ext cx="4474667" cy="923330"/>
          </a:xfrm>
          <a:prstGeom prst="rect">
            <a:avLst/>
          </a:prstGeom>
          <a:noFill/>
        </p:spPr>
        <p:txBody>
          <a:bodyPr wrap="square" rtlCol="0">
            <a:spAutoFit/>
          </a:bodyPr>
          <a:lstStyle/>
          <a:p>
            <a:pPr lvl="0" algn="ctr">
              <a:defRPr/>
            </a:pPr>
            <a:r>
              <a:rPr lang="ar-EG" dirty="0">
                <a:solidFill>
                  <a:prstClr val="black"/>
                </a:solidFill>
              </a:rPr>
              <a:t>"الرد بسرعه او تقليل المده الزمنيه في الرد على الاستعلامات المرسله بال</a:t>
            </a:r>
            <a:r>
              <a:rPr lang="ar-AE" dirty="0">
                <a:solidFill>
                  <a:prstClr val="black"/>
                </a:solidFill>
              </a:rPr>
              <a:t>بريد الالكتروني</a:t>
            </a:r>
            <a:r>
              <a:rPr lang="ar-EG" dirty="0">
                <a:solidFill>
                  <a:prstClr val="black"/>
                </a:solidFill>
              </a:rPr>
              <a:t> و عدم التأخير في الرد."</a:t>
            </a:r>
          </a:p>
        </p:txBody>
      </p:sp>
    </p:spTree>
    <p:extLst>
      <p:ext uri="{BB962C8B-B14F-4D97-AF65-F5344CB8AC3E}">
        <p14:creationId xmlns:p14="http://schemas.microsoft.com/office/powerpoint/2010/main" val="2751866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B73D-D791-5EED-9E68-2B6682E596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A1F835-0470-8889-7590-275C872AC8A2}"/>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911BA0B3-7B2C-F590-6425-21DF3B177C8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5D4F0929-5C98-2E03-66B3-687D18955BD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8A13275C-2CF0-19E5-DEA5-C1072F20CE6C}"/>
              </a:ext>
            </a:extLst>
          </p:cNvPr>
          <p:cNvSpPr/>
          <p:nvPr/>
        </p:nvSpPr>
        <p:spPr>
          <a:xfrm>
            <a:off x="2211572" y="2351782"/>
            <a:ext cx="9503873" cy="2123658"/>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الشكاوى</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4" name="Rectangle 3">
            <a:extLst>
              <a:ext uri="{FF2B5EF4-FFF2-40B4-BE49-F238E27FC236}">
                <a16:creationId xmlns:a16="http://schemas.microsoft.com/office/drawing/2014/main" id="{E58FD179-44AD-B46B-5605-FBF37A00C277}"/>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281785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6C01-CA30-2DD3-6010-9BC48F1D27FC}"/>
            </a:ext>
          </a:extLst>
        </p:cNvPr>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B20235EC-3870-CC08-0BAE-DE54A3FD5E13}"/>
              </a:ext>
            </a:extLst>
          </p:cNvPr>
          <p:cNvSpPr/>
          <p:nvPr/>
        </p:nvSpPr>
        <p:spPr>
          <a:xfrm>
            <a:off x="6925338" y="1513492"/>
            <a:ext cx="5140429" cy="4977798"/>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57" name="Rectangle: Rounded Corners 56">
            <a:extLst>
              <a:ext uri="{FF2B5EF4-FFF2-40B4-BE49-F238E27FC236}">
                <a16:creationId xmlns:a16="http://schemas.microsoft.com/office/drawing/2014/main" id="{D2E025E7-3CDF-1C5F-3CF8-2FD2D2BDFE02}"/>
              </a:ext>
            </a:extLst>
          </p:cNvPr>
          <p:cNvSpPr/>
          <p:nvPr/>
        </p:nvSpPr>
        <p:spPr>
          <a:xfrm>
            <a:off x="70277" y="1513492"/>
            <a:ext cx="6728831" cy="4977798"/>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46" name="Table 45">
            <a:extLst>
              <a:ext uri="{FF2B5EF4-FFF2-40B4-BE49-F238E27FC236}">
                <a16:creationId xmlns:a16="http://schemas.microsoft.com/office/drawing/2014/main" id="{B5796E3F-F479-6EEB-9BC8-3DB4C3802199}"/>
              </a:ext>
            </a:extLst>
          </p:cNvPr>
          <p:cNvGraphicFramePr>
            <a:graphicFrameLocks noGrp="1"/>
          </p:cNvGraphicFramePr>
          <p:nvPr>
            <p:extLst>
              <p:ext uri="{D42A27DB-BD31-4B8C-83A1-F6EECF244321}">
                <p14:modId xmlns:p14="http://schemas.microsoft.com/office/powerpoint/2010/main" val="1661025410"/>
              </p:ext>
            </p:extLst>
          </p:nvPr>
        </p:nvGraphicFramePr>
        <p:xfrm>
          <a:off x="126231" y="3235820"/>
          <a:ext cx="6412276" cy="1696949"/>
        </p:xfrm>
        <a:graphic>
          <a:graphicData uri="http://schemas.openxmlformats.org/drawingml/2006/table">
            <a:tbl>
              <a:tblPr firstRow="1" bandRow="1">
                <a:tableStyleId>{5C22544A-7EE6-4342-B048-85BDC9FD1C3A}</a:tableStyleId>
              </a:tblPr>
              <a:tblGrid>
                <a:gridCol w="6412276">
                  <a:extLst>
                    <a:ext uri="{9D8B030D-6E8A-4147-A177-3AD203B41FA5}">
                      <a16:colId xmlns:a16="http://schemas.microsoft.com/office/drawing/2014/main" val="941526368"/>
                    </a:ext>
                  </a:extLst>
                </a:gridCol>
              </a:tblGrid>
              <a:tr h="956603">
                <a:tc>
                  <a:txBody>
                    <a:bodyPr/>
                    <a:lstStyle/>
                    <a:p>
                      <a:endParaRPr lang="en-GB" dirty="0"/>
                    </a:p>
                  </a:txBody>
                  <a:tcPr>
                    <a:lnL w="12700" cmpd="sng">
                      <a:noFill/>
                    </a:lnL>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843863"/>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sp>
        <p:nvSpPr>
          <p:cNvPr id="3" name="Rectangle 2">
            <a:extLst>
              <a:ext uri="{FF2B5EF4-FFF2-40B4-BE49-F238E27FC236}">
                <a16:creationId xmlns:a16="http://schemas.microsoft.com/office/drawing/2014/main" id="{0B0EC8B6-5B7B-2E38-FD39-54626CE97B8A}"/>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21" name="Chart 12">
            <a:extLst>
              <a:ext uri="{FF2B5EF4-FFF2-40B4-BE49-F238E27FC236}">
                <a16:creationId xmlns:a16="http://schemas.microsoft.com/office/drawing/2014/main" id="{724B9A81-CFEB-F18B-8C80-09A3207B7277}"/>
              </a:ext>
            </a:extLst>
          </p:cNvPr>
          <p:cNvGraphicFramePr/>
          <p:nvPr>
            <p:extLst>
              <p:ext uri="{D42A27DB-BD31-4B8C-83A1-F6EECF244321}">
                <p14:modId xmlns:p14="http://schemas.microsoft.com/office/powerpoint/2010/main" val="986813866"/>
              </p:ext>
            </p:extLst>
          </p:nvPr>
        </p:nvGraphicFramePr>
        <p:xfrm>
          <a:off x="6969668" y="2828290"/>
          <a:ext cx="5096098" cy="3220733"/>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AD6B8F15-ACCD-921C-900D-FECDE2231E23}"/>
              </a:ext>
            </a:extLst>
          </p:cNvPr>
          <p:cNvSpPr txBox="1"/>
          <p:nvPr/>
        </p:nvSpPr>
        <p:spPr>
          <a:xfrm>
            <a:off x="8412480" y="2209199"/>
            <a:ext cx="3466608" cy="369332"/>
          </a:xfrm>
          <a:prstGeom prst="rect">
            <a:avLst/>
          </a:prstGeom>
          <a:noFill/>
        </p:spPr>
        <p:txBody>
          <a:bodyPr wrap="square">
            <a:spAutoFit/>
          </a:bodyPr>
          <a:lstStyle/>
          <a:p>
            <a:pPr algn="r"/>
            <a:r>
              <a:rPr lang="ar-EG" dirty="0"/>
              <a:t>هل تم حل الشكوى خلال فترة زمنية معقولة؟</a:t>
            </a:r>
          </a:p>
        </p:txBody>
      </p:sp>
      <p:sp>
        <p:nvSpPr>
          <p:cNvPr id="24" name="TextBox 23">
            <a:extLst>
              <a:ext uri="{FF2B5EF4-FFF2-40B4-BE49-F238E27FC236}">
                <a16:creationId xmlns:a16="http://schemas.microsoft.com/office/drawing/2014/main" id="{6B979C44-8ED9-B53F-F197-297D47248456}"/>
              </a:ext>
            </a:extLst>
          </p:cNvPr>
          <p:cNvSpPr txBox="1"/>
          <p:nvPr/>
        </p:nvSpPr>
        <p:spPr>
          <a:xfrm>
            <a:off x="10597754" y="6548922"/>
            <a:ext cx="987148" cy="261610"/>
          </a:xfrm>
          <a:prstGeom prst="rect">
            <a:avLst/>
          </a:prstGeom>
          <a:noFill/>
        </p:spPr>
        <p:txBody>
          <a:bodyPr wrap="square" rtlCol="0">
            <a:spAutoFit/>
          </a:bodyPr>
          <a:lstStyle/>
          <a:p>
            <a:pPr lvl="0">
              <a:defRPr/>
            </a:pPr>
            <a:r>
              <a:rPr lang="ar-EG" sz="1100" b="1" dirty="0">
                <a:solidFill>
                  <a:srgbClr val="414141"/>
                </a:solidFill>
              </a:rPr>
              <a:t>العينة =</a:t>
            </a:r>
            <a:r>
              <a:rPr lang="ar-AE" sz="1100" b="1" dirty="0">
                <a:solidFill>
                  <a:srgbClr val="414141"/>
                </a:solidFill>
              </a:rPr>
              <a:t> 13</a:t>
            </a:r>
            <a:r>
              <a:rPr lang="ar-AE" sz="1100" b="1" dirty="0">
                <a:solidFill>
                  <a:srgbClr val="E53935"/>
                </a:solidFill>
              </a:rPr>
              <a:t>*</a:t>
            </a:r>
            <a:endParaRPr lang="ar-EG" sz="1100" b="1" dirty="0">
              <a:solidFill>
                <a:srgbClr val="414141"/>
              </a:solidFill>
            </a:endParaRPr>
          </a:p>
        </p:txBody>
      </p:sp>
      <p:pic>
        <p:nvPicPr>
          <p:cNvPr id="29" name="Picture 28" descr="A gold eagle with a green circle and a red circle with white text&#10;&#10;AI-generated content may be incorrect.">
            <a:extLst>
              <a:ext uri="{FF2B5EF4-FFF2-40B4-BE49-F238E27FC236}">
                <a16:creationId xmlns:a16="http://schemas.microsoft.com/office/drawing/2014/main" id="{8152C17D-C93D-32B3-B26B-6A6EA41A633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9" name="TextBox 8">
            <a:extLst>
              <a:ext uri="{FF2B5EF4-FFF2-40B4-BE49-F238E27FC236}">
                <a16:creationId xmlns:a16="http://schemas.microsoft.com/office/drawing/2014/main" id="{F366176A-7C6E-6E45-3D07-9DB3DDBFEB75}"/>
              </a:ext>
            </a:extLst>
          </p:cNvPr>
          <p:cNvSpPr txBox="1"/>
          <p:nvPr/>
        </p:nvSpPr>
        <p:spPr>
          <a:xfrm>
            <a:off x="4326111" y="6548922"/>
            <a:ext cx="2472997" cy="2308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900" b="1" i="0" u="none" strike="noStrike" kern="1200" cap="none" spc="0" normalizeH="0" baseline="0" noProof="0" dirty="0">
                <a:ln>
                  <a:noFill/>
                </a:ln>
                <a:solidFill>
                  <a:srgbClr val="E53935"/>
                </a:solidFill>
                <a:effectLst/>
                <a:uLnTx/>
                <a:uFillTx/>
                <a:latin typeface="Arial"/>
                <a:ea typeface="+mn-ea"/>
                <a:cs typeface="+mn-cs"/>
              </a:rPr>
              <a:t>* </a:t>
            </a:r>
            <a:r>
              <a:rPr kumimoji="0" lang="ar-AE" sz="900" b="1" i="0" u="none" strike="noStrike" kern="1200" cap="none" spc="0" normalizeH="0" baseline="0" noProof="0" dirty="0">
                <a:ln>
                  <a:noFill/>
                </a:ln>
                <a:effectLst/>
                <a:uLnTx/>
                <a:uFillTx/>
                <a:latin typeface="Arial"/>
                <a:ea typeface="+mn-ea"/>
                <a:cs typeface="+mn-cs"/>
              </a:rPr>
              <a:t>العينة صغيرة جداً وغير مُمثلة، يُنصح عدم الأخذ بنتائجها</a:t>
            </a:r>
            <a:r>
              <a:rPr kumimoji="0" lang="ar-EG" sz="900" b="1" i="0" u="none" strike="noStrike" kern="1200" cap="none" spc="0" normalizeH="0" baseline="0" noProof="0" dirty="0">
                <a:ln>
                  <a:noFill/>
                </a:ln>
                <a:effectLst/>
                <a:uLnTx/>
                <a:uFillTx/>
                <a:latin typeface="Arial"/>
                <a:ea typeface="+mn-ea"/>
                <a:cs typeface="+mn-cs"/>
              </a:rPr>
              <a:t> </a:t>
            </a:r>
          </a:p>
        </p:txBody>
      </p:sp>
      <p:grpSp>
        <p:nvGrpSpPr>
          <p:cNvPr id="49" name="Group 48">
            <a:extLst>
              <a:ext uri="{FF2B5EF4-FFF2-40B4-BE49-F238E27FC236}">
                <a16:creationId xmlns:a16="http://schemas.microsoft.com/office/drawing/2014/main" id="{9929A5FD-6E3E-6632-0E6E-099648094463}"/>
              </a:ext>
            </a:extLst>
          </p:cNvPr>
          <p:cNvGrpSpPr/>
          <p:nvPr/>
        </p:nvGrpSpPr>
        <p:grpSpPr>
          <a:xfrm>
            <a:off x="3766046" y="3596179"/>
            <a:ext cx="2898691" cy="367951"/>
            <a:chOff x="3639815" y="3429148"/>
            <a:chExt cx="2898691" cy="367951"/>
          </a:xfrm>
        </p:grpSpPr>
        <p:sp>
          <p:nvSpPr>
            <p:cNvPr id="20" name="Rectangle 1">
              <a:extLst>
                <a:ext uri="{FF2B5EF4-FFF2-40B4-BE49-F238E27FC236}">
                  <a16:creationId xmlns:a16="http://schemas.microsoft.com/office/drawing/2014/main" id="{887994D3-E532-0A87-1EDE-754E6EE9A5B3}"/>
                </a:ext>
              </a:extLst>
            </p:cNvPr>
            <p:cNvSpPr>
              <a:spLocks noChangeArrowheads="1"/>
            </p:cNvSpPr>
            <p:nvPr/>
          </p:nvSpPr>
          <p:spPr bwMode="auto">
            <a:xfrm>
              <a:off x="3639815" y="3482318"/>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كان من السهل تسجيل الشكوى</a:t>
              </a:r>
            </a:p>
          </p:txBody>
        </p:sp>
        <p:sp>
          <p:nvSpPr>
            <p:cNvPr id="28" name="Rectangle: Rounded Corners 27">
              <a:extLst>
                <a:ext uri="{FF2B5EF4-FFF2-40B4-BE49-F238E27FC236}">
                  <a16:creationId xmlns:a16="http://schemas.microsoft.com/office/drawing/2014/main" id="{1E50EDDF-12E7-360D-8E8E-23CB2ECA92E7}"/>
                </a:ext>
              </a:extLst>
            </p:cNvPr>
            <p:cNvSpPr/>
            <p:nvPr/>
          </p:nvSpPr>
          <p:spPr>
            <a:xfrm>
              <a:off x="4019584" y="34291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92%</a:t>
              </a:r>
            </a:p>
          </p:txBody>
        </p:sp>
      </p:grpSp>
      <p:grpSp>
        <p:nvGrpSpPr>
          <p:cNvPr id="50" name="Group 49">
            <a:extLst>
              <a:ext uri="{FF2B5EF4-FFF2-40B4-BE49-F238E27FC236}">
                <a16:creationId xmlns:a16="http://schemas.microsoft.com/office/drawing/2014/main" id="{66DF64DB-2D31-C638-88BE-42612E78B0EE}"/>
              </a:ext>
            </a:extLst>
          </p:cNvPr>
          <p:cNvGrpSpPr/>
          <p:nvPr/>
        </p:nvGrpSpPr>
        <p:grpSpPr>
          <a:xfrm>
            <a:off x="3766048" y="4385487"/>
            <a:ext cx="2898690" cy="367951"/>
            <a:chOff x="3639817" y="4207512"/>
            <a:chExt cx="2898690" cy="367951"/>
          </a:xfrm>
        </p:grpSpPr>
        <p:sp>
          <p:nvSpPr>
            <p:cNvPr id="36" name="Rectangle 1">
              <a:extLst>
                <a:ext uri="{FF2B5EF4-FFF2-40B4-BE49-F238E27FC236}">
                  <a16:creationId xmlns:a16="http://schemas.microsoft.com/office/drawing/2014/main" id="{B70CC38D-ABAC-F1AF-BA6F-42E3FCB38211}"/>
                </a:ext>
              </a:extLst>
            </p:cNvPr>
            <p:cNvSpPr>
              <a:spLocks noChangeArrowheads="1"/>
            </p:cNvSpPr>
            <p:nvPr/>
          </p:nvSpPr>
          <p:spPr bwMode="auto">
            <a:xfrm>
              <a:off x="3639817" y="4260682"/>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فهم الموظف احتياجاتي/ أسئلتي</a:t>
              </a:r>
            </a:p>
          </p:txBody>
        </p:sp>
        <p:sp>
          <p:nvSpPr>
            <p:cNvPr id="37" name="Rectangle: Rounded Corners 36">
              <a:extLst>
                <a:ext uri="{FF2B5EF4-FFF2-40B4-BE49-F238E27FC236}">
                  <a16:creationId xmlns:a16="http://schemas.microsoft.com/office/drawing/2014/main" id="{2A48D370-7421-4291-6F15-DE8775BDF022}"/>
                </a:ext>
              </a:extLst>
            </p:cNvPr>
            <p:cNvSpPr/>
            <p:nvPr/>
          </p:nvSpPr>
          <p:spPr>
            <a:xfrm>
              <a:off x="4019584" y="4207512"/>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85%</a:t>
              </a:r>
            </a:p>
          </p:txBody>
        </p:sp>
      </p:grpSp>
      <p:grpSp>
        <p:nvGrpSpPr>
          <p:cNvPr id="51" name="Group 50">
            <a:extLst>
              <a:ext uri="{FF2B5EF4-FFF2-40B4-BE49-F238E27FC236}">
                <a16:creationId xmlns:a16="http://schemas.microsoft.com/office/drawing/2014/main" id="{0FF15831-AF93-4B4F-26B8-A207D178FF97}"/>
              </a:ext>
            </a:extLst>
          </p:cNvPr>
          <p:cNvGrpSpPr/>
          <p:nvPr/>
        </p:nvGrpSpPr>
        <p:grpSpPr>
          <a:xfrm>
            <a:off x="3766049" y="5166322"/>
            <a:ext cx="2898689" cy="367951"/>
            <a:chOff x="3639818" y="4985876"/>
            <a:chExt cx="2898689" cy="367951"/>
          </a:xfrm>
        </p:grpSpPr>
        <p:sp>
          <p:nvSpPr>
            <p:cNvPr id="39" name="Rectangle 1">
              <a:extLst>
                <a:ext uri="{FF2B5EF4-FFF2-40B4-BE49-F238E27FC236}">
                  <a16:creationId xmlns:a16="http://schemas.microsoft.com/office/drawing/2014/main" id="{3631BACD-BC43-BA15-1C1C-414788519610}"/>
                </a:ext>
              </a:extLst>
            </p:cNvPr>
            <p:cNvSpPr>
              <a:spLocks noChangeArrowheads="1"/>
            </p:cNvSpPr>
            <p:nvPr/>
          </p:nvSpPr>
          <p:spPr bwMode="auto">
            <a:xfrm>
              <a:off x="3639818" y="5039046"/>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defRPr/>
              </a:pPr>
              <a:r>
                <a:rPr lang="ar-SA" altLang="en-US" sz="1100" b="1" dirty="0">
                  <a:solidFill>
                    <a:prstClr val="black"/>
                  </a:solidFill>
                </a:rPr>
                <a:t>كانت نتيجة الشكوى مرضية </a:t>
              </a:r>
            </a:p>
          </p:txBody>
        </p:sp>
        <p:sp>
          <p:nvSpPr>
            <p:cNvPr id="40" name="Rectangle: Rounded Corners 39">
              <a:extLst>
                <a:ext uri="{FF2B5EF4-FFF2-40B4-BE49-F238E27FC236}">
                  <a16:creationId xmlns:a16="http://schemas.microsoft.com/office/drawing/2014/main" id="{F2F03E0D-4FDA-AD97-75AA-D143E8982FD7}"/>
                </a:ext>
              </a:extLst>
            </p:cNvPr>
            <p:cNvSpPr/>
            <p:nvPr/>
          </p:nvSpPr>
          <p:spPr>
            <a:xfrm>
              <a:off x="4019584" y="4985876"/>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62</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8" name="Group 7">
            <a:extLst>
              <a:ext uri="{FF2B5EF4-FFF2-40B4-BE49-F238E27FC236}">
                <a16:creationId xmlns:a16="http://schemas.microsoft.com/office/drawing/2014/main" id="{7A1E56D0-EB7D-411E-8444-D8B85616C5B3}"/>
              </a:ext>
            </a:extLst>
          </p:cNvPr>
          <p:cNvGrpSpPr/>
          <p:nvPr/>
        </p:nvGrpSpPr>
        <p:grpSpPr>
          <a:xfrm>
            <a:off x="1176641" y="1746384"/>
            <a:ext cx="2129036" cy="1294962"/>
            <a:chOff x="2016779" y="1544255"/>
            <a:chExt cx="2129036" cy="1294962"/>
          </a:xfrm>
        </p:grpSpPr>
        <p:graphicFrame>
          <p:nvGraphicFramePr>
            <p:cNvPr id="53" name="Chart 52">
              <a:extLst>
                <a:ext uri="{FF2B5EF4-FFF2-40B4-BE49-F238E27FC236}">
                  <a16:creationId xmlns:a16="http://schemas.microsoft.com/office/drawing/2014/main" id="{3AE341F6-F805-0E68-7CC1-4613B35A81C1}"/>
                </a:ext>
              </a:extLst>
            </p:cNvPr>
            <p:cNvGraphicFramePr/>
            <p:nvPr>
              <p:extLst>
                <p:ext uri="{D42A27DB-BD31-4B8C-83A1-F6EECF244321}">
                  <p14:modId xmlns:p14="http://schemas.microsoft.com/office/powerpoint/2010/main" val="325585887"/>
                </p:ext>
              </p:extLst>
            </p:nvPr>
          </p:nvGraphicFramePr>
          <p:xfrm>
            <a:off x="2016779" y="1544255"/>
            <a:ext cx="2129036" cy="1294962"/>
          </p:xfrm>
          <a:graphic>
            <a:graphicData uri="http://schemas.openxmlformats.org/drawingml/2006/chart">
              <c:chart xmlns:c="http://schemas.openxmlformats.org/drawingml/2006/chart" xmlns:r="http://schemas.openxmlformats.org/officeDocument/2006/relationships" r:id="rId5"/>
            </a:graphicData>
          </a:graphic>
        </p:graphicFrame>
        <p:sp>
          <p:nvSpPr>
            <p:cNvPr id="54" name="TextBox 53">
              <a:extLst>
                <a:ext uri="{FF2B5EF4-FFF2-40B4-BE49-F238E27FC236}">
                  <a16:creationId xmlns:a16="http://schemas.microsoft.com/office/drawing/2014/main" id="{CA8CC3F0-FF56-9B05-CED1-8182D0BC2E0A}"/>
                </a:ext>
              </a:extLst>
            </p:cNvPr>
            <p:cNvSpPr txBox="1"/>
            <p:nvPr/>
          </p:nvSpPr>
          <p:spPr>
            <a:xfrm>
              <a:off x="2671944" y="1991681"/>
              <a:ext cx="818707" cy="4001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E53935"/>
                  </a:solidFill>
                  <a:effectLst/>
                  <a:uLnTx/>
                  <a:uFillTx/>
                  <a:latin typeface="Arial"/>
                  <a:ea typeface="+mn-ea"/>
                  <a:cs typeface="+mn-cs"/>
                </a:rPr>
                <a:t>79%</a:t>
              </a:r>
            </a:p>
          </p:txBody>
        </p:sp>
      </p:grpSp>
      <p:sp>
        <p:nvSpPr>
          <p:cNvPr id="55" name="TextBox 54">
            <a:extLst>
              <a:ext uri="{FF2B5EF4-FFF2-40B4-BE49-F238E27FC236}">
                <a16:creationId xmlns:a16="http://schemas.microsoft.com/office/drawing/2014/main" id="{4689561B-BFD5-0234-2643-767D8E97F2E8}"/>
              </a:ext>
            </a:extLst>
          </p:cNvPr>
          <p:cNvSpPr txBox="1"/>
          <p:nvPr/>
        </p:nvSpPr>
        <p:spPr>
          <a:xfrm>
            <a:off x="4058745" y="2039922"/>
            <a:ext cx="1667229" cy="707886"/>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prstClr val="black"/>
                </a:solidFill>
                <a:effectLst/>
                <a:uLnTx/>
                <a:uFillTx/>
                <a:latin typeface="Arial"/>
                <a:ea typeface="+mn-ea"/>
                <a:cs typeface="+mn-cs"/>
              </a:rPr>
              <a:t>عملية التعامل مع الشكاوى</a:t>
            </a:r>
          </a:p>
        </p:txBody>
      </p:sp>
      <p:sp>
        <p:nvSpPr>
          <p:cNvPr id="58" name="TextBox 57">
            <a:extLst>
              <a:ext uri="{FF2B5EF4-FFF2-40B4-BE49-F238E27FC236}">
                <a16:creationId xmlns:a16="http://schemas.microsoft.com/office/drawing/2014/main" id="{13D562C7-CEE4-67B7-9D88-D425F2FFE300}"/>
              </a:ext>
            </a:extLst>
          </p:cNvPr>
          <p:cNvSpPr txBox="1"/>
          <p:nvPr/>
        </p:nvSpPr>
        <p:spPr>
          <a:xfrm>
            <a:off x="6925339" y="244463"/>
            <a:ext cx="507072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عملية التعامل مع الشكاوى</a:t>
            </a:r>
          </a:p>
        </p:txBody>
      </p:sp>
      <p:sp>
        <p:nvSpPr>
          <p:cNvPr id="4" name="TextBox 3">
            <a:extLst>
              <a:ext uri="{FF2B5EF4-FFF2-40B4-BE49-F238E27FC236}">
                <a16:creationId xmlns:a16="http://schemas.microsoft.com/office/drawing/2014/main" id="{5921018B-1E0F-9DFA-788C-522EF36E7DC2}"/>
              </a:ext>
            </a:extLst>
          </p:cNvPr>
          <p:cNvSpPr txBox="1"/>
          <p:nvPr/>
        </p:nvSpPr>
        <p:spPr>
          <a:xfrm>
            <a:off x="900113" y="797178"/>
            <a:ext cx="11095953" cy="523220"/>
          </a:xfrm>
          <a:prstGeom prst="rect">
            <a:avLst/>
          </a:prstGeom>
          <a:noFill/>
        </p:spPr>
        <p:txBody>
          <a:bodyPr wrap="square" lIns="91440" tIns="45720" rIns="91440" bIns="45720" rtlCol="0" anchor="t">
            <a:spAutoFit/>
          </a:bodyPr>
          <a:lstStyle/>
          <a:p>
            <a:r>
              <a:rPr lang="ar-AE" sz="1400" dirty="0"/>
              <a:t>لم تكن تجربة التعامل مع الشكاوى مرضية بشكل كافٍ للمتعاملين، حيث أفاد </a:t>
            </a:r>
            <a:r>
              <a:rPr lang="ar-AE" sz="1400" b="1" dirty="0"/>
              <a:t>23% </a:t>
            </a:r>
            <a:r>
              <a:rPr lang="ar-AE" sz="1400" dirty="0"/>
              <a:t>منهم </a:t>
            </a:r>
            <a:r>
              <a:rPr lang="ar-AE" sz="1400" b="1" dirty="0"/>
              <a:t>بعدم حل شكواهم</a:t>
            </a:r>
            <a:r>
              <a:rPr lang="ar-AE" sz="1400" dirty="0"/>
              <a:t>، كما أشار </a:t>
            </a:r>
            <a:r>
              <a:rPr lang="ar-AE" sz="1400" b="1" dirty="0"/>
              <a:t>54% </a:t>
            </a:r>
            <a:r>
              <a:rPr lang="ar-AE" sz="1400" dirty="0"/>
              <a:t>من المتعاملين إلى أن حل الشكوى استغرق وقتاً طويلاً. كما بلغت نسبة الرضا عن </a:t>
            </a:r>
            <a:r>
              <a:rPr lang="ar-AE" sz="1400" b="1" dirty="0"/>
              <a:t>نتيجة</a:t>
            </a:r>
            <a:r>
              <a:rPr lang="en-US" sz="1400" b="1" dirty="0"/>
              <a:t> </a:t>
            </a:r>
            <a:r>
              <a:rPr lang="ar-AE" sz="1400" b="1" dirty="0"/>
              <a:t>الشكوى 62%.</a:t>
            </a:r>
          </a:p>
        </p:txBody>
      </p:sp>
      <p:graphicFrame>
        <p:nvGraphicFramePr>
          <p:cNvPr id="2" name="Table 1">
            <a:extLst>
              <a:ext uri="{FF2B5EF4-FFF2-40B4-BE49-F238E27FC236}">
                <a16:creationId xmlns:a16="http://schemas.microsoft.com/office/drawing/2014/main" id="{B205DF92-1EA7-790C-8518-EF9220DBD8E3}"/>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5" name="Chart 4">
            <a:extLst>
              <a:ext uri="{FF2B5EF4-FFF2-40B4-BE49-F238E27FC236}">
                <a16:creationId xmlns:a16="http://schemas.microsoft.com/office/drawing/2014/main" id="{BD4D7AAE-F4E4-5D80-B146-5B194D321E05}"/>
              </a:ext>
            </a:extLst>
          </p:cNvPr>
          <p:cNvGraphicFramePr/>
          <p:nvPr>
            <p:extLst>
              <p:ext uri="{D42A27DB-BD31-4B8C-83A1-F6EECF244321}">
                <p14:modId xmlns:p14="http://schemas.microsoft.com/office/powerpoint/2010/main" val="4182241738"/>
              </p:ext>
            </p:extLst>
          </p:nvPr>
        </p:nvGraphicFramePr>
        <p:xfrm>
          <a:off x="126231" y="3287365"/>
          <a:ext cx="3832903" cy="246757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090388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60FF-4AD1-582C-00DF-4619BB3B0A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83F639-0756-AFB7-4B26-19485F02835D}"/>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2D5349F9-9504-7E48-7118-A1B42CDB6259}"/>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7A309A12-0C7B-FCA9-764C-771908348CD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507FF887-FA38-E73C-BFDD-BDE97163B07E}"/>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dirty="0">
                <a:solidFill>
                  <a:srgbClr val="B68A35"/>
                </a:solidFill>
                <a:latin typeface="Arial"/>
                <a:cs typeface="Arial" panose="020B0604020202020204" pitchFamily="34" charset="0"/>
              </a:rPr>
              <a:t>الفرص التحسينية</a:t>
            </a:r>
            <a:endParaRPr kumimoji="0" lang="ar-EG" sz="4400" b="1" i="0" u="none" strike="noStrike" kern="1200" cap="none" spc="0" normalizeH="0" baseline="0" noProof="0" dirty="0">
              <a:ln>
                <a:noFill/>
              </a:ln>
              <a:solidFill>
                <a:srgbClr val="B68A35"/>
              </a:solidFill>
              <a:effectLst/>
              <a:uLnTx/>
              <a:uFillTx/>
              <a:latin typeface="Arial"/>
              <a:ea typeface="+mn-ea"/>
              <a:cs typeface="Arial" panose="020B0604020202020204" pitchFamily="34" charset="0"/>
            </a:endParaRPr>
          </a:p>
        </p:txBody>
      </p:sp>
      <p:sp>
        <p:nvSpPr>
          <p:cNvPr id="4" name="Rectangle 3">
            <a:extLst>
              <a:ext uri="{FF2B5EF4-FFF2-40B4-BE49-F238E27FC236}">
                <a16:creationId xmlns:a16="http://schemas.microsoft.com/office/drawing/2014/main" id="{E981B935-E6D2-2F0D-0238-E4E4D51BE4A9}"/>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44137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6096-5013-0E7C-CB43-01A4806C1E0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2D03E14-AA0C-09BB-A996-16C5C7F90C42}"/>
              </a:ext>
            </a:extLst>
          </p:cNvPr>
          <p:cNvSpPr>
            <a:spLocks noGrp="1"/>
          </p:cNvSpPr>
          <p:nvPr>
            <p:ph type="body" sz="quarter" idx="11"/>
          </p:nvPr>
        </p:nvSpPr>
        <p:spPr/>
        <p:txBody>
          <a:bodyPr/>
          <a:lstStyle/>
          <a:p>
            <a:fld id="{CEB9653E-F2B9-42DD-9F83-20048B6AB3C6}" type="slidenum">
              <a:rPr lang="en-US" smtClean="0"/>
              <a:t>55</a:t>
            </a:fld>
            <a:endParaRPr lang="en-US"/>
          </a:p>
        </p:txBody>
      </p:sp>
      <p:sp>
        <p:nvSpPr>
          <p:cNvPr id="3" name="Rectangle 2">
            <a:extLst>
              <a:ext uri="{FF2B5EF4-FFF2-40B4-BE49-F238E27FC236}">
                <a16:creationId xmlns:a16="http://schemas.microsoft.com/office/drawing/2014/main" id="{09C61517-8EC4-ACB3-3827-A3072788AA14}"/>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2878F831-1EA6-3F05-B81C-30D9C089D095}"/>
              </a:ext>
            </a:extLst>
          </p:cNvPr>
          <p:cNvSpPr txBox="1"/>
          <p:nvPr/>
        </p:nvSpPr>
        <p:spPr>
          <a:xfrm>
            <a:off x="6241774" y="244463"/>
            <a:ext cx="5754291"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a:ln>
                  <a:noFill/>
                </a:ln>
                <a:solidFill>
                  <a:srgbClr val="B68A35"/>
                </a:solidFill>
                <a:effectLst/>
                <a:uLnTx/>
                <a:uFillTx/>
                <a:latin typeface="Arial"/>
                <a:ea typeface="+mn-ea"/>
                <a:cs typeface="+mn-cs"/>
              </a:rPr>
              <a:t>الفرص التحسينية</a:t>
            </a:r>
            <a:r>
              <a:rPr kumimoji="0" lang="en-GB" sz="2800" b="0" i="0" u="none" strike="noStrike" kern="1200" cap="none" spc="0" normalizeH="0" baseline="0" noProof="0">
                <a:ln>
                  <a:noFill/>
                </a:ln>
                <a:solidFill>
                  <a:srgbClr val="B68A35"/>
                </a:solidFill>
                <a:effectLst/>
                <a:uLnTx/>
                <a:uFillTx/>
                <a:latin typeface="Arial"/>
                <a:ea typeface="+mn-ea"/>
                <a:cs typeface="+mn-cs"/>
              </a:rPr>
              <a:t> | </a:t>
            </a:r>
            <a:r>
              <a:rPr kumimoji="0" lang="ar-SA" sz="2800" b="0" i="0" u="none" strike="noStrike" kern="1200" cap="none" spc="0" normalizeH="0" baseline="0" noProof="0">
                <a:ln>
                  <a:noFill/>
                </a:ln>
                <a:solidFill>
                  <a:srgbClr val="414141"/>
                </a:solidFill>
                <a:effectLst/>
                <a:uLnTx/>
                <a:uFillTx/>
                <a:latin typeface="Arial"/>
                <a:ea typeface="+mn-ea"/>
                <a:cs typeface="+mn-cs"/>
              </a:rPr>
              <a:t>تطبيق الهاتف الذكي</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199E0BAC-77BB-1291-BF0B-D190D8B225D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36565611-51E8-3187-30E1-8787B153555C}"/>
              </a:ext>
            </a:extLst>
          </p:cNvPr>
          <p:cNvSpPr txBox="1"/>
          <p:nvPr/>
        </p:nvSpPr>
        <p:spPr>
          <a:xfrm>
            <a:off x="6810234" y="797178"/>
            <a:ext cx="5185832"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بناءً على نتائج الدراسة، فيما يلي أبزر ا</a:t>
            </a:r>
            <a:r>
              <a:rPr kumimoji="0" lang="ar-AE" sz="1400" b="1" i="0" u="none" strike="noStrike" kern="1200" cap="none" spc="0" normalizeH="0" baseline="0" noProof="0">
                <a:ln>
                  <a:noFill/>
                </a:ln>
                <a:solidFill>
                  <a:srgbClr val="414141"/>
                </a:solidFill>
                <a:effectLst/>
                <a:uLnTx/>
                <a:uFillTx/>
                <a:latin typeface="Arial"/>
                <a:ea typeface="+mn-ea"/>
                <a:cs typeface="+mn-cs"/>
              </a:rPr>
              <a:t>لفرص التحسينية </a:t>
            </a:r>
            <a:r>
              <a:rPr kumimoji="0" lang="ar-AE" sz="1400" b="0" i="0" u="none" strike="noStrike" kern="1200" cap="none" spc="0" normalizeH="0" baseline="0" noProof="0">
                <a:ln>
                  <a:noFill/>
                </a:ln>
                <a:solidFill>
                  <a:srgbClr val="414141"/>
                </a:solidFill>
                <a:effectLst/>
                <a:uLnTx/>
                <a:uFillTx/>
                <a:latin typeface="Arial"/>
                <a:ea typeface="+mn-ea"/>
                <a:cs typeface="+mn-cs"/>
              </a:rPr>
              <a:t>:</a:t>
            </a:r>
            <a:endParaRPr kumimoji="0" lang="en-US" sz="1400" b="0" i="0" u="none" strike="noStrike" kern="1200" cap="none" spc="0" normalizeH="0" baseline="0" noProof="0">
              <a:ln>
                <a:noFill/>
              </a:ln>
              <a:solidFill>
                <a:srgbClr val="414141"/>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87306685-2F13-8F44-393D-458DE527A77A}"/>
              </a:ext>
            </a:extLst>
          </p:cNvPr>
          <p:cNvGrpSpPr/>
          <p:nvPr/>
        </p:nvGrpSpPr>
        <p:grpSpPr>
          <a:xfrm>
            <a:off x="384213" y="1359684"/>
            <a:ext cx="11423575" cy="5120640"/>
            <a:chOff x="1613212" y="1385110"/>
            <a:chExt cx="9868902" cy="5106179"/>
          </a:xfrm>
        </p:grpSpPr>
        <p:grpSp>
          <p:nvGrpSpPr>
            <p:cNvPr id="7" name="Group 6">
              <a:extLst>
                <a:ext uri="{FF2B5EF4-FFF2-40B4-BE49-F238E27FC236}">
                  <a16:creationId xmlns:a16="http://schemas.microsoft.com/office/drawing/2014/main" id="{B2CC86BC-2D98-5325-B6E7-FC4AF382BF5D}"/>
                </a:ext>
              </a:extLst>
            </p:cNvPr>
            <p:cNvGrpSpPr/>
            <p:nvPr/>
          </p:nvGrpSpPr>
          <p:grpSpPr>
            <a:xfrm>
              <a:off x="6673595" y="1385110"/>
              <a:ext cx="4808519" cy="5106179"/>
              <a:chOff x="6017573" y="1385110"/>
              <a:chExt cx="3973981" cy="5106179"/>
            </a:xfrm>
          </p:grpSpPr>
          <p:sp>
            <p:nvSpPr>
              <p:cNvPr id="25" name="Rectangle: Rounded Corners 24">
                <a:extLst>
                  <a:ext uri="{FF2B5EF4-FFF2-40B4-BE49-F238E27FC236}">
                    <a16:creationId xmlns:a16="http://schemas.microsoft.com/office/drawing/2014/main" id="{8DF2B96B-9863-FAC1-FB92-9EC3AB82C1C5}"/>
                  </a:ext>
                </a:extLst>
              </p:cNvPr>
              <p:cNvSpPr/>
              <p:nvPr/>
            </p:nvSpPr>
            <p:spPr>
              <a:xfrm>
                <a:off x="6017573" y="1385110"/>
                <a:ext cx="3973980" cy="510617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26" name="Rectangle: Rounded Corners 25">
                <a:extLst>
                  <a:ext uri="{FF2B5EF4-FFF2-40B4-BE49-F238E27FC236}">
                    <a16:creationId xmlns:a16="http://schemas.microsoft.com/office/drawing/2014/main" id="{FAC0E40C-E982-13BF-A8CE-ABEED95BC913}"/>
                  </a:ext>
                </a:extLst>
              </p:cNvPr>
              <p:cNvSpPr/>
              <p:nvPr/>
            </p:nvSpPr>
            <p:spPr>
              <a:xfrm>
                <a:off x="6017576" y="1385111"/>
                <a:ext cx="3973978" cy="638272"/>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مشاكل تقنية</a:t>
                </a:r>
              </a:p>
            </p:txBody>
          </p:sp>
          <p:sp>
            <p:nvSpPr>
              <p:cNvPr id="35" name="TextBox 34">
                <a:extLst>
                  <a:ext uri="{FF2B5EF4-FFF2-40B4-BE49-F238E27FC236}">
                    <a16:creationId xmlns:a16="http://schemas.microsoft.com/office/drawing/2014/main" id="{7FB44594-370D-4623-67E8-09B12B34AAA0}"/>
                  </a:ext>
                </a:extLst>
              </p:cNvPr>
              <p:cNvSpPr txBox="1"/>
              <p:nvPr/>
            </p:nvSpPr>
            <p:spPr>
              <a:xfrm>
                <a:off x="6017574" y="2021794"/>
                <a:ext cx="3973978" cy="4051178"/>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64</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التطبيق يعاني من عدة مشاكل تقنية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EG" sz="1100" dirty="0">
                    <a:solidFill>
                      <a:prstClr val="black"/>
                    </a:solidFill>
                  </a:rPr>
                  <a:t>أشار عدد من المستخدمين إلى وجود بعض التحديات، حيث إن خطوات الاستخدام داخل التطبيق قد تكون غير واضحة أو تحتاج إلى تبسيط، خاصة لفئة كبار السن أو المستخدمين الجدد، مما يجعل التجربة أحيانًا تتطلب مساعدة خارجية.</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لتطبيق يعاني أحيانًا من مشاكل تقنية مثل التعليق أو البطء أثناء الاستخدام، أو الحاجة لإعادة إدخال البيانات أكثر من مرة، بالإضافة إلى وجود صعوبات في بعض العمليات مثل تحميل الشهادات أو إتمام الطلبات بشكل كامل.</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أشار بعض المتعاملين إلى صعوبة في الوصول إلى بعض الخدمات أو العثور عليها داخل التطبيق، والحاجة إلى تحسين الواجهة وتنظيمها بشكل أوضح، مع إبراز الخدمات الأساسية في الصفحة الرئيسية وتوضيح الخيارات بشكل أفضل.</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كما ظهرت ملاحظات حول مشاكل في الدفع الإلكتروني أو تعطل العملية أثناء الدفع، مما يعيق استكمال الخدمة، إضافة إلى وجود صعوبات في حجز المواعيد أو عدم توفرها بسهولة داخل التطبيق.</a:t>
                </a:r>
                <a:endParaRPr lang="ar-AE" sz="1100" dirty="0">
                  <a:solidFill>
                    <a:prstClr val="black"/>
                  </a:solidFill>
                </a:endParaRPr>
              </a:p>
              <a:p>
                <a:pPr lvl="0">
                  <a:defRPr/>
                </a:pPr>
                <a:br>
                  <a:rPr lang="en-US" sz="1100" dirty="0">
                    <a:solidFill>
                      <a:prstClr val="black"/>
                    </a:solidFill>
                  </a:rPr>
                </a:b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lang="ar-AE" sz="1100" b="1" u="sng" dirty="0">
                  <a:solidFill>
                    <a:srgbClr val="B68A35"/>
                  </a:solidFill>
                </a:endParaRPr>
              </a:p>
              <a:p>
                <a:pPr marL="171450" lvl="0" indent="-171450">
                  <a:buFont typeface="Arial" panose="020B0604020202020204" pitchFamily="34" charset="0"/>
                  <a:buChar char="•"/>
                  <a:defRPr/>
                </a:pPr>
                <a:endParaRPr kumimoji="0" lang="en-GB" sz="500" b="1" i="0" u="none"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srgbClr val="B68A35"/>
                    </a:solidFill>
                  </a:rPr>
                  <a:t>تبسيط خطوات الاستخدام داخل التطبيق وجعلها أكثر وضوحًا، مع تحسين تجربة المستخدم خاصة للفئات التي تواجه صعوبة في التعامل مع التطبيقات.</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تحسين الأداء الفني للتطبيق من خلال معالجة مشاكل البطء والتعليق، وضمان استقرار الخدمة دون انقطاع أثناء تنفيذ الطلبات.</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إعادة تصميم واجهة التطبيق وتنظيم الخدمات بشكل أفضل، مع تسهيل الوصول للخدمات الأكثر استخدامًا وتوضيح المسارات داخل التطبيق.تحسين نظام الدفع الإلكتروني وضمان عمله بكفاءة دون أخطاء، مع تقليل التعقيدات في إتمام عملية السداد.</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تطوير نظام المواعيد داخل التطبيق وتسهيل حجزها، مع توفير خيارات أكثر مرونة وتوضيح المواعيد المتاحة بشكل أفضل.</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توفير دعم فني سريع وفعال داخل التطبيق، مثل إضافة خيارات تواصل مباشر أو إرشادات واضحة تساعد المستخدم في حل مشكلاته بسرعة.</a:t>
                </a:r>
              </a:p>
            </p:txBody>
          </p:sp>
        </p:grpSp>
        <p:grpSp>
          <p:nvGrpSpPr>
            <p:cNvPr id="6" name="Group 5">
              <a:extLst>
                <a:ext uri="{FF2B5EF4-FFF2-40B4-BE49-F238E27FC236}">
                  <a16:creationId xmlns:a16="http://schemas.microsoft.com/office/drawing/2014/main" id="{6029A907-465C-A3FB-153C-54B3ADE11075}"/>
                </a:ext>
              </a:extLst>
            </p:cNvPr>
            <p:cNvGrpSpPr/>
            <p:nvPr/>
          </p:nvGrpSpPr>
          <p:grpSpPr>
            <a:xfrm>
              <a:off x="1613212" y="1385110"/>
              <a:ext cx="4739739" cy="5106179"/>
              <a:chOff x="-657954" y="1385110"/>
              <a:chExt cx="3917139" cy="5106179"/>
            </a:xfrm>
          </p:grpSpPr>
          <p:sp>
            <p:nvSpPr>
              <p:cNvPr id="29" name="Rectangle: Rounded Corners 28">
                <a:extLst>
                  <a:ext uri="{FF2B5EF4-FFF2-40B4-BE49-F238E27FC236}">
                    <a16:creationId xmlns:a16="http://schemas.microsoft.com/office/drawing/2014/main" id="{295E1AD2-CAD9-D211-010B-980C5506C74C}"/>
                  </a:ext>
                </a:extLst>
              </p:cNvPr>
              <p:cNvSpPr/>
              <p:nvPr/>
            </p:nvSpPr>
            <p:spPr>
              <a:xfrm>
                <a:off x="-657953" y="1385110"/>
                <a:ext cx="3917138" cy="510617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0" name="Rectangle: Rounded Corners 29">
                <a:extLst>
                  <a:ext uri="{FF2B5EF4-FFF2-40B4-BE49-F238E27FC236}">
                    <a16:creationId xmlns:a16="http://schemas.microsoft.com/office/drawing/2014/main" id="{22175DA0-D316-B187-407F-762E94903B7C}"/>
                  </a:ext>
                </a:extLst>
              </p:cNvPr>
              <p:cNvSpPr/>
              <p:nvPr/>
            </p:nvSpPr>
            <p:spPr>
              <a:xfrm>
                <a:off x="-657954" y="1385111"/>
                <a:ext cx="3917138" cy="638272"/>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صعوبة الوصول إلى الدعم الفني</a:t>
                </a:r>
              </a:p>
            </p:txBody>
          </p:sp>
          <p:sp>
            <p:nvSpPr>
              <p:cNvPr id="39" name="TextBox 38">
                <a:extLst>
                  <a:ext uri="{FF2B5EF4-FFF2-40B4-BE49-F238E27FC236}">
                    <a16:creationId xmlns:a16="http://schemas.microsoft.com/office/drawing/2014/main" id="{78861AA7-E20F-993D-9075-8EC11F0CA58E}"/>
                  </a:ext>
                </a:extLst>
              </p:cNvPr>
              <p:cNvSpPr txBox="1"/>
              <p:nvPr/>
            </p:nvSpPr>
            <p:spPr>
              <a:xfrm>
                <a:off x="-657953" y="2021794"/>
                <a:ext cx="3917137" cy="3713579"/>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22</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الوصول إلى الدعم الفني عند الحاجة كان في غاية الصعوبة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prstClr val="black"/>
                    </a:solidFill>
                  </a:rPr>
                  <a:t>المعلومات والإرشادات داخل التطبيق غير واضحة بما يكفي، مما يدفع المستخدمين إلى البحث عن دعم إضافي لفهم الخطوات والمتطلبات. </a:t>
                </a:r>
              </a:p>
              <a:p>
                <a:pPr marL="171450" lvl="0" indent="-171450">
                  <a:buFont typeface="Arial" panose="020B0604020202020204" pitchFamily="34" charset="0"/>
                  <a:buChar char="•"/>
                  <a:defRPr/>
                </a:pPr>
                <a:r>
                  <a:rPr lang="ar-AE" sz="1100" dirty="0">
                    <a:solidFill>
                      <a:prstClr val="black"/>
                    </a:solidFill>
                  </a:rPr>
                  <a:t>كما توجد شكاوى من بطء الاستجابة على الاتصالات والشكاوى، وهو ما يؤدي إلى تأخر حل المشكلات.</a:t>
                </a:r>
              </a:p>
              <a:p>
                <a:pPr marL="171450" lvl="0" indent="-171450">
                  <a:buFont typeface="Arial" panose="020B0604020202020204" pitchFamily="34" charset="0"/>
                  <a:buChar char="•"/>
                  <a:defRPr/>
                </a:pPr>
                <a:r>
                  <a:rPr lang="ar-AE" sz="1100" dirty="0">
                    <a:solidFill>
                      <a:prstClr val="black"/>
                    </a:solidFill>
                  </a:rPr>
                  <a:t> يواجه بعض المستخدمين صعوبة في الوصول إلى الدعم الفني نتيجة عدم وضوح قنوات التواصل أو غياب وسيلة مباشرة وسريعة للمساعدة.</a:t>
                </a:r>
              </a:p>
              <a:p>
                <a:pPr marL="171450" lvl="0" indent="-171450">
                  <a:buFont typeface="Arial" panose="020B0604020202020204" pitchFamily="34" charset="0"/>
                  <a:buChar char="•"/>
                  <a:defRPr/>
                </a:pPr>
                <a:r>
                  <a:rPr lang="ar-AE" sz="1100" dirty="0">
                    <a:solidFill>
                      <a:prstClr val="black"/>
                    </a:solidFill>
                  </a:rPr>
                  <a:t>الإشعارات المرتبطة بحالة الطلب غير كافية أو لا تصل أحيانًا، مما يسبب عدم وضوح في متابعة المعاملة.</a:t>
                </a:r>
              </a:p>
              <a:p>
                <a:pPr marL="171450" lvl="0" indent="-171450">
                  <a:buFont typeface="Arial" panose="020B0604020202020204" pitchFamily="34" charset="0"/>
                  <a:buChar char="•"/>
                  <a:defRPr/>
                </a:pPr>
                <a:r>
                  <a:rPr lang="ar-AE" sz="1100" dirty="0">
                    <a:solidFill>
                      <a:prstClr val="black"/>
                    </a:solidFill>
                  </a:rPr>
                  <a:t>أشار المستخدمون إلى أن مركز الاتصال لا يقدم دائمًا حلولًا فعلية، بل يكتفي بإرشادات عامة، إلى جانب أن التطبيق لا يغطي جميع الحالات الخاصة التي تتطلب تدخلاً بشريًا.</a:t>
                </a:r>
                <a:br>
                  <a:rPr lang="en-US" sz="1100" dirty="0">
                    <a:solidFill>
                      <a:prstClr val="black"/>
                    </a:solidFill>
                  </a:rPr>
                </a:br>
                <a:endParaRPr kumimoji="0" lang="en-GB"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تحسين المحتوى الإرشادي داخل التطبيق من خلال إضافة شروحات مبسطة وقسم للأسئلة الشائعة، مع توضيح الخطوات بشكل أفضل.</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كما يُنصح بوضع معايير زمنية محددة للاستجابة ومتابعة أداء فرق الدعم بشكل دوري.</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يُفضل توفير زر دعم واضح داخل التطبيق مع تنويع قنوات التواصل مثل المحادثة المباشرة، ونماذج البلاغات، والاتصال الهاتفي. كما يُوصى بتفعيل إشعارات مرحلية تُطلع المستخدم على تقدم الطلب في كل مرحلة.</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تمكين موظفي الدعم من صلاحيات أوسع وربطهم بالأنظمة الداخلية لتقديم حلول فعالة، إلى جانب إنشاء مسار تصعيد واضح للحالات الخاصة وتحويلها تلقائيًا إلى الجهات المختصة عند الحاجة.</a:t>
                </a:r>
                <a:endParaRPr lang="en-US" altLang="en-US" sz="1100" dirty="0">
                  <a:solidFill>
                    <a:srgbClr val="B68A35"/>
                  </a:solidFill>
                </a:endParaRPr>
              </a:p>
              <a:p>
                <a:pPr marL="171450" indent="-171450" eaLnBrk="0" fontAlgn="base" hangingPunct="0">
                  <a:spcBef>
                    <a:spcPct val="0"/>
                  </a:spcBef>
                  <a:spcAft>
                    <a:spcPct val="0"/>
                  </a:spcAft>
                  <a:buFont typeface="Arial" panose="020B0604020202020204" pitchFamily="34" charset="0"/>
                  <a:buChar char="•"/>
                  <a:defRPr/>
                </a:pPr>
                <a:r>
                  <a:rPr lang="ar-AE" altLang="en-US" sz="1100" dirty="0">
                    <a:solidFill>
                      <a:srgbClr val="B68A35"/>
                    </a:solidFill>
                  </a:rPr>
                  <a:t>إنشاء مسار تصعيد واضح للحالات الخاصة، مع تحويلها تلقائيًا إلى فريق مختص عند تعذر إتمامها عبر المسار الاعتيادي داخل التطبيق.</a:t>
                </a:r>
              </a:p>
            </p:txBody>
          </p:sp>
        </p:grpSp>
      </p:grpSp>
    </p:spTree>
    <p:extLst>
      <p:ext uri="{BB962C8B-B14F-4D97-AF65-F5344CB8AC3E}">
        <p14:creationId xmlns:p14="http://schemas.microsoft.com/office/powerpoint/2010/main" val="3276229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0DD1-A07A-B92A-AAEA-BE659E187D58}"/>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A312273-8A13-0F86-D646-C3E20C14AD52}"/>
              </a:ext>
            </a:extLst>
          </p:cNvPr>
          <p:cNvSpPr/>
          <p:nvPr/>
        </p:nvSpPr>
        <p:spPr>
          <a:xfrm>
            <a:off x="6241771" y="1359684"/>
            <a:ext cx="5566016" cy="51206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9" name="Rectangle: Rounded Corners 8">
            <a:extLst>
              <a:ext uri="{FF2B5EF4-FFF2-40B4-BE49-F238E27FC236}">
                <a16:creationId xmlns:a16="http://schemas.microsoft.com/office/drawing/2014/main" id="{A22DEC8E-90D3-6099-8787-61E502BD6B12}"/>
              </a:ext>
            </a:extLst>
          </p:cNvPr>
          <p:cNvSpPr/>
          <p:nvPr/>
        </p:nvSpPr>
        <p:spPr>
          <a:xfrm>
            <a:off x="6241776" y="1359685"/>
            <a:ext cx="5566013" cy="640080"/>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مشاكل تقنية</a:t>
            </a:r>
          </a:p>
        </p:txBody>
      </p:sp>
      <p:sp>
        <p:nvSpPr>
          <p:cNvPr id="12" name="Rectangle: Rounded Corners 11">
            <a:extLst>
              <a:ext uri="{FF2B5EF4-FFF2-40B4-BE49-F238E27FC236}">
                <a16:creationId xmlns:a16="http://schemas.microsoft.com/office/drawing/2014/main" id="{02D16063-2FF2-A4AE-4DA1-79ACA1EB6F54}"/>
              </a:ext>
            </a:extLst>
          </p:cNvPr>
          <p:cNvSpPr/>
          <p:nvPr/>
        </p:nvSpPr>
        <p:spPr>
          <a:xfrm>
            <a:off x="384215" y="1359684"/>
            <a:ext cx="5486401" cy="51206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13" name="Rectangle: Rounded Corners 12">
            <a:extLst>
              <a:ext uri="{FF2B5EF4-FFF2-40B4-BE49-F238E27FC236}">
                <a16:creationId xmlns:a16="http://schemas.microsoft.com/office/drawing/2014/main" id="{60168F0D-9189-8B13-32D3-B679463CFD49}"/>
              </a:ext>
            </a:extLst>
          </p:cNvPr>
          <p:cNvSpPr/>
          <p:nvPr/>
        </p:nvSpPr>
        <p:spPr>
          <a:xfrm>
            <a:off x="384213" y="1359685"/>
            <a:ext cx="5486401" cy="640080"/>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صعوبة الوصول إلى الدعم الفني</a:t>
            </a:r>
          </a:p>
        </p:txBody>
      </p:sp>
      <p:sp>
        <p:nvSpPr>
          <p:cNvPr id="4" name="Text Placeholder 3">
            <a:extLst>
              <a:ext uri="{FF2B5EF4-FFF2-40B4-BE49-F238E27FC236}">
                <a16:creationId xmlns:a16="http://schemas.microsoft.com/office/drawing/2014/main" id="{82CFCBC3-FE83-4E26-F88D-88C7A4931DC3}"/>
              </a:ext>
            </a:extLst>
          </p:cNvPr>
          <p:cNvSpPr>
            <a:spLocks noGrp="1"/>
          </p:cNvSpPr>
          <p:nvPr>
            <p:ph type="body" sz="quarter" idx="11"/>
          </p:nvPr>
        </p:nvSpPr>
        <p:spPr/>
        <p:txBody>
          <a:bodyPr/>
          <a:lstStyle/>
          <a:p>
            <a:fld id="{CEB9653E-F2B9-42DD-9F83-20048B6AB3C6}" type="slidenum">
              <a:rPr lang="en-US" smtClean="0"/>
              <a:t>56</a:t>
            </a:fld>
            <a:endParaRPr lang="en-US"/>
          </a:p>
        </p:txBody>
      </p:sp>
      <p:sp>
        <p:nvSpPr>
          <p:cNvPr id="3" name="Rectangle 2">
            <a:extLst>
              <a:ext uri="{FF2B5EF4-FFF2-40B4-BE49-F238E27FC236}">
                <a16:creationId xmlns:a16="http://schemas.microsoft.com/office/drawing/2014/main" id="{F0DF2653-015F-BBF1-90F9-FD242B2817F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D67C7279-BE6B-FE70-C1CF-04A56A548F09}"/>
              </a:ext>
            </a:extLst>
          </p:cNvPr>
          <p:cNvSpPr txBox="1"/>
          <p:nvPr/>
        </p:nvSpPr>
        <p:spPr>
          <a:xfrm>
            <a:off x="6241774" y="244463"/>
            <a:ext cx="5754291" cy="954107"/>
          </a:xfrm>
          <a:prstGeom prst="rect">
            <a:avLst/>
          </a:prstGeom>
          <a:noFill/>
        </p:spPr>
        <p:txBody>
          <a:bodyPr wrap="square" rtlCol="0">
            <a:spAutoFit/>
          </a:bodyPr>
          <a:lstStyle/>
          <a:p>
            <a:pPr lvl="0">
              <a:defRPr/>
            </a:pPr>
            <a:r>
              <a:rPr kumimoji="0" lang="ar-AE" sz="2800" b="0" i="0" u="none" strike="noStrike" kern="1200" cap="none" spc="0" normalizeH="0" baseline="0" noProof="0" dirty="0">
                <a:ln>
                  <a:noFill/>
                </a:ln>
                <a:solidFill>
                  <a:srgbClr val="B68A35"/>
                </a:solidFill>
                <a:effectLst/>
                <a:uLnTx/>
                <a:uFillTx/>
                <a:latin typeface="Arial"/>
                <a:ea typeface="+mn-ea"/>
                <a:cs typeface="+mn-cs"/>
              </a:rPr>
              <a:t>الفرص التحسينية</a:t>
            </a:r>
            <a:r>
              <a:rPr kumimoji="0" lang="en-GB" sz="2800" b="0" i="0" u="none" strike="noStrike" kern="1200" cap="none" spc="0" normalizeH="0" baseline="0" noProof="0" dirty="0">
                <a:ln>
                  <a:noFill/>
                </a:ln>
                <a:solidFill>
                  <a:srgbClr val="B68A35"/>
                </a:solidFill>
                <a:effectLst/>
                <a:uLnTx/>
                <a:uFillTx/>
                <a:latin typeface="Arial"/>
                <a:ea typeface="+mn-ea"/>
                <a:cs typeface="+mn-cs"/>
              </a:rPr>
              <a:t> | </a:t>
            </a:r>
            <a:r>
              <a:rPr lang="ar-SA" sz="2800" dirty="0">
                <a:solidFill>
                  <a:srgbClr val="414141"/>
                </a:solidFill>
              </a:rPr>
              <a:t>الموقع الإلكتروني</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93396961-3422-B182-0711-9B0DFAF776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750F8DCB-ADAF-400A-4A27-0151EADC9E32}"/>
              </a:ext>
            </a:extLst>
          </p:cNvPr>
          <p:cNvSpPr txBox="1"/>
          <p:nvPr/>
        </p:nvSpPr>
        <p:spPr>
          <a:xfrm>
            <a:off x="6810234" y="797178"/>
            <a:ext cx="5185832"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بناءً على نتائج الدراسة، فيما يلي أبزر ا</a:t>
            </a:r>
            <a:r>
              <a:rPr kumimoji="0" lang="ar-AE" sz="1400" b="1" i="0" u="none" strike="noStrike" kern="1200" cap="none" spc="0" normalizeH="0" baseline="0" noProof="0">
                <a:ln>
                  <a:noFill/>
                </a:ln>
                <a:solidFill>
                  <a:srgbClr val="414141"/>
                </a:solidFill>
                <a:effectLst/>
                <a:uLnTx/>
                <a:uFillTx/>
                <a:latin typeface="Arial"/>
                <a:ea typeface="+mn-ea"/>
                <a:cs typeface="+mn-cs"/>
              </a:rPr>
              <a:t>لفرص التحسينية </a:t>
            </a:r>
            <a:r>
              <a:rPr kumimoji="0" lang="ar-AE" sz="1400" b="0" i="0" u="none" strike="noStrike" kern="1200" cap="none" spc="0" normalizeH="0" baseline="0" noProof="0">
                <a:ln>
                  <a:noFill/>
                </a:ln>
                <a:solidFill>
                  <a:srgbClr val="414141"/>
                </a:solidFill>
                <a:effectLst/>
                <a:uLnTx/>
                <a:uFillTx/>
                <a:latin typeface="Arial"/>
                <a:ea typeface="+mn-ea"/>
                <a:cs typeface="+mn-cs"/>
              </a:rPr>
              <a:t>:</a:t>
            </a:r>
            <a:endParaRPr kumimoji="0" lang="en-US" sz="1400" b="0" i="0" u="none" strike="noStrike" kern="1200" cap="none" spc="0" normalizeH="0" baseline="0" noProof="0">
              <a:ln>
                <a:noFill/>
              </a:ln>
              <a:solidFill>
                <a:srgbClr val="414141"/>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83AA3EC6-6EFF-D6B6-7563-0F011F5877AC}"/>
              </a:ext>
            </a:extLst>
          </p:cNvPr>
          <p:cNvGrpSpPr/>
          <p:nvPr/>
        </p:nvGrpSpPr>
        <p:grpSpPr>
          <a:xfrm>
            <a:off x="195939" y="1999765"/>
            <a:ext cx="11611849" cy="3893375"/>
            <a:chOff x="933331" y="2023384"/>
            <a:chExt cx="10031552" cy="3882380"/>
          </a:xfrm>
        </p:grpSpPr>
        <p:sp>
          <p:nvSpPr>
            <p:cNvPr id="35" name="TextBox 34">
              <a:extLst>
                <a:ext uri="{FF2B5EF4-FFF2-40B4-BE49-F238E27FC236}">
                  <a16:creationId xmlns:a16="http://schemas.microsoft.com/office/drawing/2014/main" id="{1F4E480D-0ACC-4A57-FE38-5337AD6EC2C1}"/>
                </a:ext>
              </a:extLst>
            </p:cNvPr>
            <p:cNvSpPr txBox="1"/>
            <p:nvPr/>
          </p:nvSpPr>
          <p:spPr>
            <a:xfrm>
              <a:off x="6225146" y="2023384"/>
              <a:ext cx="4739737" cy="3713580"/>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55</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الموقع يعاني من العديد من المشاكل التقنية.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t>تكرار عدد من المشاكل التقنية التي تؤثر على تجربة المستخدم، أبرزها وجود أعطال متكررة في الموقع والتطبيق مثل التعليق أو البطء أثناء التصفح أو تنفيذ العمليات.</a:t>
              </a:r>
            </a:p>
            <a:p>
              <a:pPr marL="171450" lvl="0" indent="-171450">
                <a:buFont typeface="Arial" panose="020B0604020202020204" pitchFamily="34" charset="0"/>
                <a:buChar char="•"/>
                <a:defRPr/>
              </a:pPr>
              <a:r>
                <a:rPr lang="ar-AE" sz="1100" dirty="0"/>
                <a:t>أشار المستخدمون إلى صعوبات في إتمام عملية الدفع، سواء بسبب أخطاء تقنية أو تأخر في تحميل صفحات الدفع أو تعطلها.كذلك، ظهرت مشاكل تتعلق بالدخول إلى النظام أو تتبع الطلبات، حيث يواجه بعض المستخدمين صعوبة في تسجيل الدخول أو التنقل داخل الموقع، إضافة إلى مشاكل في تحميل الملفات أو إدخال البيانات.</a:t>
              </a:r>
            </a:p>
            <a:p>
              <a:pPr marL="171450" lvl="0" indent="-171450">
                <a:buFont typeface="Arial" panose="020B0604020202020204" pitchFamily="34" charset="0"/>
                <a:buChar char="•"/>
                <a:defRPr/>
              </a:pPr>
              <a:r>
                <a:rPr lang="ar-AE" sz="1100" dirty="0"/>
                <a:t> كما أُشير إلى أن بعض الخدمات لا تعمل بكفاءة على الهاتف المحمول مقارنة باستخدام الحاسوب</a:t>
              </a:r>
            </a:p>
            <a:p>
              <a:pPr marL="171450" lvl="0" indent="-171450">
                <a:buFont typeface="Arial" panose="020B0604020202020204" pitchFamily="34" charset="0"/>
                <a:buChar char="•"/>
                <a:defRPr/>
              </a:pPr>
              <a:r>
                <a:rPr lang="ar-AE" sz="1100" dirty="0"/>
                <a:t>وجود أخطاء تقنية متفرقة مثل ظهور بيانات غير صحيحة، أو الحاجة لإعادة إدخال المعلومات أكثر من مرة، إلى جانب تأخر تحميل الصفحات أو عدم استقرار النظام بشكل عام.</a:t>
              </a:r>
              <a:br>
                <a:rPr lang="ar-AE" sz="1100" dirty="0"/>
              </a:br>
              <a:endParaRPr kumimoji="0" lang="en-GB" sz="11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srgbClr val="B68A35"/>
                  </a:solidFill>
                </a:rPr>
                <a:t>تحسين البنية التقنية للموقع والتطبيق لضمان استقرار الأداء وتقليل الأعطال مثل التعليق أو البطء، مع إجراء اختبارات دورية لضمان جودة النظام.</a:t>
              </a:r>
            </a:p>
            <a:p>
              <a:pPr marL="171450" lvl="0" indent="-171450">
                <a:buFont typeface="Arial" panose="020B0604020202020204" pitchFamily="34" charset="0"/>
                <a:buChar char="•"/>
                <a:defRPr/>
              </a:pPr>
              <a:r>
                <a:rPr lang="ar-AE" sz="1100" dirty="0">
                  <a:solidFill>
                    <a:srgbClr val="B68A35"/>
                  </a:solidFill>
                </a:rPr>
                <a:t> كما يُنصح بتحسين تجربة الدفع الإلكتروني من خلال تبسيط الخطوات، دعم وسائل دفع متعددة، ومعالجة الأخطاء التقنية المرتبطة بعمليات الدفع.</a:t>
              </a:r>
            </a:p>
            <a:p>
              <a:pPr marL="171450" lvl="0" indent="-171450">
                <a:buFont typeface="Arial" panose="020B0604020202020204" pitchFamily="34" charset="0"/>
                <a:buChar char="•"/>
                <a:defRPr/>
              </a:pPr>
              <a:r>
                <a:rPr lang="ar-AE" sz="1100" dirty="0">
                  <a:solidFill>
                    <a:srgbClr val="B68A35"/>
                  </a:solidFill>
                </a:rPr>
                <a:t>يُفضل تحسين تجربة المستخدم عبر تسهيل عملية تسجيل الدخول والتنقل داخل النظام، وضمان توافق كامل مع الأجهزة المحمولة.</a:t>
              </a:r>
            </a:p>
            <a:p>
              <a:pPr marL="171450" lvl="0" indent="-171450">
                <a:buFont typeface="Arial" panose="020B0604020202020204" pitchFamily="34" charset="0"/>
                <a:buChar char="•"/>
                <a:defRPr/>
              </a:pPr>
              <a:r>
                <a:rPr lang="ar-AE" sz="1100" dirty="0">
                  <a:solidFill>
                    <a:srgbClr val="B68A35"/>
                  </a:solidFill>
                </a:rPr>
                <a:t>تقليل الحاجة إلى إدخال البيانات المتكرر ومعالجة الأخطاء التي تؤدي إلى فقدان المعلومات.</a:t>
              </a:r>
            </a:p>
            <a:p>
              <a:pPr marL="171450" lvl="0" indent="-171450">
                <a:buFont typeface="Arial" panose="020B0604020202020204" pitchFamily="34" charset="0"/>
                <a:buChar char="•"/>
                <a:defRPr/>
              </a:pPr>
              <a:r>
                <a:rPr lang="ar-AE" sz="1100" dirty="0">
                  <a:solidFill>
                    <a:srgbClr val="B68A35"/>
                  </a:solidFill>
                </a:rPr>
                <a:t>كما يُوصى بتفعيل نظام إشعارات يُبلغ المستخدم في حال وجود أعطال تقنية أو صيانة، والعمل على تحسين سرعة تحميل الصفحات واستجابة النظام بشكل عام، بما يضمن تجربة سلسة وفعالة للمستخدمين.</a:t>
              </a:r>
            </a:p>
          </p:txBody>
        </p:sp>
        <p:sp>
          <p:nvSpPr>
            <p:cNvPr id="39" name="TextBox 38">
              <a:extLst>
                <a:ext uri="{FF2B5EF4-FFF2-40B4-BE49-F238E27FC236}">
                  <a16:creationId xmlns:a16="http://schemas.microsoft.com/office/drawing/2014/main" id="{9F48EF8D-A0AB-E17B-DDD7-C3E7EA8A1B7D}"/>
                </a:ext>
              </a:extLst>
            </p:cNvPr>
            <p:cNvSpPr txBox="1"/>
            <p:nvPr/>
          </p:nvSpPr>
          <p:spPr>
            <a:xfrm>
              <a:off x="933331" y="2023384"/>
              <a:ext cx="4902389" cy="3882380"/>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lvl="0">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18</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lang="ar-SA" altLang="en-US" sz="1400" b="1" dirty="0">
                  <a:solidFill>
                    <a:prstClr val="black"/>
                  </a:solidFill>
                </a:rPr>
                <a:t>أن التواصل مع الدعم الفني عند الحاجة كان في غاية الصعوبة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EG" sz="1100" dirty="0">
                  <a:solidFill>
                    <a:prstClr val="black"/>
                  </a:solidFill>
                </a:rPr>
                <a:t>بعض المستخدمين يواجهون صعوبة في الوصول إلى الدعم الفني من خلال الموقع الإلكتروني، وذلك بسبب عدم وضوح مكان أو طريقة التواصل داخل الموقع.</a:t>
              </a:r>
              <a:endParaRPr lang="ar-AE"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 كما أشار المستخدمون إلى غياب زر دعم واضح أو قناة مباشرة وسريعة للحصول على المساعدة.إضافة إلى ذلك، تم رصد بطء في الاستجابة على الطلبات المقدمة عبر الموقع، وفي بعض الحالات عدم تلقي رد، مما يؤثر سلبًا على تجربة المستخدم ويؤدي إلى تأخر حل المشكلات.</a:t>
              </a:r>
              <a:endParaRPr lang="ar-AE"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قنوات التواصل المتاحة عبر الموقع لا توفر دائمًا حلولًا فعلية، حيث يقتصر الدعم أحيانًا على إرشادات عامة دون متابعة دقيقة للحالة.كذلك، أشار بعض المستخدمين إلى عدم وضوح القناة المناسبة للتواصل (هل عبر نموذج، بريد إلكتروني، أو اتصال)، مما يسبب تشتتًا ويزيد من صعوبة الوصول إلى الدعم في الوقت المناسب.</a:t>
              </a:r>
              <a:br>
                <a:rPr lang="ar-AE" sz="1100" dirty="0">
                  <a:solidFill>
                    <a:prstClr val="black"/>
                  </a:solidFill>
                </a:rPr>
              </a:br>
              <a:endParaRPr kumimoji="0" lang="en-GB"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تحسين تجربة الوصول إلى الدعم الفني داخل الموقع الإلكتروني من خلال إضافة زر دعم واضح وسهل الوصول في جميع الصفحات.</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توفير قنوات تواصل متعددة ومباشرة مثل المحادثة الفورية، ونماذج البلاغات، والدعم عبر الهاتف، مع توضيح استخدام كل قناة حسب نوع المشكلة.</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يُفضل وضع معايير زمنية واضحة للاستجابة على الطلبات المقدمة عبر الموقع، مع إرسال تأكيد فوري للمستخدم عند تسجيل الطلب، وتحديثات مستمرة حول حالة الشكوى أو الاستفسار</a:t>
              </a:r>
              <a:r>
                <a:rPr lang="ar-AE" altLang="en-US" sz="1100" dirty="0">
                  <a:solidFill>
                    <a:srgbClr val="B68A35"/>
                  </a:solidFill>
                </a:rPr>
                <a:t>.</a:t>
              </a: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تمكين فريق الدعم من متابعة الطلبات بشكل فعلي وتقديم حلول مباشرة، بالإضافة إلى ربط قنوات الدعم في الموقع بالأنظمة الداخلية لتسهيل تتبع الحالات. </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كما يُوصى بإنشاء مسار تصعيد واضح للحالات التي لا يتم حلها ضمن الوقت المحدد، لضمان تحسين جودة الخدمة ورضا المستخدمين.</a:t>
              </a:r>
              <a:endParaRPr lang="ar-AE" altLang="en-US" sz="1100" dirty="0">
                <a:solidFill>
                  <a:srgbClr val="B68A35"/>
                </a:solidFill>
              </a:endParaRPr>
            </a:p>
          </p:txBody>
        </p:sp>
      </p:grpSp>
    </p:spTree>
    <p:extLst>
      <p:ext uri="{BB962C8B-B14F-4D97-AF65-F5344CB8AC3E}">
        <p14:creationId xmlns:p14="http://schemas.microsoft.com/office/powerpoint/2010/main" val="3518125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FA06-91E7-8430-75E0-6D0AD916EA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586294-9B9F-0C7A-76CA-85A534F17CF6}"/>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pic>
        <p:nvPicPr>
          <p:cNvPr id="3" name="Picture 2" descr="A gold eagle with a green circle and a red circle with white text&#10;&#10;AI-generated content may be incorrect.">
            <a:extLst>
              <a:ext uri="{FF2B5EF4-FFF2-40B4-BE49-F238E27FC236}">
                <a16:creationId xmlns:a16="http://schemas.microsoft.com/office/drawing/2014/main" id="{8B3EF373-C735-865B-04E4-8AAD9E4F2F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11" name="TextBox 10">
            <a:extLst>
              <a:ext uri="{FF2B5EF4-FFF2-40B4-BE49-F238E27FC236}">
                <a16:creationId xmlns:a16="http://schemas.microsoft.com/office/drawing/2014/main" id="{8AF35031-E022-91B3-CAC6-373B65CC7439}"/>
              </a:ext>
            </a:extLst>
          </p:cNvPr>
          <p:cNvSpPr txBox="1"/>
          <p:nvPr/>
        </p:nvSpPr>
        <p:spPr>
          <a:xfrm>
            <a:off x="6717238" y="2791269"/>
            <a:ext cx="4998207" cy="1203422"/>
          </a:xfrm>
          <a:prstGeom prst="rect">
            <a:avLst/>
          </a:prstGeom>
        </p:spPr>
        <p:txBody>
          <a:bodyPr vert="horz" lIns="91440" tIns="45720" rIns="91440" bIns="45720" rtlCol="0" anchor="ctr">
            <a:noAutofit/>
          </a:bodyPr>
          <a:lstStyle/>
          <a:p>
            <a:pPr marL="0" marR="0" lvl="0" indent="0" algn="r" defTabSz="914400" rtl="1" eaLnBrk="1" fontAlgn="auto" latinLnBrk="0" hangingPunct="1">
              <a:lnSpc>
                <a:spcPct val="90000"/>
              </a:lnSpc>
              <a:spcBef>
                <a:spcPct val="0"/>
              </a:spcBef>
              <a:spcAft>
                <a:spcPts val="600"/>
              </a:spcAft>
              <a:buClrTx/>
              <a:buSzTx/>
              <a:buFontTx/>
              <a:buNone/>
              <a:tabLst/>
              <a:defRPr/>
            </a:pP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مَعَ ج</a:t>
            </a:r>
            <a:r>
              <a:rPr lang="ar-AE" sz="4800" b="1">
                <a:solidFill>
                  <a:prstClr val="black"/>
                </a:solidFill>
                <a:latin typeface="Arial" panose="020B0604020202020204" pitchFamily="34" charset="0"/>
                <a:cs typeface="Arial" panose="020B0604020202020204" pitchFamily="34" charset="0"/>
              </a:rPr>
              <a:t>َ</a:t>
            </a: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زيل الش</a:t>
            </a:r>
            <a:r>
              <a:rPr lang="ar-AE" sz="4800" b="1">
                <a:solidFill>
                  <a:prstClr val="black"/>
                </a:solidFill>
                <a:latin typeface="Arial" panose="020B0604020202020204" pitchFamily="34" charset="0"/>
                <a:cs typeface="Arial" panose="020B0604020202020204" pitchFamily="34" charset="0"/>
              </a:rPr>
              <a:t>ـُّ</a:t>
            </a: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كرِ</a:t>
            </a:r>
            <a:endParaRPr kumimoji="0" lang="ar-SA"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4577DAA9-E8C1-D3B8-3BBE-2794EB1C0145}"/>
              </a:ext>
            </a:extLst>
          </p:cNvPr>
          <p:cNvSpPr/>
          <p:nvPr/>
        </p:nvSpPr>
        <p:spPr>
          <a:xfrm>
            <a:off x="7658099" y="4006438"/>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50533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en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7E2DE"/>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6BC2806311244E8B2192882D665DC9" ma:contentTypeVersion="13" ma:contentTypeDescription="Create a new document." ma:contentTypeScope="" ma:versionID="09405f1ea34787bba43d52d997e0d34f">
  <xsd:schema xmlns:xsd="http://www.w3.org/2001/XMLSchema" xmlns:xs="http://www.w3.org/2001/XMLSchema" xmlns:p="http://schemas.microsoft.com/office/2006/metadata/properties" xmlns:ns2="3bc55782-72e5-45c3-b728-d693e8ef144d" xmlns:ns3="ab3c096c-817b-4260-b21e-4d3d37498df0" targetNamespace="http://schemas.microsoft.com/office/2006/metadata/properties" ma:root="true" ma:fieldsID="f42384aa0d6184ca3830c013789638c3" ns2:_="" ns3:_="">
    <xsd:import namespace="3bc55782-72e5-45c3-b728-d693e8ef144d"/>
    <xsd:import namespace="ab3c096c-817b-4260-b21e-4d3d37498d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55782-72e5-45c3-b728-d693e8ef1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a4537c5-ee30-4b6e-afe5-77c08db0f34b"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3c096c-817b-4260-b21e-4d3d37498df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44cbb8a-1649-4853-928f-7fbe6de56ab8}" ma:internalName="TaxCatchAll" ma:showField="CatchAllData" ma:web="ab3c096c-817b-4260-b21e-4d3d37498d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bc55782-72e5-45c3-b728-d693e8ef144d">
      <Terms xmlns="http://schemas.microsoft.com/office/infopath/2007/PartnerControls"/>
    </lcf76f155ced4ddcb4097134ff3c332f>
    <TaxCatchAll xmlns="ab3c096c-817b-4260-b21e-4d3d37498df0" xsi:nil="true"/>
  </documentManagement>
</p:properties>
</file>

<file path=customXml/itemProps1.xml><?xml version="1.0" encoding="utf-8"?>
<ds:datastoreItem xmlns:ds="http://schemas.openxmlformats.org/officeDocument/2006/customXml" ds:itemID="{EEC59582-10DF-42F6-B3F8-F25B6B943098}">
  <ds:schemaRefs>
    <ds:schemaRef ds:uri="http://schemas.microsoft.com/sharepoint/v3/contenttype/forms"/>
  </ds:schemaRefs>
</ds:datastoreItem>
</file>

<file path=customXml/itemProps2.xml><?xml version="1.0" encoding="utf-8"?>
<ds:datastoreItem xmlns:ds="http://schemas.openxmlformats.org/officeDocument/2006/customXml" ds:itemID="{1ED65C08-A352-4B4B-9B13-7E0F707C56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55782-72e5-45c3-b728-d693e8ef144d"/>
    <ds:schemaRef ds:uri="ab3c096c-817b-4260-b21e-4d3d37498d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D5C625-DDDF-48DE-84FE-408D4BA53A5B}">
  <ds:schemaRefs>
    <ds:schemaRef ds:uri="3bc55782-72e5-45c3-b728-d693e8ef144d"/>
    <ds:schemaRef ds:uri="ab3c096c-817b-4260-b21e-4d3d37498d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9600</TotalTime>
  <Words>6155</Words>
  <Application>Microsoft Macintosh PowerPoint</Application>
  <PresentationFormat>Widescreen</PresentationFormat>
  <Paragraphs>1037</Paragraphs>
  <Slides>58</Slides>
  <Notes>35</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58</vt:i4>
      </vt:variant>
    </vt:vector>
  </HeadingPairs>
  <TitlesOfParts>
    <vt:vector size="64" baseType="lpstr">
      <vt:lpstr>Aptos</vt:lpstr>
      <vt:lpstr>Arial</vt:lpstr>
      <vt:lpstr>Dubai</vt:lpstr>
      <vt:lpstr>Office Theme</vt:lpstr>
      <vt:lpstr>1_Custom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Isha Al Jassmy</dc:creator>
  <cp:lastModifiedBy>Neelanjan Mazumder</cp:lastModifiedBy>
  <cp:revision>21</cp:revision>
  <dcterms:created xsi:type="dcterms:W3CDTF">2015-05-21T09:31:25Z</dcterms:created>
  <dcterms:modified xsi:type="dcterms:W3CDTF">2026-04-08T12:38:18Z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0x010100176BC2806311244E8B2192882D665DC9</vt:lpwstr>
  </property>
  <property fmtid="{D5CDD505-2E9C-101B-9397-08002B2CF9AE}" pid="3" name="MediaServiceImageTags">
    <vt:lpwstr/>
  </property>
</Properties>
</file>